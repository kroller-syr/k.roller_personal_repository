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51" r:id="rId4"/>
  </p:sldMasterIdLst>
  <p:notesMasterIdLst>
    <p:notesMasterId r:id="rId39"/>
  </p:notesMasterIdLst>
  <p:handoutMasterIdLst>
    <p:handoutMasterId r:id="rId40"/>
  </p:handoutMasterIdLst>
  <p:sldIdLst>
    <p:sldId id="256" r:id="rId5"/>
    <p:sldId id="300" r:id="rId6"/>
    <p:sldId id="297" r:id="rId7"/>
    <p:sldId id="314" r:id="rId8"/>
    <p:sldId id="355" r:id="rId9"/>
    <p:sldId id="351" r:id="rId10"/>
    <p:sldId id="350" r:id="rId11"/>
    <p:sldId id="337" r:id="rId12"/>
    <p:sldId id="338" r:id="rId13"/>
    <p:sldId id="352" r:id="rId14"/>
    <p:sldId id="277" r:id="rId15"/>
    <p:sldId id="306" r:id="rId16"/>
    <p:sldId id="298" r:id="rId17"/>
    <p:sldId id="340" r:id="rId18"/>
    <p:sldId id="342" r:id="rId19"/>
    <p:sldId id="341" r:id="rId20"/>
    <p:sldId id="345" r:id="rId21"/>
    <p:sldId id="326" r:id="rId22"/>
    <p:sldId id="307" r:id="rId23"/>
    <p:sldId id="308" r:id="rId24"/>
    <p:sldId id="325" r:id="rId25"/>
    <p:sldId id="332" r:id="rId26"/>
    <p:sldId id="333" r:id="rId27"/>
    <p:sldId id="328" r:id="rId28"/>
    <p:sldId id="335" r:id="rId29"/>
    <p:sldId id="301" r:id="rId30"/>
    <p:sldId id="302" r:id="rId31"/>
    <p:sldId id="336" r:id="rId32"/>
    <p:sldId id="356" r:id="rId33"/>
    <p:sldId id="353" r:id="rId34"/>
    <p:sldId id="354" r:id="rId35"/>
    <p:sldId id="357" r:id="rId36"/>
    <p:sldId id="358" r:id="rId37"/>
    <p:sldId id="349" r:id="rId3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593A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D11F0F2-F9AE-4F2F-A00B-C7C9EF495A0F}" v="909" dt="2023-12-11T17:05:58.203"/>
    <p1510:client id="{30E1ADF9-B77C-4561-B93E-7F2CD3F2B35D}" v="25" dt="2023-12-08T00:21:11.135"/>
    <p1510:client id="{3A724CE7-60AA-41BE-9D01-E600B392D852}" v="714" dt="2023-12-10T20:39:09.327"/>
    <p1510:client id="{5F43A05F-2403-4A6B-8A76-79B83C92562B}" v="146" dt="2023-12-09T16:37:44.378"/>
    <p1510:client id="{683C6E12-7EEA-40A5-BCE2-C6C377DCBC67}" v="983" dt="2023-12-08T07:30:08.775"/>
    <p1510:client id="{D19EBC7D-D51E-43BB-83D3-DFA1E271EED6}" v="9" dt="2023-12-08T03:44:09.883"/>
    <p1510:client id="{E4E631E5-611E-41B4-BE38-7D7D868D1565}" v="4" dt="2023-12-11T17:11:30.035"/>
    <p1510:client id="{EC930AE6-DA95-408C-97B9-729F1629B90E}" v="842" dt="2023-12-10T01:03:47.260"/>
    <p1510:client id="{FF96F06E-E21D-44A3-8EDA-647B80C86282}" v="427" dt="2023-12-09T03:29:52.466"/>
  </p1510:revLst>
</p1510:revInfo>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handoutMaster" Target="handoutMasters/handoutMaster1.xml"/><Relationship Id="rId45"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viewProps" Target="viewProps.xml"/><Relationship Id="rId48" Type="http://schemas.microsoft.com/office/2018/10/relationships/authors" Target="author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microsoft.com/office/2016/11/relationships/changesInfo" Target="changesInfos/changesInfo1.xml"/><Relationship Id="rId20" Type="http://schemas.openxmlformats.org/officeDocument/2006/relationships/slide" Target="slides/slide16.xml"/><Relationship Id="rId41"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providerId="Windows Live" clId="Web-{91A7E5F8-F2B8-4D45-8620-5628561E289C}"/>
    <pc:docChg chg="modSld">
      <pc:chgData name="Guest User" userId="" providerId="Windows Live" clId="Web-{91A7E5F8-F2B8-4D45-8620-5628561E289C}" dt="2023-11-19T23:11:36.387" v="0" actId="1076"/>
      <pc:docMkLst>
        <pc:docMk/>
      </pc:docMkLst>
      <pc:sldChg chg="modSp">
        <pc:chgData name="Guest User" userId="" providerId="Windows Live" clId="Web-{91A7E5F8-F2B8-4D45-8620-5628561E289C}" dt="2023-11-19T23:11:36.387" v="0" actId="1076"/>
        <pc:sldMkLst>
          <pc:docMk/>
          <pc:sldMk cId="1484341599" sldId="335"/>
        </pc:sldMkLst>
        <pc:picChg chg="mod">
          <ac:chgData name="Guest User" userId="" providerId="Windows Live" clId="Web-{91A7E5F8-F2B8-4D45-8620-5628561E289C}" dt="2023-11-19T23:11:36.387" v="0" actId="1076"/>
          <ac:picMkLst>
            <pc:docMk/>
            <pc:sldMk cId="1484341599" sldId="335"/>
            <ac:picMk id="8" creationId="{669F345C-E420-C3BA-65EE-362727E47712}"/>
          </ac:picMkLst>
        </pc:picChg>
      </pc:sldChg>
    </pc:docChg>
  </pc:docChgLst>
  <pc:docChgLst>
    <pc:chgData name="Guest User" providerId="Windows Live" clId="Web-{EC930AE6-DA95-408C-97B9-729F1629B90E}"/>
    <pc:docChg chg="addSld modSld">
      <pc:chgData name="Guest User" userId="" providerId="Windows Live" clId="Web-{EC930AE6-DA95-408C-97B9-729F1629B90E}" dt="2023-12-10T01:03:47.260" v="774"/>
      <pc:docMkLst>
        <pc:docMk/>
      </pc:docMkLst>
      <pc:sldChg chg="modSp">
        <pc:chgData name="Guest User" userId="" providerId="Windows Live" clId="Web-{EC930AE6-DA95-408C-97B9-729F1629B90E}" dt="2023-12-10T01:03:47.260" v="774"/>
        <pc:sldMkLst>
          <pc:docMk/>
          <pc:sldMk cId="1235971950" sldId="298"/>
        </pc:sldMkLst>
        <pc:spChg chg="mod">
          <ac:chgData name="Guest User" userId="" providerId="Windows Live" clId="Web-{EC930AE6-DA95-408C-97B9-729F1629B90E}" dt="2023-12-10T01:03:33.338" v="758" actId="20577"/>
          <ac:spMkLst>
            <pc:docMk/>
            <pc:sldMk cId="1235971950" sldId="298"/>
            <ac:spMk id="8" creationId="{08FB056E-E823-579A-5B00-7B0DB30231E0}"/>
          </ac:spMkLst>
        </pc:spChg>
        <pc:graphicFrameChg chg="mod modGraphic">
          <ac:chgData name="Guest User" userId="" providerId="Windows Live" clId="Web-{EC930AE6-DA95-408C-97B9-729F1629B90E}" dt="2023-12-10T01:03:47.260" v="774"/>
          <ac:graphicFrameMkLst>
            <pc:docMk/>
            <pc:sldMk cId="1235971950" sldId="298"/>
            <ac:graphicFrameMk id="5" creationId="{DC9DA720-E5C0-9F6C-B9DF-E7C25CECC05E}"/>
          </ac:graphicFrameMkLst>
        </pc:graphicFrameChg>
        <pc:picChg chg="mod">
          <ac:chgData name="Guest User" userId="" providerId="Windows Live" clId="Web-{EC930AE6-DA95-408C-97B9-729F1629B90E}" dt="2023-12-10T01:03:24.697" v="755" actId="1076"/>
          <ac:picMkLst>
            <pc:docMk/>
            <pc:sldMk cId="1235971950" sldId="298"/>
            <ac:picMk id="6" creationId="{D6845A58-8ACB-037C-0E16-519A5BB426BD}"/>
          </ac:picMkLst>
        </pc:picChg>
      </pc:sldChg>
      <pc:sldChg chg="addSp delSp modSp new">
        <pc:chgData name="Guest User" userId="" providerId="Windows Live" clId="Web-{EC930AE6-DA95-408C-97B9-729F1629B90E}" dt="2023-12-09T18:06:38.223" v="743" actId="1076"/>
        <pc:sldMkLst>
          <pc:docMk/>
          <pc:sldMk cId="2712930209" sldId="356"/>
        </pc:sldMkLst>
        <pc:spChg chg="mod">
          <ac:chgData name="Guest User" userId="" providerId="Windows Live" clId="Web-{EC930AE6-DA95-408C-97B9-729F1629B90E}" dt="2023-12-09T17:26:51.676" v="408" actId="20577"/>
          <ac:spMkLst>
            <pc:docMk/>
            <pc:sldMk cId="2712930209" sldId="356"/>
            <ac:spMk id="2" creationId="{C92FCFDD-A787-1562-55E5-CEE515B3933A}"/>
          </ac:spMkLst>
        </pc:spChg>
        <pc:spChg chg="del">
          <ac:chgData name="Guest User" userId="" providerId="Windows Live" clId="Web-{EC930AE6-DA95-408C-97B9-729F1629B90E}" dt="2023-12-09T17:10:31.689" v="1"/>
          <ac:spMkLst>
            <pc:docMk/>
            <pc:sldMk cId="2712930209" sldId="356"/>
            <ac:spMk id="3" creationId="{97CBC31A-D78A-A2D8-FC37-C56F339AE1D1}"/>
          </ac:spMkLst>
        </pc:spChg>
        <pc:graphicFrameChg chg="add mod ord modGraphic">
          <ac:chgData name="Guest User" userId="" providerId="Windows Live" clId="Web-{EC930AE6-DA95-408C-97B9-729F1629B90E}" dt="2023-12-09T18:06:38.223" v="743" actId="1076"/>
          <ac:graphicFrameMkLst>
            <pc:docMk/>
            <pc:sldMk cId="2712930209" sldId="356"/>
            <ac:graphicFrameMk id="4" creationId="{B6AA8C15-65CE-231A-DA9C-3C7C85166C48}"/>
          </ac:graphicFrameMkLst>
        </pc:graphicFrameChg>
      </pc:sldChg>
    </pc:docChg>
  </pc:docChgLst>
  <pc:docChgLst>
    <pc:chgData name="Guest User" providerId="Windows Live" clId="Web-{E4E631E5-611E-41B4-BE38-7D7D868D1565}"/>
    <pc:docChg chg="delSld sldOrd">
      <pc:chgData name="Guest User" userId="" providerId="Windows Live" clId="Web-{E4E631E5-611E-41B4-BE38-7D7D868D1565}" dt="2023-12-11T17:11:30.035" v="3"/>
      <pc:docMkLst>
        <pc:docMk/>
      </pc:docMkLst>
      <pc:sldChg chg="del">
        <pc:chgData name="Guest User" userId="" providerId="Windows Live" clId="Web-{E4E631E5-611E-41B4-BE38-7D7D868D1565}" dt="2023-12-11T14:28:19.227" v="0"/>
        <pc:sldMkLst>
          <pc:docMk/>
          <pc:sldMk cId="131775974" sldId="339"/>
        </pc:sldMkLst>
      </pc:sldChg>
      <pc:sldChg chg="ord">
        <pc:chgData name="Guest User" userId="" providerId="Windows Live" clId="Web-{E4E631E5-611E-41B4-BE38-7D7D868D1565}" dt="2023-12-11T17:10:12.392" v="1"/>
        <pc:sldMkLst>
          <pc:docMk/>
          <pc:sldMk cId="2813741128" sldId="340"/>
        </pc:sldMkLst>
      </pc:sldChg>
      <pc:sldChg chg="ord">
        <pc:chgData name="Guest User" userId="" providerId="Windows Live" clId="Web-{E4E631E5-611E-41B4-BE38-7D7D868D1565}" dt="2023-12-11T17:11:30.035" v="3"/>
        <pc:sldMkLst>
          <pc:docMk/>
          <pc:sldMk cId="1066617108" sldId="342"/>
        </pc:sldMkLst>
      </pc:sldChg>
    </pc:docChg>
  </pc:docChgLst>
  <pc:docChgLst>
    <pc:chgData name="Guest User" providerId="Windows Live" clId="Web-{30E1ADF9-B77C-4561-B93E-7F2CD3F2B35D}"/>
    <pc:docChg chg="addSld delSld modSld">
      <pc:chgData name="Guest User" userId="" providerId="Windows Live" clId="Web-{30E1ADF9-B77C-4561-B93E-7F2CD3F2B35D}" dt="2023-12-08T00:21:11.135" v="29" actId="14100"/>
      <pc:docMkLst>
        <pc:docMk/>
      </pc:docMkLst>
      <pc:sldChg chg="modSp">
        <pc:chgData name="Guest User" userId="" providerId="Windows Live" clId="Web-{30E1ADF9-B77C-4561-B93E-7F2CD3F2B35D}" dt="2023-12-08T00:18:55.725" v="25"/>
        <pc:sldMkLst>
          <pc:docMk/>
          <pc:sldMk cId="2222973875" sldId="297"/>
        </pc:sldMkLst>
        <pc:graphicFrameChg chg="mod modGraphic">
          <ac:chgData name="Guest User" userId="" providerId="Windows Live" clId="Web-{30E1ADF9-B77C-4561-B93E-7F2CD3F2B35D}" dt="2023-12-08T00:18:55.725" v="25"/>
          <ac:graphicFrameMkLst>
            <pc:docMk/>
            <pc:sldMk cId="2222973875" sldId="297"/>
            <ac:graphicFrameMk id="15" creationId="{1DCD83C1-E843-BE59-FA39-396719DA4FD0}"/>
          </ac:graphicFrameMkLst>
        </pc:graphicFrameChg>
      </pc:sldChg>
      <pc:sldChg chg="addSp delSp modSp">
        <pc:chgData name="Guest User" userId="" providerId="Windows Live" clId="Web-{30E1ADF9-B77C-4561-B93E-7F2CD3F2B35D}" dt="2023-12-08T00:21:11.135" v="29" actId="14100"/>
        <pc:sldMkLst>
          <pc:docMk/>
          <pc:sldMk cId="2813741128" sldId="340"/>
        </pc:sldMkLst>
        <pc:spChg chg="add del mod">
          <ac:chgData name="Guest User" userId="" providerId="Windows Live" clId="Web-{30E1ADF9-B77C-4561-B93E-7F2CD3F2B35D}" dt="2023-12-08T00:20:55.588" v="27"/>
          <ac:spMkLst>
            <pc:docMk/>
            <pc:sldMk cId="2813741128" sldId="340"/>
            <ac:spMk id="5" creationId="{7427ECC6-6F6F-EA8E-D10D-1357A8056747}"/>
          </ac:spMkLst>
        </pc:spChg>
        <pc:picChg chg="del">
          <ac:chgData name="Guest User" userId="" providerId="Windows Live" clId="Web-{30E1ADF9-B77C-4561-B93E-7F2CD3F2B35D}" dt="2023-12-08T00:20:44.634" v="26"/>
          <ac:picMkLst>
            <pc:docMk/>
            <pc:sldMk cId="2813741128" sldId="340"/>
            <ac:picMk id="4" creationId="{D8729F6B-2B95-CE9E-65D5-5997A89BEBEA}"/>
          </ac:picMkLst>
        </pc:picChg>
        <pc:picChg chg="add mod ord">
          <ac:chgData name="Guest User" userId="" providerId="Windows Live" clId="Web-{30E1ADF9-B77C-4561-B93E-7F2CD3F2B35D}" dt="2023-12-08T00:21:11.135" v="29" actId="14100"/>
          <ac:picMkLst>
            <pc:docMk/>
            <pc:sldMk cId="2813741128" sldId="340"/>
            <ac:picMk id="6" creationId="{C6E6D3B5-21E9-DFD8-2D4C-EC2A1760EB85}"/>
          </ac:picMkLst>
        </pc:picChg>
      </pc:sldChg>
      <pc:sldChg chg="addSp delSp modSp add del">
        <pc:chgData name="Guest User" userId="" providerId="Windows Live" clId="Web-{30E1ADF9-B77C-4561-B93E-7F2CD3F2B35D}" dt="2023-12-08T00:11:34.212" v="7" actId="14100"/>
        <pc:sldMkLst>
          <pc:docMk/>
          <pc:sldMk cId="1146281855" sldId="347"/>
        </pc:sldMkLst>
        <pc:spChg chg="add del mod">
          <ac:chgData name="Guest User" userId="" providerId="Windows Live" clId="Web-{30E1ADF9-B77C-4561-B93E-7F2CD3F2B35D}" dt="2023-12-08T00:11:18.946" v="5"/>
          <ac:spMkLst>
            <pc:docMk/>
            <pc:sldMk cId="1146281855" sldId="347"/>
            <ac:spMk id="5" creationId="{CE23FC11-43CA-E83B-6157-B86176A9AC36}"/>
          </ac:spMkLst>
        </pc:spChg>
        <pc:picChg chg="del">
          <ac:chgData name="Guest User" userId="" providerId="Windows Live" clId="Web-{30E1ADF9-B77C-4561-B93E-7F2CD3F2B35D}" dt="2023-12-08T00:11:13.618" v="4"/>
          <ac:picMkLst>
            <pc:docMk/>
            <pc:sldMk cId="1146281855" sldId="347"/>
            <ac:picMk id="4" creationId="{116C4D61-7801-E614-DCA1-B52070F99370}"/>
          </ac:picMkLst>
        </pc:picChg>
        <pc:picChg chg="add mod ord">
          <ac:chgData name="Guest User" userId="" providerId="Windows Live" clId="Web-{30E1ADF9-B77C-4561-B93E-7F2CD3F2B35D}" dt="2023-12-08T00:11:34.212" v="7" actId="14100"/>
          <ac:picMkLst>
            <pc:docMk/>
            <pc:sldMk cId="1146281855" sldId="347"/>
            <ac:picMk id="6" creationId="{36C26FBC-545E-8242-28F1-42190E0FCD5A}"/>
          </ac:picMkLst>
        </pc:picChg>
      </pc:sldChg>
    </pc:docChg>
  </pc:docChgLst>
  <pc:docChgLst>
    <pc:chgData name="Guest User" providerId="Windows Live" clId="Web-{C7C1EA8D-CCF2-44FB-AC84-4207780011EC}"/>
    <pc:docChg chg="modSld">
      <pc:chgData name="Guest User" userId="" providerId="Windows Live" clId="Web-{C7C1EA8D-CCF2-44FB-AC84-4207780011EC}" dt="2023-11-14T17:51:38.966" v="24"/>
      <pc:docMkLst>
        <pc:docMk/>
      </pc:docMkLst>
      <pc:sldChg chg="mod setBg">
        <pc:chgData name="Guest User" userId="" providerId="Windows Live" clId="Web-{C7C1EA8D-CCF2-44FB-AC84-4207780011EC}" dt="2023-11-14T17:51:38.966" v="24"/>
        <pc:sldMkLst>
          <pc:docMk/>
          <pc:sldMk cId="461888016" sldId="296"/>
        </pc:sldMkLst>
      </pc:sldChg>
      <pc:sldChg chg="mod setBg">
        <pc:chgData name="Guest User" userId="" providerId="Windows Live" clId="Web-{C7C1EA8D-CCF2-44FB-AC84-4207780011EC}" dt="2023-11-14T17:46:34.379" v="1"/>
        <pc:sldMkLst>
          <pc:docMk/>
          <pc:sldMk cId="2222973875" sldId="297"/>
        </pc:sldMkLst>
      </pc:sldChg>
      <pc:sldChg chg="modSp">
        <pc:chgData name="Guest User" userId="" providerId="Windows Live" clId="Web-{C7C1EA8D-CCF2-44FB-AC84-4207780011EC}" dt="2023-11-14T17:50:36.792" v="20" actId="1076"/>
        <pc:sldMkLst>
          <pc:docMk/>
          <pc:sldMk cId="1235971950" sldId="298"/>
        </pc:sldMkLst>
        <pc:spChg chg="mod">
          <ac:chgData name="Guest User" userId="" providerId="Windows Live" clId="Web-{C7C1EA8D-CCF2-44FB-AC84-4207780011EC}" dt="2023-11-14T17:50:36.792" v="20" actId="1076"/>
          <ac:spMkLst>
            <pc:docMk/>
            <pc:sldMk cId="1235971950" sldId="298"/>
            <ac:spMk id="8" creationId="{08FB056E-E823-579A-5B00-7B0DB30231E0}"/>
          </ac:spMkLst>
        </pc:spChg>
        <pc:picChg chg="mod">
          <ac:chgData name="Guest User" userId="" providerId="Windows Live" clId="Web-{C7C1EA8D-CCF2-44FB-AC84-4207780011EC}" dt="2023-11-14T17:50:23.745" v="19" actId="1076"/>
          <ac:picMkLst>
            <pc:docMk/>
            <pc:sldMk cId="1235971950" sldId="298"/>
            <ac:picMk id="6" creationId="{D6845A58-8ACB-037C-0E16-519A5BB426BD}"/>
          </ac:picMkLst>
        </pc:picChg>
      </pc:sldChg>
      <pc:sldChg chg="mod setBg">
        <pc:chgData name="Guest User" userId="" providerId="Windows Live" clId="Web-{C7C1EA8D-CCF2-44FB-AC84-4207780011EC}" dt="2023-11-14T17:46:25.956" v="0"/>
        <pc:sldMkLst>
          <pc:docMk/>
          <pc:sldMk cId="683943919" sldId="300"/>
        </pc:sldMkLst>
      </pc:sldChg>
      <pc:sldChg chg="modSp mod setBg">
        <pc:chgData name="Guest User" userId="" providerId="Windows Live" clId="Web-{C7C1EA8D-CCF2-44FB-AC84-4207780011EC}" dt="2023-11-14T17:48:25.866" v="12" actId="1076"/>
        <pc:sldMkLst>
          <pc:docMk/>
          <pc:sldMk cId="2945715701" sldId="301"/>
        </pc:sldMkLst>
        <pc:spChg chg="mod">
          <ac:chgData name="Guest User" userId="" providerId="Windows Live" clId="Web-{C7C1EA8D-CCF2-44FB-AC84-4207780011EC}" dt="2023-11-14T17:48:11.678" v="11" actId="1076"/>
          <ac:spMkLst>
            <pc:docMk/>
            <pc:sldMk cId="2945715701" sldId="301"/>
            <ac:spMk id="2" creationId="{48A87989-17BE-57AB-F739-5AEA0BC8404A}"/>
          </ac:spMkLst>
        </pc:spChg>
        <pc:graphicFrameChg chg="mod">
          <ac:chgData name="Guest User" userId="" providerId="Windows Live" clId="Web-{C7C1EA8D-CCF2-44FB-AC84-4207780011EC}" dt="2023-11-14T17:48:25.866" v="12" actId="1076"/>
          <ac:graphicFrameMkLst>
            <pc:docMk/>
            <pc:sldMk cId="2945715701" sldId="301"/>
            <ac:graphicFrameMk id="5" creationId="{63DF9885-D780-F8C1-2AB3-369FFF7DC1DC}"/>
          </ac:graphicFrameMkLst>
        </pc:graphicFrameChg>
      </pc:sldChg>
      <pc:sldChg chg="modSp mod setBg">
        <pc:chgData name="Guest User" userId="" providerId="Windows Live" clId="Web-{C7C1EA8D-CCF2-44FB-AC84-4207780011EC}" dt="2023-11-14T17:51:35.747" v="23"/>
        <pc:sldMkLst>
          <pc:docMk/>
          <pc:sldMk cId="4251599529" sldId="302"/>
        </pc:sldMkLst>
        <pc:spChg chg="mod">
          <ac:chgData name="Guest User" userId="" providerId="Windows Live" clId="Web-{C7C1EA8D-CCF2-44FB-AC84-4207780011EC}" dt="2023-11-14T17:48:43.773" v="13" actId="1076"/>
          <ac:spMkLst>
            <pc:docMk/>
            <pc:sldMk cId="4251599529" sldId="302"/>
            <ac:spMk id="2" creationId="{2944EBE2-E9B3-96AF-7ACE-5898D36B8030}"/>
          </ac:spMkLst>
        </pc:spChg>
        <pc:graphicFrameChg chg="mod">
          <ac:chgData name="Guest User" userId="" providerId="Windows Live" clId="Web-{C7C1EA8D-CCF2-44FB-AC84-4207780011EC}" dt="2023-11-14T17:48:57.664" v="16" actId="1076"/>
          <ac:graphicFrameMkLst>
            <pc:docMk/>
            <pc:sldMk cId="4251599529" sldId="302"/>
            <ac:graphicFrameMk id="5" creationId="{6E21BF5C-5984-A4ED-A53D-B094EB466BB2}"/>
          </ac:graphicFrameMkLst>
        </pc:graphicFrameChg>
      </pc:sldChg>
      <pc:sldChg chg="delSp modSp mod setBg">
        <pc:chgData name="Guest User" userId="" providerId="Windows Live" clId="Web-{C7C1EA8D-CCF2-44FB-AC84-4207780011EC}" dt="2023-11-14T17:47:17.583" v="5"/>
        <pc:sldMkLst>
          <pc:docMk/>
          <pc:sldMk cId="268918936" sldId="306"/>
        </pc:sldMkLst>
        <pc:spChg chg="del">
          <ac:chgData name="Guest User" userId="" providerId="Windows Live" clId="Web-{C7C1EA8D-CCF2-44FB-AC84-4207780011EC}" dt="2023-11-14T17:47:00.254" v="3"/>
          <ac:spMkLst>
            <pc:docMk/>
            <pc:sldMk cId="268918936" sldId="306"/>
            <ac:spMk id="4" creationId="{C23B29CE-5892-0DEB-D92A-4A12BEF28B4E}"/>
          </ac:spMkLst>
        </pc:spChg>
        <pc:picChg chg="mod">
          <ac:chgData name="Guest User" userId="" providerId="Windows Live" clId="Web-{C7C1EA8D-CCF2-44FB-AC84-4207780011EC}" dt="2023-11-14T17:47:11.989" v="4" actId="14100"/>
          <ac:picMkLst>
            <pc:docMk/>
            <pc:sldMk cId="268918936" sldId="306"/>
            <ac:picMk id="3" creationId="{546C976A-11B2-F10F-1651-B2AA0D33C8CD}"/>
          </ac:picMkLst>
        </pc:picChg>
      </pc:sldChg>
      <pc:sldChg chg="mod setBg">
        <pc:chgData name="Guest User" userId="" providerId="Windows Live" clId="Web-{C7C1EA8D-CCF2-44FB-AC84-4207780011EC}" dt="2023-11-14T17:47:27.396" v="6"/>
        <pc:sldMkLst>
          <pc:docMk/>
          <pc:sldMk cId="1498968842" sldId="309"/>
        </pc:sldMkLst>
      </pc:sldChg>
      <pc:sldChg chg="mod setBg">
        <pc:chgData name="Guest User" userId="" providerId="Windows Live" clId="Web-{C7C1EA8D-CCF2-44FB-AC84-4207780011EC}" dt="2023-11-14T17:46:40.863" v="2"/>
        <pc:sldMkLst>
          <pc:docMk/>
          <pc:sldMk cId="21012039" sldId="314"/>
        </pc:sldMkLst>
      </pc:sldChg>
      <pc:sldChg chg="mod setBg">
        <pc:chgData name="Guest User" userId="" providerId="Windows Live" clId="Web-{C7C1EA8D-CCF2-44FB-AC84-4207780011EC}" dt="2023-11-14T17:47:33.318" v="7"/>
        <pc:sldMkLst>
          <pc:docMk/>
          <pc:sldMk cId="4216175247" sldId="331"/>
        </pc:sldMkLst>
      </pc:sldChg>
      <pc:sldChg chg="modSp">
        <pc:chgData name="Guest User" userId="" providerId="Windows Live" clId="Web-{C7C1EA8D-CCF2-44FB-AC84-4207780011EC}" dt="2023-11-14T17:51:22.200" v="22" actId="1076"/>
        <pc:sldMkLst>
          <pc:docMk/>
          <pc:sldMk cId="61061151" sldId="332"/>
        </pc:sldMkLst>
        <pc:spChg chg="mod">
          <ac:chgData name="Guest User" userId="" providerId="Windows Live" clId="Web-{C7C1EA8D-CCF2-44FB-AC84-4207780011EC}" dt="2023-11-14T17:51:22.200" v="22" actId="1076"/>
          <ac:spMkLst>
            <pc:docMk/>
            <pc:sldMk cId="61061151" sldId="332"/>
            <ac:spMk id="2" creationId="{838FDCBB-6FF4-FC77-BF58-3252A52E718A}"/>
          </ac:spMkLst>
        </pc:spChg>
      </pc:sldChg>
      <pc:sldChg chg="modSp">
        <pc:chgData name="Guest User" userId="" providerId="Windows Live" clId="Web-{C7C1EA8D-CCF2-44FB-AC84-4207780011EC}" dt="2023-11-14T17:49:09.540" v="17" actId="1076"/>
        <pc:sldMkLst>
          <pc:docMk/>
          <pc:sldMk cId="1484341599" sldId="335"/>
        </pc:sldMkLst>
        <pc:spChg chg="mod">
          <ac:chgData name="Guest User" userId="" providerId="Windows Live" clId="Web-{C7C1EA8D-CCF2-44FB-AC84-4207780011EC}" dt="2023-11-14T17:49:09.540" v="17" actId="1076"/>
          <ac:spMkLst>
            <pc:docMk/>
            <pc:sldMk cId="1484341599" sldId="335"/>
            <ac:spMk id="2" creationId="{BE9C7FD4-B179-A8A8-66CE-2F52A7F6428B}"/>
          </ac:spMkLst>
        </pc:spChg>
      </pc:sldChg>
    </pc:docChg>
  </pc:docChgLst>
  <pc:docChgLst>
    <pc:chgData name="Kent Roller" userId="817c41d8bb86f71b" providerId="Windows Live" clId="Web-{683C6E12-7EEA-40A5-BCE2-C6C377DCBC67}"/>
    <pc:docChg chg="addSld delSld modSld">
      <pc:chgData name="Kent Roller" userId="817c41d8bb86f71b" providerId="Windows Live" clId="Web-{683C6E12-7EEA-40A5-BCE2-C6C377DCBC67}" dt="2023-12-08T07:30:08.775" v="790" actId="14100"/>
      <pc:docMkLst>
        <pc:docMk/>
      </pc:docMkLst>
      <pc:sldChg chg="addSp delSp modSp">
        <pc:chgData name="Kent Roller" userId="817c41d8bb86f71b" providerId="Windows Live" clId="Web-{683C6E12-7EEA-40A5-BCE2-C6C377DCBC67}" dt="2023-12-08T03:14:50.917" v="420" actId="20577"/>
        <pc:sldMkLst>
          <pc:docMk/>
          <pc:sldMk cId="268918936" sldId="306"/>
        </pc:sldMkLst>
        <pc:spChg chg="add mod">
          <ac:chgData name="Kent Roller" userId="817c41d8bb86f71b" providerId="Windows Live" clId="Web-{683C6E12-7EEA-40A5-BCE2-C6C377DCBC67}" dt="2023-12-08T03:14:50.917" v="420" actId="20577"/>
          <ac:spMkLst>
            <pc:docMk/>
            <pc:sldMk cId="268918936" sldId="306"/>
            <ac:spMk id="6" creationId="{10B4BA1B-6CA4-9142-2916-6DA1962FA6EA}"/>
          </ac:spMkLst>
        </pc:spChg>
        <pc:picChg chg="del">
          <ac:chgData name="Kent Roller" userId="817c41d8bb86f71b" providerId="Windows Live" clId="Web-{683C6E12-7EEA-40A5-BCE2-C6C377DCBC67}" dt="2023-12-08T03:12:57.367" v="272"/>
          <ac:picMkLst>
            <pc:docMk/>
            <pc:sldMk cId="268918936" sldId="306"/>
            <ac:picMk id="3" creationId="{546C976A-11B2-F10F-1651-B2AA0D33C8CD}"/>
          </ac:picMkLst>
        </pc:picChg>
        <pc:picChg chg="add mod">
          <ac:chgData name="Kent Roller" userId="817c41d8bb86f71b" providerId="Windows Live" clId="Web-{683C6E12-7EEA-40A5-BCE2-C6C377DCBC67}" dt="2023-12-08T03:13:39.696" v="285" actId="1076"/>
          <ac:picMkLst>
            <pc:docMk/>
            <pc:sldMk cId="268918936" sldId="306"/>
            <ac:picMk id="4" creationId="{AB9C32CF-7C1E-FB8B-0652-953D423B1A8D}"/>
          </ac:picMkLst>
        </pc:picChg>
        <pc:picChg chg="del">
          <ac:chgData name="Kent Roller" userId="817c41d8bb86f71b" providerId="Windows Live" clId="Web-{683C6E12-7EEA-40A5-BCE2-C6C377DCBC67}" dt="2023-12-08T03:12:58.211" v="273"/>
          <ac:picMkLst>
            <pc:docMk/>
            <pc:sldMk cId="268918936" sldId="306"/>
            <ac:picMk id="9" creationId="{DC6C732B-589C-0E3E-9192-25FBEFD5E7B6}"/>
          </ac:picMkLst>
        </pc:picChg>
      </pc:sldChg>
      <pc:sldChg chg="del">
        <pc:chgData name="Kent Roller" userId="817c41d8bb86f71b" providerId="Windows Live" clId="Web-{683C6E12-7EEA-40A5-BCE2-C6C377DCBC67}" dt="2023-12-08T03:14:57.902" v="421"/>
        <pc:sldMkLst>
          <pc:docMk/>
          <pc:sldMk cId="1498968842" sldId="309"/>
        </pc:sldMkLst>
      </pc:sldChg>
      <pc:sldChg chg="del">
        <pc:chgData name="Kent Roller" userId="817c41d8bb86f71b" providerId="Windows Live" clId="Web-{683C6E12-7EEA-40A5-BCE2-C6C377DCBC67}" dt="2023-12-08T00:08:53.779" v="173"/>
        <pc:sldMkLst>
          <pc:docMk/>
          <pc:sldMk cId="1876578998" sldId="317"/>
        </pc:sldMkLst>
      </pc:sldChg>
      <pc:sldChg chg="del">
        <pc:chgData name="Kent Roller" userId="817c41d8bb86f71b" providerId="Windows Live" clId="Web-{683C6E12-7EEA-40A5-BCE2-C6C377DCBC67}" dt="2023-12-08T00:02:06.533" v="90"/>
        <pc:sldMkLst>
          <pc:docMk/>
          <pc:sldMk cId="2912224657" sldId="320"/>
        </pc:sldMkLst>
      </pc:sldChg>
      <pc:sldChg chg="del">
        <pc:chgData name="Kent Roller" userId="817c41d8bb86f71b" providerId="Windows Live" clId="Web-{683C6E12-7EEA-40A5-BCE2-C6C377DCBC67}" dt="2023-12-08T00:26:35.809" v="242"/>
        <pc:sldMkLst>
          <pc:docMk/>
          <pc:sldMk cId="4008405141" sldId="322"/>
        </pc:sldMkLst>
      </pc:sldChg>
      <pc:sldChg chg="addSp delSp modSp">
        <pc:chgData name="Kent Roller" userId="817c41d8bb86f71b" providerId="Windows Live" clId="Web-{683C6E12-7EEA-40A5-BCE2-C6C377DCBC67}" dt="2023-12-08T07:30:08.775" v="790" actId="14100"/>
        <pc:sldMkLst>
          <pc:docMk/>
          <pc:sldMk cId="1796065695" sldId="336"/>
        </pc:sldMkLst>
        <pc:spChg chg="add del mod">
          <ac:chgData name="Kent Roller" userId="817c41d8bb86f71b" providerId="Windows Live" clId="Web-{683C6E12-7EEA-40A5-BCE2-C6C377DCBC67}" dt="2023-12-08T07:18:35.278" v="424"/>
          <ac:spMkLst>
            <pc:docMk/>
            <pc:sldMk cId="1796065695" sldId="336"/>
            <ac:spMk id="4" creationId="{C8D56785-73C1-DA0B-56C1-6DB6A97D94C3}"/>
          </ac:spMkLst>
        </pc:spChg>
        <pc:spChg chg="add mod">
          <ac:chgData name="Kent Roller" userId="817c41d8bb86f71b" providerId="Windows Live" clId="Web-{683C6E12-7EEA-40A5-BCE2-C6C377DCBC67}" dt="2023-12-08T07:29:27.335" v="788" actId="20577"/>
          <ac:spMkLst>
            <pc:docMk/>
            <pc:sldMk cId="1796065695" sldId="336"/>
            <ac:spMk id="6" creationId="{186B8AB9-5F06-251D-9EF3-639FA18A8CA6}"/>
          </ac:spMkLst>
        </pc:spChg>
        <pc:picChg chg="add mod ord">
          <ac:chgData name="Kent Roller" userId="817c41d8bb86f71b" providerId="Windows Live" clId="Web-{683C6E12-7EEA-40A5-BCE2-C6C377DCBC67}" dt="2023-12-08T07:30:08.775" v="790" actId="14100"/>
          <ac:picMkLst>
            <pc:docMk/>
            <pc:sldMk cId="1796065695" sldId="336"/>
            <ac:picMk id="7" creationId="{3064794A-33DC-E22F-5387-CF6191AEFC0F}"/>
          </ac:picMkLst>
        </pc:picChg>
        <pc:picChg chg="del">
          <ac:chgData name="Kent Roller" userId="817c41d8bb86f71b" providerId="Windows Live" clId="Web-{683C6E12-7EEA-40A5-BCE2-C6C377DCBC67}" dt="2023-12-08T07:18:25.747" v="423"/>
          <ac:picMkLst>
            <pc:docMk/>
            <pc:sldMk cId="1796065695" sldId="336"/>
            <ac:picMk id="8" creationId="{6FB7B2D7-0923-4271-4AE7-8756A2CDFFD9}"/>
          </ac:picMkLst>
        </pc:picChg>
        <pc:picChg chg="del">
          <ac:chgData name="Kent Roller" userId="817c41d8bb86f71b" providerId="Windows Live" clId="Web-{683C6E12-7EEA-40A5-BCE2-C6C377DCBC67}" dt="2023-12-08T07:18:24.356" v="422"/>
          <ac:picMkLst>
            <pc:docMk/>
            <pc:sldMk cId="1796065695" sldId="336"/>
            <ac:picMk id="12" creationId="{247CA631-284E-A90D-7ED3-3E219EEB7119}"/>
          </ac:picMkLst>
        </pc:picChg>
      </pc:sldChg>
      <pc:sldChg chg="addSp delSp modSp">
        <pc:chgData name="Kent Roller" userId="817c41d8bb86f71b" providerId="Windows Live" clId="Web-{683C6E12-7EEA-40A5-BCE2-C6C377DCBC67}" dt="2023-12-08T00:45:18.685" v="264" actId="14100"/>
        <pc:sldMkLst>
          <pc:docMk/>
          <pc:sldMk cId="1442654664" sldId="337"/>
        </pc:sldMkLst>
        <pc:spChg chg="mod">
          <ac:chgData name="Kent Roller" userId="817c41d8bb86f71b" providerId="Windows Live" clId="Web-{683C6E12-7EEA-40A5-BCE2-C6C377DCBC67}" dt="2023-12-08T00:45:10.341" v="261" actId="1076"/>
          <ac:spMkLst>
            <pc:docMk/>
            <pc:sldMk cId="1442654664" sldId="337"/>
            <ac:spMk id="2" creationId="{CE33037B-744A-915A-5D53-592BF5AB603E}"/>
          </ac:spMkLst>
        </pc:spChg>
        <pc:spChg chg="add del mod">
          <ac:chgData name="Kent Roller" userId="817c41d8bb86f71b" providerId="Windows Live" clId="Web-{683C6E12-7EEA-40A5-BCE2-C6C377DCBC67}" dt="2023-12-08T00:44:39.731" v="253"/>
          <ac:spMkLst>
            <pc:docMk/>
            <pc:sldMk cId="1442654664" sldId="337"/>
            <ac:spMk id="4" creationId="{FAD247BC-1E4F-A5C3-66E1-A03AE3B07AFF}"/>
          </ac:spMkLst>
        </pc:spChg>
        <pc:picChg chg="del">
          <ac:chgData name="Kent Roller" userId="817c41d8bb86f71b" providerId="Windows Live" clId="Web-{683C6E12-7EEA-40A5-BCE2-C6C377DCBC67}" dt="2023-12-08T00:44:31.840" v="252"/>
          <ac:picMkLst>
            <pc:docMk/>
            <pc:sldMk cId="1442654664" sldId="337"/>
            <ac:picMk id="5" creationId="{2637D727-D420-1905-6DF3-646FE8CEB618}"/>
          </ac:picMkLst>
        </pc:picChg>
        <pc:picChg chg="add mod ord">
          <ac:chgData name="Kent Roller" userId="817c41d8bb86f71b" providerId="Windows Live" clId="Web-{683C6E12-7EEA-40A5-BCE2-C6C377DCBC67}" dt="2023-12-08T00:45:18.685" v="264" actId="14100"/>
          <ac:picMkLst>
            <pc:docMk/>
            <pc:sldMk cId="1442654664" sldId="337"/>
            <ac:picMk id="7" creationId="{B8AD7E09-93C7-AB1A-4088-B24AEBBC5813}"/>
          </ac:picMkLst>
        </pc:picChg>
      </pc:sldChg>
      <pc:sldChg chg="addSp delSp modSp">
        <pc:chgData name="Kent Roller" userId="817c41d8bb86f71b" providerId="Windows Live" clId="Web-{683C6E12-7EEA-40A5-BCE2-C6C377DCBC67}" dt="2023-12-08T00:37:37.422" v="251" actId="14100"/>
        <pc:sldMkLst>
          <pc:docMk/>
          <pc:sldMk cId="992245436" sldId="338"/>
        </pc:sldMkLst>
        <pc:spChg chg="add del mod">
          <ac:chgData name="Kent Roller" userId="817c41d8bb86f71b" providerId="Windows Live" clId="Web-{683C6E12-7EEA-40A5-BCE2-C6C377DCBC67}" dt="2023-12-08T00:37:19.422" v="244"/>
          <ac:spMkLst>
            <pc:docMk/>
            <pc:sldMk cId="992245436" sldId="338"/>
            <ac:spMk id="4" creationId="{27B47126-3F61-9929-1001-681486B849D4}"/>
          </ac:spMkLst>
        </pc:spChg>
        <pc:picChg chg="del">
          <ac:chgData name="Kent Roller" userId="817c41d8bb86f71b" providerId="Windows Live" clId="Web-{683C6E12-7EEA-40A5-BCE2-C6C377DCBC67}" dt="2023-12-08T00:37:10.062" v="243"/>
          <ac:picMkLst>
            <pc:docMk/>
            <pc:sldMk cId="992245436" sldId="338"/>
            <ac:picMk id="5" creationId="{F5741701-C040-6054-4FA2-E4ED8BF0EDB3}"/>
          </ac:picMkLst>
        </pc:picChg>
        <pc:picChg chg="add mod ord">
          <ac:chgData name="Kent Roller" userId="817c41d8bb86f71b" providerId="Windows Live" clId="Web-{683C6E12-7EEA-40A5-BCE2-C6C377DCBC67}" dt="2023-12-08T00:37:37.422" v="251" actId="14100"/>
          <ac:picMkLst>
            <pc:docMk/>
            <pc:sldMk cId="992245436" sldId="338"/>
            <ac:picMk id="7" creationId="{FF5E63F2-8451-1878-8D0D-81B3382519F1}"/>
          </ac:picMkLst>
        </pc:picChg>
      </pc:sldChg>
      <pc:sldChg chg="addSp delSp modSp">
        <pc:chgData name="Kent Roller" userId="817c41d8bb86f71b" providerId="Windows Live" clId="Web-{683C6E12-7EEA-40A5-BCE2-C6C377DCBC67}" dt="2023-12-08T00:47:23.001" v="271" actId="14100"/>
        <pc:sldMkLst>
          <pc:docMk/>
          <pc:sldMk cId="131775974" sldId="339"/>
        </pc:sldMkLst>
        <pc:spChg chg="add del mod">
          <ac:chgData name="Kent Roller" userId="817c41d8bb86f71b" providerId="Windows Live" clId="Web-{683C6E12-7EEA-40A5-BCE2-C6C377DCBC67}" dt="2023-12-08T00:47:11.001" v="266"/>
          <ac:spMkLst>
            <pc:docMk/>
            <pc:sldMk cId="131775974" sldId="339"/>
            <ac:spMk id="4" creationId="{E66BDE13-82EC-052E-AF3F-104CE6E5C4A9}"/>
          </ac:spMkLst>
        </pc:spChg>
        <pc:picChg chg="add mod ord">
          <ac:chgData name="Kent Roller" userId="817c41d8bb86f71b" providerId="Windows Live" clId="Web-{683C6E12-7EEA-40A5-BCE2-C6C377DCBC67}" dt="2023-12-08T00:47:23.001" v="271" actId="14100"/>
          <ac:picMkLst>
            <pc:docMk/>
            <pc:sldMk cId="131775974" sldId="339"/>
            <ac:picMk id="5" creationId="{975F11C5-1A78-9EB2-866F-0F1552A6AB3B}"/>
          </ac:picMkLst>
        </pc:picChg>
        <pc:picChg chg="del">
          <ac:chgData name="Kent Roller" userId="817c41d8bb86f71b" providerId="Windows Live" clId="Web-{683C6E12-7EEA-40A5-BCE2-C6C377DCBC67}" dt="2023-12-08T00:47:05.782" v="265"/>
          <ac:picMkLst>
            <pc:docMk/>
            <pc:sldMk cId="131775974" sldId="339"/>
            <ac:picMk id="8" creationId="{DC2AE8D6-1015-C776-6084-FB59C7A17FBF}"/>
          </ac:picMkLst>
        </pc:picChg>
      </pc:sldChg>
      <pc:sldChg chg="addSp delSp modSp new">
        <pc:chgData name="Kent Roller" userId="817c41d8bb86f71b" providerId="Windows Live" clId="Web-{683C6E12-7EEA-40A5-BCE2-C6C377DCBC67}" dt="2023-12-08T00:02:00.048" v="89" actId="14100"/>
        <pc:sldMkLst>
          <pc:docMk/>
          <pc:sldMk cId="3433189368" sldId="350"/>
        </pc:sldMkLst>
        <pc:spChg chg="mod">
          <ac:chgData name="Kent Roller" userId="817c41d8bb86f71b" providerId="Windows Live" clId="Web-{683C6E12-7EEA-40A5-BCE2-C6C377DCBC67}" dt="2023-12-08T00:00:08.514" v="32" actId="1076"/>
          <ac:spMkLst>
            <pc:docMk/>
            <pc:sldMk cId="3433189368" sldId="350"/>
            <ac:spMk id="2" creationId="{BDB8ADAB-281F-9E89-4ABF-DB4231F1B4F6}"/>
          </ac:spMkLst>
        </pc:spChg>
        <pc:spChg chg="del">
          <ac:chgData name="Kent Roller" userId="817c41d8bb86f71b" providerId="Windows Live" clId="Web-{683C6E12-7EEA-40A5-BCE2-C6C377DCBC67}" dt="2023-12-08T00:00:30.983" v="33"/>
          <ac:spMkLst>
            <pc:docMk/>
            <pc:sldMk cId="3433189368" sldId="350"/>
            <ac:spMk id="3" creationId="{5229E3AE-A891-5AFA-07B8-2E95F04768B5}"/>
          </ac:spMkLst>
        </pc:spChg>
        <pc:spChg chg="mod">
          <ac:chgData name="Kent Roller" userId="817c41d8bb86f71b" providerId="Windows Live" clId="Web-{683C6E12-7EEA-40A5-BCE2-C6C377DCBC67}" dt="2023-12-08T00:01:52.923" v="87" actId="14100"/>
          <ac:spMkLst>
            <pc:docMk/>
            <pc:sldMk cId="3433189368" sldId="350"/>
            <ac:spMk id="4" creationId="{D943842E-4727-6783-0165-ACBB0D239C6B}"/>
          </ac:spMkLst>
        </pc:spChg>
        <pc:picChg chg="add mod ord">
          <ac:chgData name="Kent Roller" userId="817c41d8bb86f71b" providerId="Windows Live" clId="Web-{683C6E12-7EEA-40A5-BCE2-C6C377DCBC67}" dt="2023-12-08T00:02:00.048" v="89" actId="14100"/>
          <ac:picMkLst>
            <pc:docMk/>
            <pc:sldMk cId="3433189368" sldId="350"/>
            <ac:picMk id="5" creationId="{8201AA69-AD9C-7E42-0664-40C6A7FD42D5}"/>
          </ac:picMkLst>
        </pc:picChg>
      </pc:sldChg>
      <pc:sldChg chg="addSp delSp modSp new">
        <pc:chgData name="Kent Roller" userId="817c41d8bb86f71b" providerId="Windows Live" clId="Web-{683C6E12-7EEA-40A5-BCE2-C6C377DCBC67}" dt="2023-12-08T00:08:32.028" v="172" actId="14100"/>
        <pc:sldMkLst>
          <pc:docMk/>
          <pc:sldMk cId="2766375873" sldId="351"/>
        </pc:sldMkLst>
        <pc:spChg chg="mod">
          <ac:chgData name="Kent Roller" userId="817c41d8bb86f71b" providerId="Windows Live" clId="Web-{683C6E12-7EEA-40A5-BCE2-C6C377DCBC67}" dt="2023-12-08T00:02:42.346" v="111" actId="1076"/>
          <ac:spMkLst>
            <pc:docMk/>
            <pc:sldMk cId="2766375873" sldId="351"/>
            <ac:spMk id="2" creationId="{00A2A79A-C356-220C-D2FE-0256E10C90DF}"/>
          </ac:spMkLst>
        </pc:spChg>
        <pc:spChg chg="del">
          <ac:chgData name="Kent Roller" userId="817c41d8bb86f71b" providerId="Windows Live" clId="Web-{683C6E12-7EEA-40A5-BCE2-C6C377DCBC67}" dt="2023-12-08T00:07:25.308" v="112"/>
          <ac:spMkLst>
            <pc:docMk/>
            <pc:sldMk cId="2766375873" sldId="351"/>
            <ac:spMk id="3" creationId="{AC2C5EF5-34BB-55D5-F749-681C98B11C17}"/>
          </ac:spMkLst>
        </pc:spChg>
        <pc:spChg chg="add mod">
          <ac:chgData name="Kent Roller" userId="817c41d8bb86f71b" providerId="Windows Live" clId="Web-{683C6E12-7EEA-40A5-BCE2-C6C377DCBC67}" dt="2023-12-08T00:08:25.122" v="170" actId="1076"/>
          <ac:spMkLst>
            <pc:docMk/>
            <pc:sldMk cId="2766375873" sldId="351"/>
            <ac:spMk id="5" creationId="{C560E0E0-9595-6EF1-C45E-3DC1B50D2DB7}"/>
          </ac:spMkLst>
        </pc:spChg>
        <pc:picChg chg="add mod ord">
          <ac:chgData name="Kent Roller" userId="817c41d8bb86f71b" providerId="Windows Live" clId="Web-{683C6E12-7EEA-40A5-BCE2-C6C377DCBC67}" dt="2023-12-08T00:08:32.028" v="172" actId="14100"/>
          <ac:picMkLst>
            <pc:docMk/>
            <pc:sldMk cId="2766375873" sldId="351"/>
            <ac:picMk id="4" creationId="{B373520E-6CE8-1D67-EC7B-F2DA233CDB5A}"/>
          </ac:picMkLst>
        </pc:picChg>
      </pc:sldChg>
      <pc:sldChg chg="addSp delSp modSp new">
        <pc:chgData name="Kent Roller" userId="817c41d8bb86f71b" providerId="Windows Live" clId="Web-{683C6E12-7EEA-40A5-BCE2-C6C377DCBC67}" dt="2023-12-08T00:26:20.668" v="241" actId="20577"/>
        <pc:sldMkLst>
          <pc:docMk/>
          <pc:sldMk cId="3069051902" sldId="352"/>
        </pc:sldMkLst>
        <pc:spChg chg="mod">
          <ac:chgData name="Kent Roller" userId="817c41d8bb86f71b" providerId="Windows Live" clId="Web-{683C6E12-7EEA-40A5-BCE2-C6C377DCBC67}" dt="2023-12-08T00:24:31.744" v="207" actId="1076"/>
          <ac:spMkLst>
            <pc:docMk/>
            <pc:sldMk cId="3069051902" sldId="352"/>
            <ac:spMk id="2" creationId="{2D1052B2-08AF-4766-ABA0-BC5083FAE659}"/>
          </ac:spMkLst>
        </pc:spChg>
        <pc:spChg chg="del">
          <ac:chgData name="Kent Roller" userId="817c41d8bb86f71b" providerId="Windows Live" clId="Web-{683C6E12-7EEA-40A5-BCE2-C6C377DCBC67}" dt="2023-12-08T00:24:39.087" v="208"/>
          <ac:spMkLst>
            <pc:docMk/>
            <pc:sldMk cId="3069051902" sldId="352"/>
            <ac:spMk id="3" creationId="{FD608C3D-0EE7-04E6-27D7-606DA73DC39D}"/>
          </ac:spMkLst>
        </pc:spChg>
        <pc:spChg chg="add mod">
          <ac:chgData name="Kent Roller" userId="817c41d8bb86f71b" providerId="Windows Live" clId="Web-{683C6E12-7EEA-40A5-BCE2-C6C377DCBC67}" dt="2023-12-08T00:26:20.668" v="241" actId="20577"/>
          <ac:spMkLst>
            <pc:docMk/>
            <pc:sldMk cId="3069051902" sldId="352"/>
            <ac:spMk id="5" creationId="{57C70BBF-C3E6-13D2-B0B0-9D34806CCC60}"/>
          </ac:spMkLst>
        </pc:spChg>
        <pc:picChg chg="add mod ord">
          <ac:chgData name="Kent Roller" userId="817c41d8bb86f71b" providerId="Windows Live" clId="Web-{683C6E12-7EEA-40A5-BCE2-C6C377DCBC67}" dt="2023-12-08T00:24:55.885" v="214" actId="14100"/>
          <ac:picMkLst>
            <pc:docMk/>
            <pc:sldMk cId="3069051902" sldId="352"/>
            <ac:picMk id="4" creationId="{00336FA4-69DE-15B0-32AB-1BF7BA21021C}"/>
          </ac:picMkLst>
        </pc:picChg>
      </pc:sldChg>
    </pc:docChg>
  </pc:docChgLst>
  <pc:docChgLst>
    <pc:chgData name="Guest User" providerId="Windows Live" clId="Web-{5F43A05F-2403-4A6B-8A76-79B83C92562B}"/>
    <pc:docChg chg="addSld delSld modSld">
      <pc:chgData name="Guest User" userId="" providerId="Windows Live" clId="Web-{5F43A05F-2403-4A6B-8A76-79B83C92562B}" dt="2023-12-09T16:37:44.378" v="129"/>
      <pc:docMkLst>
        <pc:docMk/>
      </pc:docMkLst>
      <pc:sldChg chg="modSp">
        <pc:chgData name="Guest User" userId="" providerId="Windows Live" clId="Web-{5F43A05F-2403-4A6B-8A76-79B83C92562B}" dt="2023-12-09T15:34:04.693" v="28" actId="1076"/>
        <pc:sldMkLst>
          <pc:docMk/>
          <pc:sldMk cId="90975920" sldId="277"/>
        </pc:sldMkLst>
        <pc:spChg chg="mod">
          <ac:chgData name="Guest User" userId="" providerId="Windows Live" clId="Web-{5F43A05F-2403-4A6B-8A76-79B83C92562B}" dt="2023-12-09T15:06:50.465" v="8" actId="1076"/>
          <ac:spMkLst>
            <pc:docMk/>
            <pc:sldMk cId="90975920" sldId="277"/>
            <ac:spMk id="2" creationId="{95A45CA2-9C49-73BF-E0DB-89EF6A837D81}"/>
          </ac:spMkLst>
        </pc:spChg>
        <pc:spChg chg="mod">
          <ac:chgData name="Guest User" userId="" providerId="Windows Live" clId="Web-{5F43A05F-2403-4A6B-8A76-79B83C92562B}" dt="2023-12-09T15:33:53.661" v="27" actId="1076"/>
          <ac:spMkLst>
            <pc:docMk/>
            <pc:sldMk cId="90975920" sldId="277"/>
            <ac:spMk id="4" creationId="{DD548E44-8F4E-8FE3-A5F0-ACF8D2DC27CD}"/>
          </ac:spMkLst>
        </pc:spChg>
        <pc:picChg chg="mod">
          <ac:chgData name="Guest User" userId="" providerId="Windows Live" clId="Web-{5F43A05F-2403-4A6B-8A76-79B83C92562B}" dt="2023-12-09T15:34:04.693" v="28" actId="1076"/>
          <ac:picMkLst>
            <pc:docMk/>
            <pc:sldMk cId="90975920" sldId="277"/>
            <ac:picMk id="5" creationId="{A3A79FCA-E9B3-6503-E6C3-3490442A8A84}"/>
          </ac:picMkLst>
        </pc:picChg>
      </pc:sldChg>
      <pc:sldChg chg="modSp">
        <pc:chgData name="Guest User" userId="" providerId="Windows Live" clId="Web-{5F43A05F-2403-4A6B-8A76-79B83C92562B}" dt="2023-12-09T16:37:44.378" v="129"/>
        <pc:sldMkLst>
          <pc:docMk/>
          <pc:sldMk cId="2222973875" sldId="297"/>
        </pc:sldMkLst>
        <pc:graphicFrameChg chg="modGraphic">
          <ac:chgData name="Guest User" userId="" providerId="Windows Live" clId="Web-{5F43A05F-2403-4A6B-8A76-79B83C92562B}" dt="2023-12-09T16:37:44.378" v="129"/>
          <ac:graphicFrameMkLst>
            <pc:docMk/>
            <pc:sldMk cId="2222973875" sldId="297"/>
            <ac:graphicFrameMk id="15" creationId="{1DCD83C1-E843-BE59-FA39-396719DA4FD0}"/>
          </ac:graphicFrameMkLst>
        </pc:graphicFrameChg>
      </pc:sldChg>
      <pc:sldChg chg="modSp">
        <pc:chgData name="Guest User" userId="" providerId="Windows Live" clId="Web-{5F43A05F-2403-4A6B-8A76-79B83C92562B}" dt="2023-12-09T15:35:40.789" v="38" actId="1076"/>
        <pc:sldMkLst>
          <pc:docMk/>
          <pc:sldMk cId="1235971950" sldId="298"/>
        </pc:sldMkLst>
        <pc:spChg chg="mod">
          <ac:chgData name="Guest User" userId="" providerId="Windows Live" clId="Web-{5F43A05F-2403-4A6B-8A76-79B83C92562B}" dt="2023-12-09T15:34:56.132" v="31" actId="20577"/>
          <ac:spMkLst>
            <pc:docMk/>
            <pc:sldMk cId="1235971950" sldId="298"/>
            <ac:spMk id="2" creationId="{5AEF5AB1-90D6-BA4B-1993-65AF8C6DDD19}"/>
          </ac:spMkLst>
        </pc:spChg>
        <pc:spChg chg="mod">
          <ac:chgData name="Guest User" userId="" providerId="Windows Live" clId="Web-{5F43A05F-2403-4A6B-8A76-79B83C92562B}" dt="2023-12-09T15:35:16.038" v="35" actId="1076"/>
          <ac:spMkLst>
            <pc:docMk/>
            <pc:sldMk cId="1235971950" sldId="298"/>
            <ac:spMk id="8" creationId="{08FB056E-E823-579A-5B00-7B0DB30231E0}"/>
          </ac:spMkLst>
        </pc:spChg>
        <pc:graphicFrameChg chg="mod modGraphic">
          <ac:chgData name="Guest User" userId="" providerId="Windows Live" clId="Web-{5F43A05F-2403-4A6B-8A76-79B83C92562B}" dt="2023-12-09T15:35:22.242" v="36"/>
          <ac:graphicFrameMkLst>
            <pc:docMk/>
            <pc:sldMk cId="1235971950" sldId="298"/>
            <ac:graphicFrameMk id="5" creationId="{DC9DA720-E5C0-9F6C-B9DF-E7C25CECC05E}"/>
          </ac:graphicFrameMkLst>
        </pc:graphicFrameChg>
        <pc:picChg chg="mod">
          <ac:chgData name="Guest User" userId="" providerId="Windows Live" clId="Web-{5F43A05F-2403-4A6B-8A76-79B83C92562B}" dt="2023-12-09T15:35:40.789" v="38" actId="1076"/>
          <ac:picMkLst>
            <pc:docMk/>
            <pc:sldMk cId="1235971950" sldId="298"/>
            <ac:picMk id="6" creationId="{D6845A58-8ACB-037C-0E16-519A5BB426BD}"/>
          </ac:picMkLst>
        </pc:picChg>
      </pc:sldChg>
      <pc:sldChg chg="modSp">
        <pc:chgData name="Guest User" userId="" providerId="Windows Live" clId="Web-{5F43A05F-2403-4A6B-8A76-79B83C92562B}" dt="2023-12-09T16:27:08.118" v="81"/>
        <pc:sldMkLst>
          <pc:docMk/>
          <pc:sldMk cId="2945715701" sldId="301"/>
        </pc:sldMkLst>
        <pc:graphicFrameChg chg="modGraphic">
          <ac:chgData name="Guest User" userId="" providerId="Windows Live" clId="Web-{5F43A05F-2403-4A6B-8A76-79B83C92562B}" dt="2023-12-09T16:27:08.118" v="81"/>
          <ac:graphicFrameMkLst>
            <pc:docMk/>
            <pc:sldMk cId="2945715701" sldId="301"/>
            <ac:graphicFrameMk id="5" creationId="{63DF9885-D780-F8C1-2AB3-369FFF7DC1DC}"/>
          </ac:graphicFrameMkLst>
        </pc:graphicFrameChg>
      </pc:sldChg>
      <pc:sldChg chg="modSp">
        <pc:chgData name="Guest User" userId="" providerId="Windows Live" clId="Web-{5F43A05F-2403-4A6B-8A76-79B83C92562B}" dt="2023-12-09T16:31:23.666" v="127"/>
        <pc:sldMkLst>
          <pc:docMk/>
          <pc:sldMk cId="4251599529" sldId="302"/>
        </pc:sldMkLst>
        <pc:graphicFrameChg chg="modGraphic">
          <ac:chgData name="Guest User" userId="" providerId="Windows Live" clId="Web-{5F43A05F-2403-4A6B-8A76-79B83C92562B}" dt="2023-12-09T16:31:23.666" v="127"/>
          <ac:graphicFrameMkLst>
            <pc:docMk/>
            <pc:sldMk cId="4251599529" sldId="302"/>
            <ac:graphicFrameMk id="5" creationId="{6E21BF5C-5984-A4ED-A53D-B094EB466BB2}"/>
          </ac:graphicFrameMkLst>
        </pc:graphicFrameChg>
      </pc:sldChg>
      <pc:sldChg chg="del">
        <pc:chgData name="Guest User" userId="" providerId="Windows Live" clId="Web-{5F43A05F-2403-4A6B-8A76-79B83C92562B}" dt="2023-12-09T15:36:49.572" v="39"/>
        <pc:sldMkLst>
          <pc:docMk/>
          <pc:sldMk cId="556307487" sldId="348"/>
        </pc:sldMkLst>
      </pc:sldChg>
      <pc:sldChg chg="addSp delSp modSp new">
        <pc:chgData name="Guest User" userId="" providerId="Windows Live" clId="Web-{5F43A05F-2403-4A6B-8A76-79B83C92562B}" dt="2023-12-09T16:20:56.531" v="71" actId="1076"/>
        <pc:sldMkLst>
          <pc:docMk/>
          <pc:sldMk cId="1110756957" sldId="355"/>
        </pc:sldMkLst>
        <pc:spChg chg="mod">
          <ac:chgData name="Guest User" userId="" providerId="Windows Live" clId="Web-{5F43A05F-2403-4A6B-8A76-79B83C92562B}" dt="2023-12-09T16:20:56.531" v="71" actId="1076"/>
          <ac:spMkLst>
            <pc:docMk/>
            <pc:sldMk cId="1110756957" sldId="355"/>
            <ac:spMk id="2" creationId="{3F190BDA-18ED-2C43-331D-00A72358C5F4}"/>
          </ac:spMkLst>
        </pc:spChg>
        <pc:spChg chg="del">
          <ac:chgData name="Guest User" userId="" providerId="Windows Live" clId="Web-{5F43A05F-2403-4A6B-8A76-79B83C92562B}" dt="2023-12-09T16:18:59.774" v="41"/>
          <ac:spMkLst>
            <pc:docMk/>
            <pc:sldMk cId="1110756957" sldId="355"/>
            <ac:spMk id="3" creationId="{0EF12600-8391-4A71-3E7E-B090D4E45688}"/>
          </ac:spMkLst>
        </pc:spChg>
        <pc:picChg chg="add mod ord">
          <ac:chgData name="Guest User" userId="" providerId="Windows Live" clId="Web-{5F43A05F-2403-4A6B-8A76-79B83C92562B}" dt="2023-12-09T16:20:36.561" v="69" actId="1076"/>
          <ac:picMkLst>
            <pc:docMk/>
            <pc:sldMk cId="1110756957" sldId="355"/>
            <ac:picMk id="4" creationId="{681C50B6-1388-CCE0-D035-B826F208676B}"/>
          </ac:picMkLst>
        </pc:picChg>
      </pc:sldChg>
    </pc:docChg>
  </pc:docChgLst>
  <pc:docChgLst>
    <pc:chgData name="Guest User" providerId="Windows Live" clId="Web-{0CD6A338-0331-4741-A03B-88086B1346B2}"/>
    <pc:docChg chg="modSld">
      <pc:chgData name="Guest User" userId="" providerId="Windows Live" clId="Web-{0CD6A338-0331-4741-A03B-88086B1346B2}" dt="2023-12-06T20:14:08.988" v="905"/>
      <pc:docMkLst>
        <pc:docMk/>
      </pc:docMkLst>
      <pc:sldChg chg="modNotes">
        <pc:chgData name="Guest User" userId="" providerId="Windows Live" clId="Web-{0CD6A338-0331-4741-A03B-88086B1346B2}" dt="2023-12-06T19:33:54.806" v="266"/>
        <pc:sldMkLst>
          <pc:docMk/>
          <pc:sldMk cId="90975920" sldId="277"/>
        </pc:sldMkLst>
      </pc:sldChg>
      <pc:sldChg chg="modNotes">
        <pc:chgData name="Guest User" userId="" providerId="Windows Live" clId="Web-{0CD6A338-0331-4741-A03B-88086B1346B2}" dt="2023-12-06T19:20:10.228" v="38"/>
        <pc:sldMkLst>
          <pc:docMk/>
          <pc:sldMk cId="2222973875" sldId="297"/>
        </pc:sldMkLst>
      </pc:sldChg>
      <pc:sldChg chg="modSp">
        <pc:chgData name="Guest User" userId="" providerId="Windows Live" clId="Web-{0CD6A338-0331-4741-A03B-88086B1346B2}" dt="2023-12-06T19:18:25.881" v="4" actId="20577"/>
        <pc:sldMkLst>
          <pc:docMk/>
          <pc:sldMk cId="683943919" sldId="300"/>
        </pc:sldMkLst>
        <pc:spChg chg="mod">
          <ac:chgData name="Guest User" userId="" providerId="Windows Live" clId="Web-{0CD6A338-0331-4741-A03B-88086B1346B2}" dt="2023-12-06T19:18:25.881" v="4" actId="20577"/>
          <ac:spMkLst>
            <pc:docMk/>
            <pc:sldMk cId="683943919" sldId="300"/>
            <ac:spMk id="3" creationId="{B15A269F-E53D-1649-3BC6-0E3AB72046E1}"/>
          </ac:spMkLst>
        </pc:spChg>
      </pc:sldChg>
      <pc:sldChg chg="modSp modNotes">
        <pc:chgData name="Guest User" userId="" providerId="Windows Live" clId="Web-{0CD6A338-0331-4741-A03B-88086B1346B2}" dt="2023-12-06T19:38:00.283" v="318"/>
        <pc:sldMkLst>
          <pc:docMk/>
          <pc:sldMk cId="268918936" sldId="306"/>
        </pc:sldMkLst>
        <pc:spChg chg="mod">
          <ac:chgData name="Guest User" userId="" providerId="Windows Live" clId="Web-{0CD6A338-0331-4741-A03B-88086B1346B2}" dt="2023-12-06T18:54:27.484" v="1" actId="1076"/>
          <ac:spMkLst>
            <pc:docMk/>
            <pc:sldMk cId="268918936" sldId="306"/>
            <ac:spMk id="2" creationId="{112E00ED-8EAA-282C-612A-1493BCC8CEE2}"/>
          </ac:spMkLst>
        </pc:spChg>
      </pc:sldChg>
      <pc:sldChg chg="modNotes">
        <pc:chgData name="Guest User" userId="" providerId="Windows Live" clId="Web-{0CD6A338-0331-4741-A03B-88086B1346B2}" dt="2023-12-06T19:40:54.962" v="360"/>
        <pc:sldMkLst>
          <pc:docMk/>
          <pc:sldMk cId="1498968842" sldId="309"/>
        </pc:sldMkLst>
      </pc:sldChg>
      <pc:sldChg chg="modNotes">
        <pc:chgData name="Guest User" userId="" providerId="Windows Live" clId="Web-{0CD6A338-0331-4741-A03B-88086B1346B2}" dt="2023-12-06T19:22:36.265" v="77"/>
        <pc:sldMkLst>
          <pc:docMk/>
          <pc:sldMk cId="21012039" sldId="314"/>
        </pc:sldMkLst>
      </pc:sldChg>
      <pc:sldChg chg="modNotes">
        <pc:chgData name="Guest User" userId="" providerId="Windows Live" clId="Web-{0CD6A338-0331-4741-A03B-88086B1346B2}" dt="2023-12-06T19:25:15.161" v="167"/>
        <pc:sldMkLst>
          <pc:docMk/>
          <pc:sldMk cId="1876578998" sldId="317"/>
        </pc:sldMkLst>
      </pc:sldChg>
      <pc:sldChg chg="modNotes">
        <pc:chgData name="Guest User" userId="" providerId="Windows Live" clId="Web-{0CD6A338-0331-4741-A03B-88086B1346B2}" dt="2023-12-06T19:33:29.023" v="260"/>
        <pc:sldMkLst>
          <pc:docMk/>
          <pc:sldMk cId="4008405141" sldId="322"/>
        </pc:sldMkLst>
      </pc:sldChg>
      <pc:sldChg chg="modNotes">
        <pc:chgData name="Guest User" userId="" providerId="Windows Live" clId="Web-{0CD6A338-0331-4741-A03B-88086B1346B2}" dt="2023-12-06T19:54:53.961" v="693"/>
        <pc:sldMkLst>
          <pc:docMk/>
          <pc:sldMk cId="1350157379" sldId="325"/>
        </pc:sldMkLst>
      </pc:sldChg>
      <pc:sldChg chg="modNotes">
        <pc:chgData name="Guest User" userId="" providerId="Windows Live" clId="Web-{0CD6A338-0331-4741-A03B-88086B1346B2}" dt="2023-12-06T19:58:27.328" v="748"/>
        <pc:sldMkLst>
          <pc:docMk/>
          <pc:sldMk cId="4193707068" sldId="333"/>
        </pc:sldMkLst>
      </pc:sldChg>
      <pc:sldChg chg="modNotes">
        <pc:chgData name="Guest User" userId="" providerId="Windows Live" clId="Web-{0CD6A338-0331-4741-A03B-88086B1346B2}" dt="2023-12-06T20:01:47.367" v="756"/>
        <pc:sldMkLst>
          <pc:docMk/>
          <pc:sldMk cId="1484341599" sldId="335"/>
        </pc:sldMkLst>
      </pc:sldChg>
      <pc:sldChg chg="modNotes">
        <pc:chgData name="Guest User" userId="" providerId="Windows Live" clId="Web-{0CD6A338-0331-4741-A03B-88086B1346B2}" dt="2023-12-06T20:10:46.043" v="801"/>
        <pc:sldMkLst>
          <pc:docMk/>
          <pc:sldMk cId="1796065695" sldId="336"/>
        </pc:sldMkLst>
      </pc:sldChg>
      <pc:sldChg chg="modNotes">
        <pc:chgData name="Guest User" userId="" providerId="Windows Live" clId="Web-{0CD6A338-0331-4741-A03B-88086B1346B2}" dt="2023-12-06T19:28:51.576" v="179"/>
        <pc:sldMkLst>
          <pc:docMk/>
          <pc:sldMk cId="1442654664" sldId="337"/>
        </pc:sldMkLst>
      </pc:sldChg>
      <pc:sldChg chg="modNotes">
        <pc:chgData name="Guest User" userId="" providerId="Windows Live" clId="Web-{0CD6A338-0331-4741-A03B-88086B1346B2}" dt="2023-12-06T19:31:44.238" v="224"/>
        <pc:sldMkLst>
          <pc:docMk/>
          <pc:sldMk cId="992245436" sldId="338"/>
        </pc:sldMkLst>
      </pc:sldChg>
      <pc:sldChg chg="modNotes">
        <pc:chgData name="Guest User" userId="" providerId="Windows Live" clId="Web-{0CD6A338-0331-4741-A03B-88086B1346B2}" dt="2023-12-06T19:23:30.298" v="131"/>
        <pc:sldMkLst>
          <pc:docMk/>
          <pc:sldMk cId="131775974" sldId="339"/>
        </pc:sldMkLst>
      </pc:sldChg>
      <pc:sldChg chg="modNotes">
        <pc:chgData name="Guest User" userId="" providerId="Windows Live" clId="Web-{0CD6A338-0331-4741-A03B-88086B1346B2}" dt="2023-12-06T19:46:08.192" v="426"/>
        <pc:sldMkLst>
          <pc:docMk/>
          <pc:sldMk cId="2813741128" sldId="340"/>
        </pc:sldMkLst>
      </pc:sldChg>
      <pc:sldChg chg="modNotes">
        <pc:chgData name="Guest User" userId="" providerId="Windows Live" clId="Web-{0CD6A338-0331-4741-A03B-88086B1346B2}" dt="2023-12-06T19:44:49.095" v="409"/>
        <pc:sldMkLst>
          <pc:docMk/>
          <pc:sldMk cId="1066617108" sldId="342"/>
        </pc:sldMkLst>
      </pc:sldChg>
      <pc:sldChg chg="modSp modNotes">
        <pc:chgData name="Guest User" userId="" providerId="Windows Live" clId="Web-{0CD6A338-0331-4741-A03B-88086B1346B2}" dt="2023-12-06T20:14:08.988" v="905"/>
        <pc:sldMkLst>
          <pc:docMk/>
          <pc:sldMk cId="1146281855" sldId="347"/>
        </pc:sldMkLst>
        <pc:spChg chg="mod">
          <ac:chgData name="Guest User" userId="" providerId="Windows Live" clId="Web-{0CD6A338-0331-4741-A03B-88086B1346B2}" dt="2023-12-06T20:11:30.279" v="808" actId="20577"/>
          <ac:spMkLst>
            <pc:docMk/>
            <pc:sldMk cId="1146281855" sldId="347"/>
            <ac:spMk id="2" creationId="{118030FB-097D-739B-E50B-9873406592E7}"/>
          </ac:spMkLst>
        </pc:spChg>
      </pc:sldChg>
      <pc:sldChg chg="modSp">
        <pc:chgData name="Guest User" userId="" providerId="Windows Live" clId="Web-{0CD6A338-0331-4741-A03B-88086B1346B2}" dt="2023-12-06T19:47:41.351" v="429" actId="20577"/>
        <pc:sldMkLst>
          <pc:docMk/>
          <pc:sldMk cId="556307487" sldId="348"/>
        </pc:sldMkLst>
        <pc:spChg chg="mod">
          <ac:chgData name="Guest User" userId="" providerId="Windows Live" clId="Web-{0CD6A338-0331-4741-A03B-88086B1346B2}" dt="2023-12-06T19:47:41.351" v="429" actId="20577"/>
          <ac:spMkLst>
            <pc:docMk/>
            <pc:sldMk cId="556307487" sldId="348"/>
            <ac:spMk id="2" creationId="{D5D786DF-1F24-BD73-B7DE-FFCA998D0100}"/>
          </ac:spMkLst>
        </pc:spChg>
      </pc:sldChg>
    </pc:docChg>
  </pc:docChgLst>
  <pc:docChgLst>
    <pc:chgData name="Guest User" providerId="Windows Live" clId="Web-{7B4D6892-3427-4565-95F6-C7E958CAA9ED}"/>
    <pc:docChg chg="sldOrd">
      <pc:chgData name="Guest User" userId="" providerId="Windows Live" clId="Web-{7B4D6892-3427-4565-95F6-C7E958CAA9ED}" dt="2023-11-15T17:58:03.485" v="0"/>
      <pc:docMkLst>
        <pc:docMk/>
      </pc:docMkLst>
      <pc:sldChg chg="ord">
        <pc:chgData name="Guest User" userId="" providerId="Windows Live" clId="Web-{7B4D6892-3427-4565-95F6-C7E958CAA9ED}" dt="2023-11-15T17:58:03.485" v="0"/>
        <pc:sldMkLst>
          <pc:docMk/>
          <pc:sldMk cId="131775974" sldId="339"/>
        </pc:sldMkLst>
      </pc:sldChg>
    </pc:docChg>
  </pc:docChgLst>
  <pc:docChgLst>
    <pc:chgData name="Guest User" providerId="Windows Live" clId="Web-{A2AA4D44-5E30-41F3-89AD-FF4627584F9C}"/>
    <pc:docChg chg="addSld modSld">
      <pc:chgData name="Guest User" userId="" providerId="Windows Live" clId="Web-{A2AA4D44-5E30-41F3-89AD-FF4627584F9C}" dt="2023-11-15T18:39:59.146" v="234" actId="1076"/>
      <pc:docMkLst>
        <pc:docMk/>
      </pc:docMkLst>
      <pc:sldChg chg="modSp">
        <pc:chgData name="Guest User" userId="" providerId="Windows Live" clId="Web-{A2AA4D44-5E30-41F3-89AD-FF4627584F9C}" dt="2023-11-15T17:36:04.462" v="164" actId="1076"/>
        <pc:sldMkLst>
          <pc:docMk/>
          <pc:sldMk cId="1235971950" sldId="298"/>
        </pc:sldMkLst>
        <pc:picChg chg="mod">
          <ac:chgData name="Guest User" userId="" providerId="Windows Live" clId="Web-{A2AA4D44-5E30-41F3-89AD-FF4627584F9C}" dt="2023-11-15T17:36:04.462" v="164" actId="1076"/>
          <ac:picMkLst>
            <pc:docMk/>
            <pc:sldMk cId="1235971950" sldId="298"/>
            <ac:picMk id="6" creationId="{D6845A58-8ACB-037C-0E16-519A5BB426BD}"/>
          </ac:picMkLst>
        </pc:picChg>
      </pc:sldChg>
      <pc:sldChg chg="addSp delSp modSp">
        <pc:chgData name="Guest User" userId="" providerId="Windows Live" clId="Web-{A2AA4D44-5E30-41F3-89AD-FF4627584F9C}" dt="2023-11-15T18:39:59.146" v="234" actId="1076"/>
        <pc:sldMkLst>
          <pc:docMk/>
          <pc:sldMk cId="4216175247" sldId="331"/>
        </pc:sldMkLst>
        <pc:spChg chg="mod">
          <ac:chgData name="Guest User" userId="" providerId="Windows Live" clId="Web-{A2AA4D44-5E30-41F3-89AD-FF4627584F9C}" dt="2023-11-15T18:39:59.146" v="234" actId="1076"/>
          <ac:spMkLst>
            <pc:docMk/>
            <pc:sldMk cId="4216175247" sldId="331"/>
            <ac:spMk id="4" creationId="{DD2564F1-3761-3507-E670-4AC09F623FB9}"/>
          </ac:spMkLst>
        </pc:spChg>
        <pc:spChg chg="add del mod">
          <ac:chgData name="Guest User" userId="" providerId="Windows Live" clId="Web-{A2AA4D44-5E30-41F3-89AD-FF4627584F9C}" dt="2023-11-15T18:37:35.830" v="216"/>
          <ac:spMkLst>
            <pc:docMk/>
            <pc:sldMk cId="4216175247" sldId="331"/>
            <ac:spMk id="22" creationId="{41684C98-68BD-F6C1-47FF-3812444CE126}"/>
          </ac:spMkLst>
        </pc:spChg>
        <pc:picChg chg="add mod">
          <ac:chgData name="Guest User" userId="" providerId="Windows Live" clId="Web-{A2AA4D44-5E30-41F3-89AD-FF4627584F9C}" dt="2023-11-15T18:39:36.583" v="233" actId="1076"/>
          <ac:picMkLst>
            <pc:docMk/>
            <pc:sldMk cId="4216175247" sldId="331"/>
            <ac:picMk id="3" creationId="{BC66F358-FBFE-D452-1852-40E1B74B1687}"/>
          </ac:picMkLst>
        </pc:picChg>
        <pc:picChg chg="del mod">
          <ac:chgData name="Guest User" userId="" providerId="Windows Live" clId="Web-{A2AA4D44-5E30-41F3-89AD-FF4627584F9C}" dt="2023-11-15T18:37:13.142" v="211"/>
          <ac:picMkLst>
            <pc:docMk/>
            <pc:sldMk cId="4216175247" sldId="331"/>
            <ac:picMk id="25" creationId="{798CEEA5-85AF-D8B3-FB69-26297CE93CE6}"/>
          </ac:picMkLst>
        </pc:picChg>
      </pc:sldChg>
      <pc:sldChg chg="modSp">
        <pc:chgData name="Guest User" userId="" providerId="Windows Live" clId="Web-{A2AA4D44-5E30-41F3-89AD-FF4627584F9C}" dt="2023-11-15T17:53:35.675" v="205" actId="20577"/>
        <pc:sldMkLst>
          <pc:docMk/>
          <pc:sldMk cId="2813741128" sldId="340"/>
        </pc:sldMkLst>
        <pc:spChg chg="mod">
          <ac:chgData name="Guest User" userId="" providerId="Windows Live" clId="Web-{A2AA4D44-5E30-41F3-89AD-FF4627584F9C}" dt="2023-11-15T17:53:35.675" v="205" actId="20577"/>
          <ac:spMkLst>
            <pc:docMk/>
            <pc:sldMk cId="2813741128" sldId="340"/>
            <ac:spMk id="3" creationId="{3574347B-5AE8-415A-6A99-29FDD422EA43}"/>
          </ac:spMkLst>
        </pc:spChg>
      </pc:sldChg>
      <pc:sldChg chg="modSp">
        <pc:chgData name="Guest User" userId="" providerId="Windows Live" clId="Web-{A2AA4D44-5E30-41F3-89AD-FF4627584F9C}" dt="2023-11-15T17:53:02.049" v="196" actId="20577"/>
        <pc:sldMkLst>
          <pc:docMk/>
          <pc:sldMk cId="3276079779" sldId="341"/>
        </pc:sldMkLst>
        <pc:spChg chg="mod">
          <ac:chgData name="Guest User" userId="" providerId="Windows Live" clId="Web-{A2AA4D44-5E30-41F3-89AD-FF4627584F9C}" dt="2023-11-15T17:53:02.049" v="196" actId="20577"/>
          <ac:spMkLst>
            <pc:docMk/>
            <pc:sldMk cId="3276079779" sldId="341"/>
            <ac:spMk id="3" creationId="{B9AD0014-E90F-00BF-4F05-5B675854D1F2}"/>
          </ac:spMkLst>
        </pc:spChg>
      </pc:sldChg>
      <pc:sldChg chg="modSp">
        <pc:chgData name="Guest User" userId="" providerId="Windows Live" clId="Web-{A2AA4D44-5E30-41F3-89AD-FF4627584F9C}" dt="2023-11-15T17:52:45.267" v="183" actId="20577"/>
        <pc:sldMkLst>
          <pc:docMk/>
          <pc:sldMk cId="1066617108" sldId="342"/>
        </pc:sldMkLst>
        <pc:spChg chg="mod">
          <ac:chgData name="Guest User" userId="" providerId="Windows Live" clId="Web-{A2AA4D44-5E30-41F3-89AD-FF4627584F9C}" dt="2023-11-15T17:52:45.267" v="183" actId="20577"/>
          <ac:spMkLst>
            <pc:docMk/>
            <pc:sldMk cId="1066617108" sldId="342"/>
            <ac:spMk id="3" creationId="{99035F29-F8E7-BC07-754C-44D47E94BDD0}"/>
          </ac:spMkLst>
        </pc:spChg>
      </pc:sldChg>
      <pc:sldChg chg="addSp delSp modSp new">
        <pc:chgData name="Guest User" userId="" providerId="Windows Live" clId="Web-{A2AA4D44-5E30-41F3-89AD-FF4627584F9C}" dt="2023-11-15T16:14:15.629" v="162" actId="14100"/>
        <pc:sldMkLst>
          <pc:docMk/>
          <pc:sldMk cId="2937489122" sldId="343"/>
        </pc:sldMkLst>
        <pc:spChg chg="mod">
          <ac:chgData name="Guest User" userId="" providerId="Windows Live" clId="Web-{A2AA4D44-5E30-41F3-89AD-FF4627584F9C}" dt="2023-11-15T16:14:08.941" v="161" actId="1076"/>
          <ac:spMkLst>
            <pc:docMk/>
            <pc:sldMk cId="2937489122" sldId="343"/>
            <ac:spMk id="2" creationId="{6DBFE60A-799D-0110-ADD5-A4AAE8B0CBA4}"/>
          </ac:spMkLst>
        </pc:spChg>
        <pc:spChg chg="del">
          <ac:chgData name="Guest User" userId="" providerId="Windows Live" clId="Web-{A2AA4D44-5E30-41F3-89AD-FF4627584F9C}" dt="2023-11-15T16:05:36.034" v="15"/>
          <ac:spMkLst>
            <pc:docMk/>
            <pc:sldMk cId="2937489122" sldId="343"/>
            <ac:spMk id="3" creationId="{3D296986-50D1-D30B-6CF0-F601282EA675}"/>
          </ac:spMkLst>
        </pc:spChg>
        <pc:spChg chg="add mod">
          <ac:chgData name="Guest User" userId="" providerId="Windows Live" clId="Web-{A2AA4D44-5E30-41F3-89AD-FF4627584F9C}" dt="2023-11-15T16:11:31.796" v="154" actId="14100"/>
          <ac:spMkLst>
            <pc:docMk/>
            <pc:sldMk cId="2937489122" sldId="343"/>
            <ac:spMk id="5" creationId="{A79D1A82-62C7-7E95-C442-1D55D7EF3434}"/>
          </ac:spMkLst>
        </pc:spChg>
        <pc:picChg chg="add mod ord">
          <ac:chgData name="Guest User" userId="" providerId="Windows Live" clId="Web-{A2AA4D44-5E30-41F3-89AD-FF4627584F9C}" dt="2023-11-15T16:14:15.629" v="162" actId="14100"/>
          <ac:picMkLst>
            <pc:docMk/>
            <pc:sldMk cId="2937489122" sldId="343"/>
            <ac:picMk id="4" creationId="{5A75219A-BE3B-94AF-30CE-E7EA82270F03}"/>
          </ac:picMkLst>
        </pc:picChg>
      </pc:sldChg>
    </pc:docChg>
  </pc:docChgLst>
  <pc:docChgLst>
    <pc:chgData name="Guest User" providerId="Windows Live" clId="Web-{C6AB2436-8DC1-465C-8769-7F5A8CF07C5A}"/>
    <pc:docChg chg="addSld delSld modSld sldOrd">
      <pc:chgData name="Guest User" userId="" providerId="Windows Live" clId="Web-{C6AB2436-8DC1-465C-8769-7F5A8CF07C5A}" dt="2023-12-06T18:33:48.417" v="70" actId="1076"/>
      <pc:docMkLst>
        <pc:docMk/>
      </pc:docMkLst>
      <pc:sldChg chg="ord">
        <pc:chgData name="Guest User" userId="" providerId="Windows Live" clId="Web-{C6AB2436-8DC1-465C-8769-7F5A8CF07C5A}" dt="2023-12-06T18:12:11.411" v="12"/>
        <pc:sldMkLst>
          <pc:docMk/>
          <pc:sldMk cId="90975920" sldId="277"/>
        </pc:sldMkLst>
      </pc:sldChg>
      <pc:sldChg chg="modSp del ord">
        <pc:chgData name="Guest User" userId="" providerId="Windows Live" clId="Web-{C6AB2436-8DC1-465C-8769-7F5A8CF07C5A}" dt="2023-12-06T18:30:45.957" v="64"/>
        <pc:sldMkLst>
          <pc:docMk/>
          <pc:sldMk cId="461888016" sldId="296"/>
        </pc:sldMkLst>
        <pc:graphicFrameChg chg="modGraphic">
          <ac:chgData name="Guest User" userId="" providerId="Windows Live" clId="Web-{C6AB2436-8DC1-465C-8769-7F5A8CF07C5A}" dt="2023-12-06T18:16:44.813" v="48" actId="20577"/>
          <ac:graphicFrameMkLst>
            <pc:docMk/>
            <pc:sldMk cId="461888016" sldId="296"/>
            <ac:graphicFrameMk id="5" creationId="{F11BB65E-9E1F-5723-61FC-6E4FC4B5F1C5}"/>
          </ac:graphicFrameMkLst>
        </pc:graphicFrameChg>
      </pc:sldChg>
      <pc:sldChg chg="modSp">
        <pc:chgData name="Guest User" userId="" providerId="Windows Live" clId="Web-{C6AB2436-8DC1-465C-8769-7F5A8CF07C5A}" dt="2023-12-06T18:14:59.043" v="25" actId="20577"/>
        <pc:sldMkLst>
          <pc:docMk/>
          <pc:sldMk cId="683943919" sldId="300"/>
        </pc:sldMkLst>
        <pc:spChg chg="mod">
          <ac:chgData name="Guest User" userId="" providerId="Windows Live" clId="Web-{C6AB2436-8DC1-465C-8769-7F5A8CF07C5A}" dt="2023-12-06T18:14:59.043" v="25" actId="20577"/>
          <ac:spMkLst>
            <pc:docMk/>
            <pc:sldMk cId="683943919" sldId="300"/>
            <ac:spMk id="3" creationId="{B15A269F-E53D-1649-3BC6-0E3AB72046E1}"/>
          </ac:spMkLst>
        </pc:spChg>
      </pc:sldChg>
      <pc:sldChg chg="modSp">
        <pc:chgData name="Guest User" userId="" providerId="Windows Live" clId="Web-{C6AB2436-8DC1-465C-8769-7F5A8CF07C5A}" dt="2023-12-06T18:18:29.052" v="51" actId="20577"/>
        <pc:sldMkLst>
          <pc:docMk/>
          <pc:sldMk cId="268918936" sldId="306"/>
        </pc:sldMkLst>
        <pc:spChg chg="mod">
          <ac:chgData name="Guest User" userId="" providerId="Windows Live" clId="Web-{C6AB2436-8DC1-465C-8769-7F5A8CF07C5A}" dt="2023-12-06T18:18:29.052" v="51" actId="20577"/>
          <ac:spMkLst>
            <pc:docMk/>
            <pc:sldMk cId="268918936" sldId="306"/>
            <ac:spMk id="5" creationId="{389B4EB8-38F5-3FE6-A0CE-DCD1AC70D052}"/>
          </ac:spMkLst>
        </pc:spChg>
      </pc:sldChg>
      <pc:sldChg chg="modSp">
        <pc:chgData name="Guest User" userId="" providerId="Windows Live" clId="Web-{C6AB2436-8DC1-465C-8769-7F5A8CF07C5A}" dt="2023-12-06T18:24:10.722" v="61" actId="20577"/>
        <pc:sldMkLst>
          <pc:docMk/>
          <pc:sldMk cId="21012039" sldId="314"/>
        </pc:sldMkLst>
        <pc:spChg chg="mod">
          <ac:chgData name="Guest User" userId="" providerId="Windows Live" clId="Web-{C6AB2436-8DC1-465C-8769-7F5A8CF07C5A}" dt="2023-12-06T18:24:10.722" v="61" actId="20577"/>
          <ac:spMkLst>
            <pc:docMk/>
            <pc:sldMk cId="21012039" sldId="314"/>
            <ac:spMk id="4" creationId="{215337A8-5B52-F376-D9FE-4CAF28866A08}"/>
          </ac:spMkLst>
        </pc:spChg>
      </pc:sldChg>
      <pc:sldChg chg="modSp">
        <pc:chgData name="Guest User" userId="" providerId="Windows Live" clId="Web-{C6AB2436-8DC1-465C-8769-7F5A8CF07C5A}" dt="2023-12-06T18:26:54.150" v="63" actId="1076"/>
        <pc:sldMkLst>
          <pc:docMk/>
          <pc:sldMk cId="1876578998" sldId="317"/>
        </pc:sldMkLst>
        <pc:picChg chg="mod">
          <ac:chgData name="Guest User" userId="" providerId="Windows Live" clId="Web-{C6AB2436-8DC1-465C-8769-7F5A8CF07C5A}" dt="2023-12-06T18:26:54.150" v="63" actId="1076"/>
          <ac:picMkLst>
            <pc:docMk/>
            <pc:sldMk cId="1876578998" sldId="317"/>
            <ac:picMk id="9" creationId="{1E31135C-68AC-A053-4062-FA8DF9F46876}"/>
          </ac:picMkLst>
        </pc:picChg>
      </pc:sldChg>
      <pc:sldChg chg="del">
        <pc:chgData name="Guest User" userId="" providerId="Windows Live" clId="Web-{C6AB2436-8DC1-465C-8769-7F5A8CF07C5A}" dt="2023-12-06T18:23:18.563" v="55"/>
        <pc:sldMkLst>
          <pc:docMk/>
          <pc:sldMk cId="1780444849" sldId="319"/>
        </pc:sldMkLst>
      </pc:sldChg>
      <pc:sldChg chg="modSp">
        <pc:chgData name="Guest User" userId="" providerId="Windows Live" clId="Web-{C6AB2436-8DC1-465C-8769-7F5A8CF07C5A}" dt="2023-12-06T18:21:10.699" v="53" actId="20577"/>
        <pc:sldMkLst>
          <pc:docMk/>
          <pc:sldMk cId="1203780502" sldId="326"/>
        </pc:sldMkLst>
        <pc:spChg chg="mod">
          <ac:chgData name="Guest User" userId="" providerId="Windows Live" clId="Web-{C6AB2436-8DC1-465C-8769-7F5A8CF07C5A}" dt="2023-12-06T18:21:10.699" v="53" actId="20577"/>
          <ac:spMkLst>
            <pc:docMk/>
            <pc:sldMk cId="1203780502" sldId="326"/>
            <ac:spMk id="3" creationId="{2A50312D-BEF3-38E7-D392-8534EE1C6FB4}"/>
          </ac:spMkLst>
        </pc:spChg>
      </pc:sldChg>
      <pc:sldChg chg="modSp">
        <pc:chgData name="Guest User" userId="" providerId="Windows Live" clId="Web-{C6AB2436-8DC1-465C-8769-7F5A8CF07C5A}" dt="2023-12-06T18:20:18.712" v="52" actId="20577"/>
        <pc:sldMkLst>
          <pc:docMk/>
          <pc:sldMk cId="3468794798" sldId="328"/>
        </pc:sldMkLst>
        <pc:spChg chg="mod">
          <ac:chgData name="Guest User" userId="" providerId="Windows Live" clId="Web-{C6AB2436-8DC1-465C-8769-7F5A8CF07C5A}" dt="2023-12-06T18:20:18.712" v="52" actId="20577"/>
          <ac:spMkLst>
            <pc:docMk/>
            <pc:sldMk cId="3468794798" sldId="328"/>
            <ac:spMk id="3" creationId="{80942D80-8D6A-28A6-C9E4-18B64FCC03D6}"/>
          </ac:spMkLst>
        </pc:spChg>
      </pc:sldChg>
      <pc:sldChg chg="del">
        <pc:chgData name="Guest User" userId="" providerId="Windows Live" clId="Web-{C6AB2436-8DC1-465C-8769-7F5A8CF07C5A}" dt="2023-12-06T18:00:52.493" v="1"/>
        <pc:sldMkLst>
          <pc:docMk/>
          <pc:sldMk cId="132779958" sldId="329"/>
        </pc:sldMkLst>
      </pc:sldChg>
      <pc:sldChg chg="del">
        <pc:chgData name="Guest User" userId="" providerId="Windows Live" clId="Web-{C6AB2436-8DC1-465C-8769-7F5A8CF07C5A}" dt="2023-12-06T18:00:46.086" v="0"/>
        <pc:sldMkLst>
          <pc:docMk/>
          <pc:sldMk cId="4173219517" sldId="330"/>
        </pc:sldMkLst>
      </pc:sldChg>
      <pc:sldChg chg="del">
        <pc:chgData name="Guest User" userId="" providerId="Windows Live" clId="Web-{C6AB2436-8DC1-465C-8769-7F5A8CF07C5A}" dt="2023-12-06T18:00:54.305" v="2"/>
        <pc:sldMkLst>
          <pc:docMk/>
          <pc:sldMk cId="4216175247" sldId="331"/>
        </pc:sldMkLst>
      </pc:sldChg>
      <pc:sldChg chg="del">
        <pc:chgData name="Guest User" userId="" providerId="Windows Live" clId="Web-{C6AB2436-8DC1-465C-8769-7F5A8CF07C5A}" dt="2023-12-06T18:23:14.235" v="54"/>
        <pc:sldMkLst>
          <pc:docMk/>
          <pc:sldMk cId="2770085108" sldId="334"/>
        </pc:sldMkLst>
      </pc:sldChg>
      <pc:sldChg chg="modSp ord">
        <pc:chgData name="Guest User" userId="" providerId="Windows Live" clId="Web-{C6AB2436-8DC1-465C-8769-7F5A8CF07C5A}" dt="2023-12-06T18:33:48.417" v="70" actId="1076"/>
        <pc:sldMkLst>
          <pc:docMk/>
          <pc:sldMk cId="1796065695" sldId="336"/>
        </pc:sldMkLst>
        <pc:picChg chg="mod">
          <ac:chgData name="Guest User" userId="" providerId="Windows Live" clId="Web-{C6AB2436-8DC1-465C-8769-7F5A8CF07C5A}" dt="2023-12-06T18:33:48.339" v="69" actId="1076"/>
          <ac:picMkLst>
            <pc:docMk/>
            <pc:sldMk cId="1796065695" sldId="336"/>
            <ac:picMk id="8" creationId="{6FB7B2D7-0923-4271-4AE7-8756A2CDFFD9}"/>
          </ac:picMkLst>
        </pc:picChg>
        <pc:picChg chg="mod">
          <ac:chgData name="Guest User" userId="" providerId="Windows Live" clId="Web-{C6AB2436-8DC1-465C-8769-7F5A8CF07C5A}" dt="2023-12-06T18:33:48.417" v="70" actId="1076"/>
          <ac:picMkLst>
            <pc:docMk/>
            <pc:sldMk cId="1796065695" sldId="336"/>
            <ac:picMk id="12" creationId="{247CA631-284E-A90D-7ED3-3E219EEB7119}"/>
          </ac:picMkLst>
        </pc:picChg>
      </pc:sldChg>
      <pc:sldChg chg="ord">
        <pc:chgData name="Guest User" userId="" providerId="Windows Live" clId="Web-{C6AB2436-8DC1-465C-8769-7F5A8CF07C5A}" dt="2023-12-06T18:25:38.741" v="62"/>
        <pc:sldMkLst>
          <pc:docMk/>
          <pc:sldMk cId="1066617108" sldId="342"/>
        </pc:sldMkLst>
      </pc:sldChg>
      <pc:sldChg chg="del">
        <pc:chgData name="Guest User" userId="" providerId="Windows Live" clId="Web-{C6AB2436-8DC1-465C-8769-7F5A8CF07C5A}" dt="2023-12-06T18:02:09.293" v="3"/>
        <pc:sldMkLst>
          <pc:docMk/>
          <pc:sldMk cId="2937489122" sldId="343"/>
        </pc:sldMkLst>
      </pc:sldChg>
      <pc:sldChg chg="del ord">
        <pc:chgData name="Guest User" userId="" providerId="Windows Live" clId="Web-{C6AB2436-8DC1-465C-8769-7F5A8CF07C5A}" dt="2023-12-06T18:11:35.988" v="11"/>
        <pc:sldMkLst>
          <pc:docMk/>
          <pc:sldMk cId="523094126" sldId="344"/>
        </pc:sldMkLst>
      </pc:sldChg>
      <pc:sldChg chg="ord">
        <pc:chgData name="Guest User" userId="" providerId="Windows Live" clId="Web-{C6AB2436-8DC1-465C-8769-7F5A8CF07C5A}" dt="2023-12-06T18:05:36.270" v="8"/>
        <pc:sldMkLst>
          <pc:docMk/>
          <pc:sldMk cId="556307487" sldId="348"/>
        </pc:sldMkLst>
      </pc:sldChg>
      <pc:sldChg chg="delSp modSp new">
        <pc:chgData name="Guest User" userId="" providerId="Windows Live" clId="Web-{C6AB2436-8DC1-465C-8769-7F5A8CF07C5A}" dt="2023-12-06T18:16:04.952" v="45" actId="20577"/>
        <pc:sldMkLst>
          <pc:docMk/>
          <pc:sldMk cId="1502788509" sldId="349"/>
        </pc:sldMkLst>
        <pc:spChg chg="mod">
          <ac:chgData name="Guest User" userId="" providerId="Windows Live" clId="Web-{C6AB2436-8DC1-465C-8769-7F5A8CF07C5A}" dt="2023-12-06T18:16:04.952" v="45" actId="20577"/>
          <ac:spMkLst>
            <pc:docMk/>
            <pc:sldMk cId="1502788509" sldId="349"/>
            <ac:spMk id="2" creationId="{1430E672-D5ED-50BD-AC7F-FF74A6708ABF}"/>
          </ac:spMkLst>
        </pc:spChg>
        <pc:spChg chg="del">
          <ac:chgData name="Guest User" userId="" providerId="Windows Live" clId="Web-{C6AB2436-8DC1-465C-8769-7F5A8CF07C5A}" dt="2023-12-06T18:15:58.858" v="41"/>
          <ac:spMkLst>
            <pc:docMk/>
            <pc:sldMk cId="1502788509" sldId="349"/>
            <ac:spMk id="3" creationId="{067D1BE7-62C1-00DF-C72A-919027B87A4A}"/>
          </ac:spMkLst>
        </pc:spChg>
      </pc:sldChg>
    </pc:docChg>
  </pc:docChgLst>
  <pc:docChgLst>
    <pc:chgData name="Guest User" providerId="Windows Live" clId="Web-{BF358C93-9928-4104-B6C7-E7C65B94B900}"/>
    <pc:docChg chg="addSld modSld">
      <pc:chgData name="Guest User" userId="" providerId="Windows Live" clId="Web-{BF358C93-9928-4104-B6C7-E7C65B94B900}" dt="2023-11-14T17:55:51.643" v="17" actId="1076"/>
      <pc:docMkLst>
        <pc:docMk/>
      </pc:docMkLst>
      <pc:sldChg chg="modSp add mod setBg">
        <pc:chgData name="Guest User" userId="" providerId="Windows Live" clId="Web-{BF358C93-9928-4104-B6C7-E7C65B94B900}" dt="2023-11-14T17:54:34.001" v="7" actId="1076"/>
        <pc:sldMkLst>
          <pc:docMk/>
          <pc:sldMk cId="2813741128" sldId="340"/>
        </pc:sldMkLst>
        <pc:picChg chg="mod">
          <ac:chgData name="Guest User" userId="" providerId="Windows Live" clId="Web-{BF358C93-9928-4104-B6C7-E7C65B94B900}" dt="2023-11-14T17:54:34.001" v="7" actId="1076"/>
          <ac:picMkLst>
            <pc:docMk/>
            <pc:sldMk cId="2813741128" sldId="340"/>
            <ac:picMk id="4" creationId="{D8729F6B-2B95-CE9E-65D5-5997A89BEBEA}"/>
          </ac:picMkLst>
        </pc:picChg>
      </pc:sldChg>
      <pc:sldChg chg="modSp add mod setBg">
        <pc:chgData name="Guest User" userId="" providerId="Windows Live" clId="Web-{BF358C93-9928-4104-B6C7-E7C65B94B900}" dt="2023-11-14T17:55:22.033" v="12" actId="1076"/>
        <pc:sldMkLst>
          <pc:docMk/>
          <pc:sldMk cId="3276079779" sldId="341"/>
        </pc:sldMkLst>
        <pc:picChg chg="mod">
          <ac:chgData name="Guest User" userId="" providerId="Windows Live" clId="Web-{BF358C93-9928-4104-B6C7-E7C65B94B900}" dt="2023-11-14T17:55:22.033" v="12" actId="1076"/>
          <ac:picMkLst>
            <pc:docMk/>
            <pc:sldMk cId="3276079779" sldId="341"/>
            <ac:picMk id="4" creationId="{42686784-83E4-69D3-0F2D-B091FF74F55E}"/>
          </ac:picMkLst>
        </pc:picChg>
      </pc:sldChg>
      <pc:sldChg chg="modSp add mod setBg">
        <pc:chgData name="Guest User" userId="" providerId="Windows Live" clId="Web-{BF358C93-9928-4104-B6C7-E7C65B94B900}" dt="2023-11-14T17:55:51.643" v="17" actId="1076"/>
        <pc:sldMkLst>
          <pc:docMk/>
          <pc:sldMk cId="1066617108" sldId="342"/>
        </pc:sldMkLst>
        <pc:picChg chg="mod">
          <ac:chgData name="Guest User" userId="" providerId="Windows Live" clId="Web-{BF358C93-9928-4104-B6C7-E7C65B94B900}" dt="2023-11-14T17:55:51.643" v="17" actId="1076"/>
          <ac:picMkLst>
            <pc:docMk/>
            <pc:sldMk cId="1066617108" sldId="342"/>
            <ac:picMk id="4" creationId="{7C1B254B-C725-7315-6362-12451F4DCB4C}"/>
          </ac:picMkLst>
        </pc:picChg>
      </pc:sldChg>
    </pc:docChg>
  </pc:docChgLst>
  <pc:docChgLst>
    <pc:chgData name="Guest User" providerId="Windows Live" clId="Web-{60B2FD05-3435-428E-8FAC-D0E660B1078B}"/>
    <pc:docChg chg="modSld">
      <pc:chgData name="Guest User" userId="" providerId="Windows Live" clId="Web-{60B2FD05-3435-428E-8FAC-D0E660B1078B}" dt="2023-12-06T18:26:44.732" v="0" actId="1076"/>
      <pc:docMkLst>
        <pc:docMk/>
      </pc:docMkLst>
      <pc:sldChg chg="modSp">
        <pc:chgData name="Guest User" userId="" providerId="Windows Live" clId="Web-{60B2FD05-3435-428E-8FAC-D0E660B1078B}" dt="2023-12-06T18:26:44.732" v="0" actId="1076"/>
        <pc:sldMkLst>
          <pc:docMk/>
          <pc:sldMk cId="1876578998" sldId="317"/>
        </pc:sldMkLst>
        <pc:picChg chg="mod">
          <ac:chgData name="Guest User" userId="" providerId="Windows Live" clId="Web-{60B2FD05-3435-428E-8FAC-D0E660B1078B}" dt="2023-12-06T18:26:44.732" v="0" actId="1076"/>
          <ac:picMkLst>
            <pc:docMk/>
            <pc:sldMk cId="1876578998" sldId="317"/>
            <ac:picMk id="9" creationId="{1E31135C-68AC-A053-4062-FA8DF9F46876}"/>
          </ac:picMkLst>
        </pc:picChg>
      </pc:sldChg>
    </pc:docChg>
  </pc:docChgLst>
  <pc:docChgLst>
    <pc:chgData name="Guest User" providerId="Windows Live" clId="Web-{3A724CE7-60AA-41BE-9D01-E600B392D852}"/>
    <pc:docChg chg="addSld delSld modSld">
      <pc:chgData name="Guest User" userId="" providerId="Windows Live" clId="Web-{3A724CE7-60AA-41BE-9D01-E600B392D852}" dt="2023-12-10T20:39:09.327" v="377"/>
      <pc:docMkLst>
        <pc:docMk/>
      </pc:docMkLst>
      <pc:sldChg chg="addSp delSp modSp add del">
        <pc:chgData name="Guest User" userId="" providerId="Windows Live" clId="Web-{3A724CE7-60AA-41BE-9D01-E600B392D852}" dt="2023-12-10T01:26:56.817" v="10" actId="1076"/>
        <pc:sldMkLst>
          <pc:docMk/>
          <pc:sldMk cId="1066617108" sldId="342"/>
        </pc:sldMkLst>
        <pc:spChg chg="mod">
          <ac:chgData name="Guest User" userId="" providerId="Windows Live" clId="Web-{3A724CE7-60AA-41BE-9D01-E600B392D852}" dt="2023-12-10T01:26:56.817" v="10" actId="1076"/>
          <ac:spMkLst>
            <pc:docMk/>
            <pc:sldMk cId="1066617108" sldId="342"/>
            <ac:spMk id="3" creationId="{99035F29-F8E7-BC07-754C-44D47E94BDD0}"/>
          </ac:spMkLst>
        </pc:spChg>
        <pc:spChg chg="add del mod">
          <ac:chgData name="Guest User" userId="" providerId="Windows Live" clId="Web-{3A724CE7-60AA-41BE-9D01-E600B392D852}" dt="2023-12-10T01:25:41.409" v="3"/>
          <ac:spMkLst>
            <pc:docMk/>
            <pc:sldMk cId="1066617108" sldId="342"/>
            <ac:spMk id="5" creationId="{C24FB115-74C2-3B2A-1FDA-6415FD33C3C7}"/>
          </ac:spMkLst>
        </pc:spChg>
        <pc:picChg chg="del">
          <ac:chgData name="Guest User" userId="" providerId="Windows Live" clId="Web-{3A724CE7-60AA-41BE-9D01-E600B392D852}" dt="2023-12-10T01:25:36.128" v="2"/>
          <ac:picMkLst>
            <pc:docMk/>
            <pc:sldMk cId="1066617108" sldId="342"/>
            <ac:picMk id="4" creationId="{7C1B254B-C725-7315-6362-12451F4DCB4C}"/>
          </ac:picMkLst>
        </pc:picChg>
        <pc:picChg chg="add mod ord">
          <ac:chgData name="Guest User" userId="" providerId="Windows Live" clId="Web-{3A724CE7-60AA-41BE-9D01-E600B392D852}" dt="2023-12-10T01:26:52.177" v="9" actId="1076"/>
          <ac:picMkLst>
            <pc:docMk/>
            <pc:sldMk cId="1066617108" sldId="342"/>
            <ac:picMk id="6" creationId="{39204528-AC6D-1F48-23B4-4EED6CF75C8C}"/>
          </ac:picMkLst>
        </pc:picChg>
      </pc:sldChg>
      <pc:sldChg chg="del">
        <pc:chgData name="Guest User" userId="" providerId="Windows Live" clId="Web-{3A724CE7-60AA-41BE-9D01-E600B392D852}" dt="2023-12-10T20:39:09.327" v="377"/>
        <pc:sldMkLst>
          <pc:docMk/>
          <pc:sldMk cId="1146281855" sldId="347"/>
        </pc:sldMkLst>
      </pc:sldChg>
      <pc:sldChg chg="addSp modSp">
        <pc:chgData name="Guest User" userId="" providerId="Windows Live" clId="Web-{3A724CE7-60AA-41BE-9D01-E600B392D852}" dt="2023-12-10T01:42:08.983" v="376" actId="1076"/>
        <pc:sldMkLst>
          <pc:docMk/>
          <pc:sldMk cId="2712930209" sldId="356"/>
        </pc:sldMkLst>
        <pc:spChg chg="add mod">
          <ac:chgData name="Guest User" userId="" providerId="Windows Live" clId="Web-{3A724CE7-60AA-41BE-9D01-E600B392D852}" dt="2023-12-10T01:41:57.592" v="373" actId="1076"/>
          <ac:spMkLst>
            <pc:docMk/>
            <pc:sldMk cId="2712930209" sldId="356"/>
            <ac:spMk id="3" creationId="{9F047AAA-F6B4-2D7D-3838-D9539427EB5A}"/>
          </ac:spMkLst>
        </pc:spChg>
        <pc:graphicFrameChg chg="mod modGraphic">
          <ac:chgData name="Guest User" userId="" providerId="Windows Live" clId="Web-{3A724CE7-60AA-41BE-9D01-E600B392D852}" dt="2023-12-10T01:42:08.983" v="376" actId="1076"/>
          <ac:graphicFrameMkLst>
            <pc:docMk/>
            <pc:sldMk cId="2712930209" sldId="356"/>
            <ac:graphicFrameMk id="4" creationId="{B6AA8C15-65CE-231A-DA9C-3C7C85166C48}"/>
          </ac:graphicFrameMkLst>
        </pc:graphicFrameChg>
      </pc:sldChg>
    </pc:docChg>
  </pc:docChgLst>
  <pc:docChgLst>
    <pc:chgData name="Guest User" providerId="Windows Live" clId="Web-{55769723-629D-4182-B7C3-22FCD0F69134}"/>
    <pc:docChg chg="modSld">
      <pc:chgData name="Guest User" userId="" providerId="Windows Live" clId="Web-{55769723-629D-4182-B7C3-22FCD0F69134}" dt="2023-11-15T14:02:35.607" v="13" actId="1076"/>
      <pc:docMkLst>
        <pc:docMk/>
      </pc:docMkLst>
      <pc:sldChg chg="addSp modSp">
        <pc:chgData name="Guest User" userId="" providerId="Windows Live" clId="Web-{55769723-629D-4182-B7C3-22FCD0F69134}" dt="2023-11-15T14:02:35.607" v="13" actId="1076"/>
        <pc:sldMkLst>
          <pc:docMk/>
          <pc:sldMk cId="2813741128" sldId="340"/>
        </pc:sldMkLst>
        <pc:spChg chg="add mod">
          <ac:chgData name="Guest User" userId="" providerId="Windows Live" clId="Web-{55769723-629D-4182-B7C3-22FCD0F69134}" dt="2023-11-15T14:02:29.185" v="11" actId="1076"/>
          <ac:spMkLst>
            <pc:docMk/>
            <pc:sldMk cId="2813741128" sldId="340"/>
            <ac:spMk id="3" creationId="{3574347B-5AE8-415A-6A99-29FDD422EA43}"/>
          </ac:spMkLst>
        </pc:spChg>
        <pc:picChg chg="mod">
          <ac:chgData name="Guest User" userId="" providerId="Windows Live" clId="Web-{55769723-629D-4182-B7C3-22FCD0F69134}" dt="2023-11-15T14:02:35.607" v="13" actId="1076"/>
          <ac:picMkLst>
            <pc:docMk/>
            <pc:sldMk cId="2813741128" sldId="340"/>
            <ac:picMk id="4" creationId="{D8729F6B-2B95-CE9E-65D5-5997A89BEBEA}"/>
          </ac:picMkLst>
        </pc:picChg>
      </pc:sldChg>
      <pc:sldChg chg="addSp modSp">
        <pc:chgData name="Guest User" userId="" providerId="Windows Live" clId="Web-{55769723-629D-4182-B7C3-22FCD0F69134}" dt="2023-11-15T14:01:50.246" v="6" actId="1076"/>
        <pc:sldMkLst>
          <pc:docMk/>
          <pc:sldMk cId="3276079779" sldId="341"/>
        </pc:sldMkLst>
        <pc:spChg chg="add mod">
          <ac:chgData name="Guest User" userId="" providerId="Windows Live" clId="Web-{55769723-629D-4182-B7C3-22FCD0F69134}" dt="2023-11-15T14:01:50.246" v="6" actId="1076"/>
          <ac:spMkLst>
            <pc:docMk/>
            <pc:sldMk cId="3276079779" sldId="341"/>
            <ac:spMk id="3" creationId="{B9AD0014-E90F-00BF-4F05-5B675854D1F2}"/>
          </ac:spMkLst>
        </pc:spChg>
        <pc:picChg chg="mod">
          <ac:chgData name="Guest User" userId="" providerId="Windows Live" clId="Web-{55769723-629D-4182-B7C3-22FCD0F69134}" dt="2023-11-15T14:01:39.543" v="4" actId="1076"/>
          <ac:picMkLst>
            <pc:docMk/>
            <pc:sldMk cId="3276079779" sldId="341"/>
            <ac:picMk id="4" creationId="{42686784-83E4-69D3-0F2D-B091FF74F55E}"/>
          </ac:picMkLst>
        </pc:picChg>
      </pc:sldChg>
      <pc:sldChg chg="addSp modSp">
        <pc:chgData name="Guest User" userId="" providerId="Windows Live" clId="Web-{55769723-629D-4182-B7C3-22FCD0F69134}" dt="2023-11-15T14:02:09.966" v="10" actId="1076"/>
        <pc:sldMkLst>
          <pc:docMk/>
          <pc:sldMk cId="1066617108" sldId="342"/>
        </pc:sldMkLst>
        <pc:spChg chg="add mod">
          <ac:chgData name="Guest User" userId="" providerId="Windows Live" clId="Web-{55769723-629D-4182-B7C3-22FCD0F69134}" dt="2023-11-15T14:02:06.028" v="9" actId="1076"/>
          <ac:spMkLst>
            <pc:docMk/>
            <pc:sldMk cId="1066617108" sldId="342"/>
            <ac:spMk id="3" creationId="{99035F29-F8E7-BC07-754C-44D47E94BDD0}"/>
          </ac:spMkLst>
        </pc:spChg>
        <pc:picChg chg="mod">
          <ac:chgData name="Guest User" userId="" providerId="Windows Live" clId="Web-{55769723-629D-4182-B7C3-22FCD0F69134}" dt="2023-11-15T14:02:09.966" v="10" actId="1076"/>
          <ac:picMkLst>
            <pc:docMk/>
            <pc:sldMk cId="1066617108" sldId="342"/>
            <ac:picMk id="4" creationId="{7C1B254B-C725-7315-6362-12451F4DCB4C}"/>
          </ac:picMkLst>
        </pc:picChg>
      </pc:sldChg>
    </pc:docChg>
  </pc:docChgLst>
  <pc:docChgLst>
    <pc:chgData name="Kent Roller" userId="817c41d8bb86f71b" providerId="LiveId" clId="{D19EBC7D-D51E-43BB-83D3-DFA1E271EED6}"/>
    <pc:docChg chg="custSel modSld">
      <pc:chgData name="Kent Roller" userId="817c41d8bb86f71b" providerId="LiveId" clId="{D19EBC7D-D51E-43BB-83D3-DFA1E271EED6}" dt="2023-12-08T03:44:09.883" v="8" actId="14100"/>
      <pc:docMkLst>
        <pc:docMk/>
      </pc:docMkLst>
      <pc:sldChg chg="addSp delSp modSp mod">
        <pc:chgData name="Kent Roller" userId="817c41d8bb86f71b" providerId="LiveId" clId="{D19EBC7D-D51E-43BB-83D3-DFA1E271EED6}" dt="2023-12-08T03:44:09.883" v="8" actId="14100"/>
        <pc:sldMkLst>
          <pc:docMk/>
          <pc:sldMk cId="1484341599" sldId="335"/>
        </pc:sldMkLst>
        <pc:spChg chg="add del mod">
          <ac:chgData name="Kent Roller" userId="817c41d8bb86f71b" providerId="LiveId" clId="{D19EBC7D-D51E-43BB-83D3-DFA1E271EED6}" dt="2023-12-08T03:43:53.070" v="1" actId="931"/>
          <ac:spMkLst>
            <pc:docMk/>
            <pc:sldMk cId="1484341599" sldId="335"/>
            <ac:spMk id="4" creationId="{AE93BC06-7F1E-28AF-DFA6-B2A6C56E65C1}"/>
          </ac:spMkLst>
        </pc:spChg>
        <pc:picChg chg="add mod">
          <ac:chgData name="Kent Roller" userId="817c41d8bb86f71b" providerId="LiveId" clId="{D19EBC7D-D51E-43BB-83D3-DFA1E271EED6}" dt="2023-12-08T03:44:09.883" v="8" actId="14100"/>
          <ac:picMkLst>
            <pc:docMk/>
            <pc:sldMk cId="1484341599" sldId="335"/>
            <ac:picMk id="7" creationId="{ADBDC42C-8DE9-1C42-4156-EFCE2C57F7E6}"/>
          </ac:picMkLst>
        </pc:picChg>
        <pc:picChg chg="del">
          <ac:chgData name="Kent Roller" userId="817c41d8bb86f71b" providerId="LiveId" clId="{D19EBC7D-D51E-43BB-83D3-DFA1E271EED6}" dt="2023-12-08T03:43:40.348" v="0" actId="478"/>
          <ac:picMkLst>
            <pc:docMk/>
            <pc:sldMk cId="1484341599" sldId="335"/>
            <ac:picMk id="8" creationId="{669F345C-E420-C3BA-65EE-362727E47712}"/>
          </ac:picMkLst>
        </pc:picChg>
      </pc:sldChg>
    </pc:docChg>
  </pc:docChgLst>
  <pc:docChgLst>
    <pc:chgData name="Guest User" providerId="Windows Live" clId="Web-{321F76D5-7A0E-49FB-A279-193F3B19DE0A}"/>
    <pc:docChg chg="addSld modSld">
      <pc:chgData name="Guest User" userId="" providerId="Windows Live" clId="Web-{321F76D5-7A0E-49FB-A279-193F3B19DE0A}" dt="2023-11-15T18:44:29.092" v="148" actId="14100"/>
      <pc:docMkLst>
        <pc:docMk/>
      </pc:docMkLst>
      <pc:sldChg chg="addSp delSp modSp new">
        <pc:chgData name="Guest User" userId="" providerId="Windows Live" clId="Web-{321F76D5-7A0E-49FB-A279-193F3B19DE0A}" dt="2023-11-15T18:44:29.092" v="148" actId="14100"/>
        <pc:sldMkLst>
          <pc:docMk/>
          <pc:sldMk cId="523094126" sldId="344"/>
        </pc:sldMkLst>
        <pc:spChg chg="mod">
          <ac:chgData name="Guest User" userId="" providerId="Windows Live" clId="Web-{321F76D5-7A0E-49FB-A279-193F3B19DE0A}" dt="2023-11-15T18:43:01.949" v="31" actId="20577"/>
          <ac:spMkLst>
            <pc:docMk/>
            <pc:sldMk cId="523094126" sldId="344"/>
            <ac:spMk id="2" creationId="{E03828B4-9BC1-2C73-8499-11F2422A4350}"/>
          </ac:spMkLst>
        </pc:spChg>
        <pc:spChg chg="del">
          <ac:chgData name="Guest User" userId="" providerId="Windows Live" clId="Web-{321F76D5-7A0E-49FB-A279-193F3B19DE0A}" dt="2023-11-15T18:43:15.293" v="32"/>
          <ac:spMkLst>
            <pc:docMk/>
            <pc:sldMk cId="523094126" sldId="344"/>
            <ac:spMk id="3" creationId="{F68BD6BE-F92A-20BD-7A23-FB4CBBE8C889}"/>
          </ac:spMkLst>
        </pc:spChg>
        <pc:spChg chg="add mod">
          <ac:chgData name="Guest User" userId="" providerId="Windows Live" clId="Web-{321F76D5-7A0E-49FB-A279-193F3B19DE0A}" dt="2023-11-15T18:44:29.092" v="148" actId="14100"/>
          <ac:spMkLst>
            <pc:docMk/>
            <pc:sldMk cId="523094126" sldId="344"/>
            <ac:spMk id="5" creationId="{6308107F-4049-4772-0591-E3B6E853E59B}"/>
          </ac:spMkLst>
        </pc:spChg>
        <pc:picChg chg="add mod ord">
          <ac:chgData name="Guest User" userId="" providerId="Windows Live" clId="Web-{321F76D5-7A0E-49FB-A279-193F3B19DE0A}" dt="2023-11-15T18:43:20.730" v="33" actId="1076"/>
          <ac:picMkLst>
            <pc:docMk/>
            <pc:sldMk cId="523094126" sldId="344"/>
            <ac:picMk id="4" creationId="{6321D767-29A8-2DC2-7026-38E38C18104B}"/>
          </ac:picMkLst>
        </pc:picChg>
      </pc:sldChg>
    </pc:docChg>
  </pc:docChgLst>
  <pc:docChgLst>
    <pc:chgData name="Guest User" providerId="Windows Live" clId="Web-{27327BEF-258C-4289-8A0C-97E7F6DB3FBE}"/>
    <pc:docChg chg="modSld sldOrd">
      <pc:chgData name="Guest User" userId="" providerId="Windows Live" clId="Web-{27327BEF-258C-4289-8A0C-97E7F6DB3FBE}" dt="2023-11-15T18:29:58.789" v="29" actId="14100"/>
      <pc:docMkLst>
        <pc:docMk/>
      </pc:docMkLst>
      <pc:sldChg chg="ord">
        <pc:chgData name="Guest User" userId="" providerId="Windows Live" clId="Web-{27327BEF-258C-4289-8A0C-97E7F6DB3FBE}" dt="2023-11-15T18:20:46.054" v="11"/>
        <pc:sldMkLst>
          <pc:docMk/>
          <pc:sldMk cId="4173219517" sldId="330"/>
        </pc:sldMkLst>
      </pc:sldChg>
      <pc:sldChg chg="addSp delSp modSp">
        <pc:chgData name="Guest User" userId="" providerId="Windows Live" clId="Web-{27327BEF-258C-4289-8A0C-97E7F6DB3FBE}" dt="2023-11-15T18:29:58.789" v="29" actId="14100"/>
        <pc:sldMkLst>
          <pc:docMk/>
          <pc:sldMk cId="4216175247" sldId="331"/>
        </pc:sldMkLst>
        <pc:spChg chg="mod">
          <ac:chgData name="Guest User" userId="" providerId="Windows Live" clId="Web-{27327BEF-258C-4289-8A0C-97E7F6DB3FBE}" dt="2023-11-15T18:28:36.942" v="21" actId="1076"/>
          <ac:spMkLst>
            <pc:docMk/>
            <pc:sldMk cId="4216175247" sldId="331"/>
            <ac:spMk id="2" creationId="{0D4575BA-6FD6-DDCE-57D6-3D9C6A93FB24}"/>
          </ac:spMkLst>
        </pc:spChg>
        <pc:spChg chg="mod">
          <ac:chgData name="Guest User" userId="" providerId="Windows Live" clId="Web-{27327BEF-258C-4289-8A0C-97E7F6DB3FBE}" dt="2023-11-15T18:29:58.789" v="29" actId="14100"/>
          <ac:spMkLst>
            <pc:docMk/>
            <pc:sldMk cId="4216175247" sldId="331"/>
            <ac:spMk id="4" creationId="{DD2564F1-3761-3507-E670-4AC09F623FB9}"/>
          </ac:spMkLst>
        </pc:spChg>
        <pc:spChg chg="add del mod">
          <ac:chgData name="Guest User" userId="" providerId="Windows Live" clId="Web-{27327BEF-258C-4289-8A0C-97E7F6DB3FBE}" dt="2023-11-15T18:19:18.911" v="1"/>
          <ac:spMkLst>
            <pc:docMk/>
            <pc:sldMk cId="4216175247" sldId="331"/>
            <ac:spMk id="5" creationId="{E403C12F-BD23-37C1-0119-35513FB806B4}"/>
          </ac:spMkLst>
        </pc:spChg>
        <pc:spChg chg="add del mod">
          <ac:chgData name="Guest User" userId="" providerId="Windows Live" clId="Web-{27327BEF-258C-4289-8A0C-97E7F6DB3FBE}" dt="2023-11-15T18:19:38.771" v="3"/>
          <ac:spMkLst>
            <pc:docMk/>
            <pc:sldMk cId="4216175247" sldId="331"/>
            <ac:spMk id="9" creationId="{AD4A4549-9440-10D4-E403-0E7DE257F6B9}"/>
          </ac:spMkLst>
        </pc:spChg>
        <pc:spChg chg="add del mod">
          <ac:chgData name="Guest User" userId="" providerId="Windows Live" clId="Web-{27327BEF-258C-4289-8A0C-97E7F6DB3FBE}" dt="2023-11-15T18:27:53.332" v="14"/>
          <ac:spMkLst>
            <pc:docMk/>
            <pc:sldMk cId="4216175247" sldId="331"/>
            <ac:spMk id="24" creationId="{4BC0C259-1A09-113F-477B-554F1DB569C9}"/>
          </ac:spMkLst>
        </pc:spChg>
        <pc:picChg chg="del">
          <ac:chgData name="Guest User" userId="" providerId="Windows Live" clId="Web-{27327BEF-258C-4289-8A0C-97E7F6DB3FBE}" dt="2023-11-15T18:10:42.943" v="0"/>
          <ac:picMkLst>
            <pc:docMk/>
            <pc:sldMk cId="4216175247" sldId="331"/>
            <ac:picMk id="6" creationId="{F0A4CD59-ABEF-72D9-3676-228BE8C2DF85}"/>
          </ac:picMkLst>
        </pc:picChg>
        <pc:picChg chg="add del mod ord">
          <ac:chgData name="Guest User" userId="" providerId="Windows Live" clId="Web-{27327BEF-258C-4289-8A0C-97E7F6DB3FBE}" dt="2023-11-15T18:19:25.068" v="2"/>
          <ac:picMkLst>
            <pc:docMk/>
            <pc:sldMk cId="4216175247" sldId="331"/>
            <ac:picMk id="7" creationId="{4063BC7F-2B0F-9FCE-A110-701D296E3F0C}"/>
          </ac:picMkLst>
        </pc:picChg>
        <pc:picChg chg="add del mod ord">
          <ac:chgData name="Guest User" userId="" providerId="Windows Live" clId="Web-{27327BEF-258C-4289-8A0C-97E7F6DB3FBE}" dt="2023-11-15T18:27:31.816" v="13"/>
          <ac:picMkLst>
            <pc:docMk/>
            <pc:sldMk cId="4216175247" sldId="331"/>
            <ac:picMk id="10" creationId="{33707CBF-5E78-FDB5-7469-E061FF80CAC0}"/>
          </ac:picMkLst>
        </pc:picChg>
        <pc:picChg chg="add mod ord">
          <ac:chgData name="Guest User" userId="" providerId="Windows Live" clId="Web-{27327BEF-258C-4289-8A0C-97E7F6DB3FBE}" dt="2023-11-15T18:28:58.256" v="26" actId="14100"/>
          <ac:picMkLst>
            <pc:docMk/>
            <pc:sldMk cId="4216175247" sldId="331"/>
            <ac:picMk id="25" creationId="{798CEEA5-85AF-D8B3-FB69-26297CE93CE6}"/>
          </ac:picMkLst>
        </pc:picChg>
      </pc:sldChg>
    </pc:docChg>
  </pc:docChgLst>
  <pc:docChgLst>
    <pc:chgData name="Kent Roller" userId="817c41d8bb86f71b" providerId="Windows Live" clId="Web-{FF96F06E-E21D-44A3-8EDA-647B80C86282}"/>
    <pc:docChg chg="addSld modSld">
      <pc:chgData name="Kent Roller" userId="817c41d8bb86f71b" providerId="Windows Live" clId="Web-{FF96F06E-E21D-44A3-8EDA-647B80C86282}" dt="2023-12-09T03:29:52.466" v="276" actId="14100"/>
      <pc:docMkLst>
        <pc:docMk/>
      </pc:docMkLst>
      <pc:sldChg chg="addSp delSp modSp">
        <pc:chgData name="Kent Roller" userId="817c41d8bb86f71b" providerId="Windows Live" clId="Web-{FF96F06E-E21D-44A3-8EDA-647B80C86282}" dt="2023-12-08T19:21:39.845" v="25" actId="14100"/>
        <pc:sldMkLst>
          <pc:docMk/>
          <pc:sldMk cId="268918936" sldId="306"/>
        </pc:sldMkLst>
        <pc:picChg chg="add mod">
          <ac:chgData name="Kent Roller" userId="817c41d8bb86f71b" providerId="Windows Live" clId="Web-{FF96F06E-E21D-44A3-8EDA-647B80C86282}" dt="2023-12-08T19:21:39.845" v="25" actId="14100"/>
          <ac:picMkLst>
            <pc:docMk/>
            <pc:sldMk cId="268918936" sldId="306"/>
            <ac:picMk id="3" creationId="{61489ACC-F742-204D-5B7E-CE60CB0821B2}"/>
          </ac:picMkLst>
        </pc:picChg>
        <pc:picChg chg="del">
          <ac:chgData name="Kent Roller" userId="817c41d8bb86f71b" providerId="Windows Live" clId="Web-{FF96F06E-E21D-44A3-8EDA-647B80C86282}" dt="2023-12-08T19:21:03.828" v="16"/>
          <ac:picMkLst>
            <pc:docMk/>
            <pc:sldMk cId="268918936" sldId="306"/>
            <ac:picMk id="4" creationId="{AB9C32CF-7C1E-FB8B-0652-953D423B1A8D}"/>
          </ac:picMkLst>
        </pc:picChg>
      </pc:sldChg>
      <pc:sldChg chg="addSp delSp modSp">
        <pc:chgData name="Kent Roller" userId="817c41d8bb86f71b" providerId="Windows Live" clId="Web-{FF96F06E-E21D-44A3-8EDA-647B80C86282}" dt="2023-12-08T20:20:05.422" v="32" actId="14100"/>
        <pc:sldMkLst>
          <pc:docMk/>
          <pc:sldMk cId="61061151" sldId="332"/>
        </pc:sldMkLst>
        <pc:spChg chg="add del mod">
          <ac:chgData name="Kent Roller" userId="817c41d8bb86f71b" providerId="Windows Live" clId="Web-{FF96F06E-E21D-44A3-8EDA-647B80C86282}" dt="2023-12-08T20:19:49.140" v="27"/>
          <ac:spMkLst>
            <pc:docMk/>
            <pc:sldMk cId="61061151" sldId="332"/>
            <ac:spMk id="4" creationId="{CD743299-2CD0-9653-0298-F473F8C853EF}"/>
          </ac:spMkLst>
        </pc:spChg>
        <pc:picChg chg="del">
          <ac:chgData name="Kent Roller" userId="817c41d8bb86f71b" providerId="Windows Live" clId="Web-{FF96F06E-E21D-44A3-8EDA-647B80C86282}" dt="2023-12-08T20:19:40.749" v="26"/>
          <ac:picMkLst>
            <pc:docMk/>
            <pc:sldMk cId="61061151" sldId="332"/>
            <ac:picMk id="5" creationId="{601915C8-E8EA-0102-DDF0-AFB1D454AAEE}"/>
          </ac:picMkLst>
        </pc:picChg>
        <pc:picChg chg="add mod ord">
          <ac:chgData name="Kent Roller" userId="817c41d8bb86f71b" providerId="Windows Live" clId="Web-{FF96F06E-E21D-44A3-8EDA-647B80C86282}" dt="2023-12-08T20:20:05.422" v="32" actId="14100"/>
          <ac:picMkLst>
            <pc:docMk/>
            <pc:sldMk cId="61061151" sldId="332"/>
            <ac:picMk id="7" creationId="{3B118259-9CB8-6127-B8C5-8F5AA0A18BD0}"/>
          </ac:picMkLst>
        </pc:picChg>
      </pc:sldChg>
      <pc:sldChg chg="addSp delSp modSp">
        <pc:chgData name="Kent Roller" userId="817c41d8bb86f71b" providerId="Windows Live" clId="Web-{FF96F06E-E21D-44A3-8EDA-647B80C86282}" dt="2023-12-08T20:56:52.836" v="42" actId="20577"/>
        <pc:sldMkLst>
          <pc:docMk/>
          <pc:sldMk cId="4193707068" sldId="333"/>
        </pc:sldMkLst>
        <pc:spChg chg="add del mod">
          <ac:chgData name="Kent Roller" userId="817c41d8bb86f71b" providerId="Windows Live" clId="Web-{FF96F06E-E21D-44A3-8EDA-647B80C86282}" dt="2023-12-08T20:56:22.992" v="34"/>
          <ac:spMkLst>
            <pc:docMk/>
            <pc:sldMk cId="4193707068" sldId="333"/>
            <ac:spMk id="4" creationId="{EB764C19-B6F0-6764-9B27-D9FD5DA01D99}"/>
          </ac:spMkLst>
        </pc:spChg>
        <pc:spChg chg="mod">
          <ac:chgData name="Kent Roller" userId="817c41d8bb86f71b" providerId="Windows Live" clId="Web-{FF96F06E-E21D-44A3-8EDA-647B80C86282}" dt="2023-12-08T20:56:52.836" v="42" actId="20577"/>
          <ac:spMkLst>
            <pc:docMk/>
            <pc:sldMk cId="4193707068" sldId="333"/>
            <ac:spMk id="6" creationId="{D6596651-B89F-1376-8E67-776CC8DE2B4C}"/>
          </ac:spMkLst>
        </pc:spChg>
        <pc:picChg chg="del">
          <ac:chgData name="Kent Roller" userId="817c41d8bb86f71b" providerId="Windows Live" clId="Web-{FF96F06E-E21D-44A3-8EDA-647B80C86282}" dt="2023-12-08T20:55:49.741" v="33"/>
          <ac:picMkLst>
            <pc:docMk/>
            <pc:sldMk cId="4193707068" sldId="333"/>
            <ac:picMk id="5" creationId="{9AD68277-9E28-5E22-AE77-5DFF1986A6B3}"/>
          </ac:picMkLst>
        </pc:picChg>
        <pc:picChg chg="add mod ord">
          <ac:chgData name="Kent Roller" userId="817c41d8bb86f71b" providerId="Windows Live" clId="Web-{FF96F06E-E21D-44A3-8EDA-647B80C86282}" dt="2023-12-08T20:56:36.070" v="38" actId="14100"/>
          <ac:picMkLst>
            <pc:docMk/>
            <pc:sldMk cId="4193707068" sldId="333"/>
            <ac:picMk id="7" creationId="{7D706F01-1019-501C-021B-BAA67C985879}"/>
          </ac:picMkLst>
        </pc:picChg>
      </pc:sldChg>
      <pc:sldChg chg="addSp delSp modSp">
        <pc:chgData name="Kent Roller" userId="817c41d8bb86f71b" providerId="Windows Live" clId="Web-{FF96F06E-E21D-44A3-8EDA-647B80C86282}" dt="2023-12-08T19:15:29.114" v="15" actId="1076"/>
        <pc:sldMkLst>
          <pc:docMk/>
          <pc:sldMk cId="1796065695" sldId="336"/>
        </pc:sldMkLst>
        <pc:spChg chg="add del mod">
          <ac:chgData name="Kent Roller" userId="817c41d8bb86f71b" providerId="Windows Live" clId="Web-{FF96F06E-E21D-44A3-8EDA-647B80C86282}" dt="2023-12-08T19:13:50.173" v="1"/>
          <ac:spMkLst>
            <pc:docMk/>
            <pc:sldMk cId="1796065695" sldId="336"/>
            <ac:spMk id="4" creationId="{486B23E5-E12E-FAE8-4B71-94E827604E37}"/>
          </ac:spMkLst>
        </pc:spChg>
        <pc:spChg chg="mod">
          <ac:chgData name="Kent Roller" userId="817c41d8bb86f71b" providerId="Windows Live" clId="Web-{FF96F06E-E21D-44A3-8EDA-647B80C86282}" dt="2023-12-08T19:15:29.114" v="15" actId="1076"/>
          <ac:spMkLst>
            <pc:docMk/>
            <pc:sldMk cId="1796065695" sldId="336"/>
            <ac:spMk id="6" creationId="{186B8AB9-5F06-251D-9EF3-639FA18A8CA6}"/>
          </ac:spMkLst>
        </pc:spChg>
        <pc:picChg chg="add mod ord">
          <ac:chgData name="Kent Roller" userId="817c41d8bb86f71b" providerId="Windows Live" clId="Web-{FF96F06E-E21D-44A3-8EDA-647B80C86282}" dt="2023-12-08T19:15:12.410" v="14" actId="14100"/>
          <ac:picMkLst>
            <pc:docMk/>
            <pc:sldMk cId="1796065695" sldId="336"/>
            <ac:picMk id="5" creationId="{376F5237-83CD-9DDF-D25C-7F61FDC0E49D}"/>
          </ac:picMkLst>
        </pc:picChg>
        <pc:picChg chg="del">
          <ac:chgData name="Kent Roller" userId="817c41d8bb86f71b" providerId="Windows Live" clId="Web-{FF96F06E-E21D-44A3-8EDA-647B80C86282}" dt="2023-12-08T19:13:43.314" v="0"/>
          <ac:picMkLst>
            <pc:docMk/>
            <pc:sldMk cId="1796065695" sldId="336"/>
            <ac:picMk id="7" creationId="{3064794A-33DC-E22F-5387-CF6191AEFC0F}"/>
          </ac:picMkLst>
        </pc:picChg>
      </pc:sldChg>
      <pc:sldChg chg="addSp delSp modSp new">
        <pc:chgData name="Kent Roller" userId="817c41d8bb86f71b" providerId="Windows Live" clId="Web-{FF96F06E-E21D-44A3-8EDA-647B80C86282}" dt="2023-12-09T03:20:24.431" v="141" actId="20577"/>
        <pc:sldMkLst>
          <pc:docMk/>
          <pc:sldMk cId="2040230194" sldId="353"/>
        </pc:sldMkLst>
        <pc:spChg chg="mod">
          <ac:chgData name="Kent Roller" userId="817c41d8bb86f71b" providerId="Windows Live" clId="Web-{FF96F06E-E21D-44A3-8EDA-647B80C86282}" dt="2023-12-09T03:17:54.098" v="64" actId="1076"/>
          <ac:spMkLst>
            <pc:docMk/>
            <pc:sldMk cId="2040230194" sldId="353"/>
            <ac:spMk id="2" creationId="{6EFCA51E-D39B-F3DA-073C-DEEEE6695A34}"/>
          </ac:spMkLst>
        </pc:spChg>
        <pc:spChg chg="del">
          <ac:chgData name="Kent Roller" userId="817c41d8bb86f71b" providerId="Windows Live" clId="Web-{FF96F06E-E21D-44A3-8EDA-647B80C86282}" dt="2023-12-09T03:18:09.598" v="65"/>
          <ac:spMkLst>
            <pc:docMk/>
            <pc:sldMk cId="2040230194" sldId="353"/>
            <ac:spMk id="3" creationId="{80DC56A7-4267-69DD-9738-66377195FF63}"/>
          </ac:spMkLst>
        </pc:spChg>
        <pc:spChg chg="add mod">
          <ac:chgData name="Kent Roller" userId="817c41d8bb86f71b" providerId="Windows Live" clId="Web-{FF96F06E-E21D-44A3-8EDA-647B80C86282}" dt="2023-12-09T03:20:24.431" v="141" actId="20577"/>
          <ac:spMkLst>
            <pc:docMk/>
            <pc:sldMk cId="2040230194" sldId="353"/>
            <ac:spMk id="5" creationId="{369874C4-3421-FA26-5C0C-F674C8B6CB55}"/>
          </ac:spMkLst>
        </pc:spChg>
        <pc:picChg chg="add mod ord">
          <ac:chgData name="Kent Roller" userId="817c41d8bb86f71b" providerId="Windows Live" clId="Web-{FF96F06E-E21D-44A3-8EDA-647B80C86282}" dt="2023-12-09T03:18:36.271" v="70" actId="1076"/>
          <ac:picMkLst>
            <pc:docMk/>
            <pc:sldMk cId="2040230194" sldId="353"/>
            <ac:picMk id="4" creationId="{EDDF744E-DC89-1FAA-AF1E-A30424390E8A}"/>
          </ac:picMkLst>
        </pc:picChg>
      </pc:sldChg>
      <pc:sldChg chg="addSp delSp modSp new">
        <pc:chgData name="Kent Roller" userId="817c41d8bb86f71b" providerId="Windows Live" clId="Web-{FF96F06E-E21D-44A3-8EDA-647B80C86282}" dt="2023-12-09T03:29:52.466" v="276" actId="14100"/>
        <pc:sldMkLst>
          <pc:docMk/>
          <pc:sldMk cId="705430198" sldId="354"/>
        </pc:sldMkLst>
        <pc:spChg chg="mod">
          <ac:chgData name="Kent Roller" userId="817c41d8bb86f71b" providerId="Windows Live" clId="Web-{FF96F06E-E21D-44A3-8EDA-647B80C86282}" dt="2023-12-09T03:25:18.472" v="178" actId="1076"/>
          <ac:spMkLst>
            <pc:docMk/>
            <pc:sldMk cId="705430198" sldId="354"/>
            <ac:spMk id="2" creationId="{4487A20E-62F9-F2C1-A39F-99C7B25BAAFE}"/>
          </ac:spMkLst>
        </pc:spChg>
        <pc:spChg chg="del">
          <ac:chgData name="Kent Roller" userId="817c41d8bb86f71b" providerId="Windows Live" clId="Web-{FF96F06E-E21D-44A3-8EDA-647B80C86282}" dt="2023-12-09T03:24:20.611" v="143"/>
          <ac:spMkLst>
            <pc:docMk/>
            <pc:sldMk cId="705430198" sldId="354"/>
            <ac:spMk id="3" creationId="{D899D471-93DB-BEFF-1E5B-F3224090FE9F}"/>
          </ac:spMkLst>
        </pc:spChg>
        <pc:spChg chg="add mod">
          <ac:chgData name="Kent Roller" userId="817c41d8bb86f71b" providerId="Windows Live" clId="Web-{FF96F06E-E21D-44A3-8EDA-647B80C86282}" dt="2023-12-09T03:29:33.950" v="273" actId="14100"/>
          <ac:spMkLst>
            <pc:docMk/>
            <pc:sldMk cId="705430198" sldId="354"/>
            <ac:spMk id="5" creationId="{76B75E4F-BD3C-1DD8-6498-CA9F786D6C8D}"/>
          </ac:spMkLst>
        </pc:spChg>
        <pc:picChg chg="add mod ord">
          <ac:chgData name="Kent Roller" userId="817c41d8bb86f71b" providerId="Windows Live" clId="Web-{FF96F06E-E21D-44A3-8EDA-647B80C86282}" dt="2023-12-09T03:29:52.466" v="276" actId="14100"/>
          <ac:picMkLst>
            <pc:docMk/>
            <pc:sldMk cId="705430198" sldId="354"/>
            <ac:picMk id="4" creationId="{F174A7A1-01F6-DD57-8CC1-08F06CBCFD66}"/>
          </ac:picMkLst>
        </pc:picChg>
      </pc:sldChg>
    </pc:docChg>
  </pc:docChgLst>
  <pc:docChgLst>
    <pc:chgData name="Guest User" providerId="Windows Live" clId="Web-{2D11F0F2-F9AE-4F2F-A00B-C7C9EF495A0F}"/>
    <pc:docChg chg="addSld modSld">
      <pc:chgData name="Guest User" userId="" providerId="Windows Live" clId="Web-{2D11F0F2-F9AE-4F2F-A00B-C7C9EF495A0F}" dt="2023-12-11T17:05:58.203" v="906" actId="20577"/>
      <pc:docMkLst>
        <pc:docMk/>
      </pc:docMkLst>
      <pc:sldChg chg="modSp new">
        <pc:chgData name="Guest User" userId="" providerId="Windows Live" clId="Web-{2D11F0F2-F9AE-4F2F-A00B-C7C9EF495A0F}" dt="2023-12-11T17:02:02.117" v="410" actId="20577"/>
        <pc:sldMkLst>
          <pc:docMk/>
          <pc:sldMk cId="3860527901" sldId="357"/>
        </pc:sldMkLst>
        <pc:spChg chg="mod">
          <ac:chgData name="Guest User" userId="" providerId="Windows Live" clId="Web-{2D11F0F2-F9AE-4F2F-A00B-C7C9EF495A0F}" dt="2023-12-11T16:58:31.562" v="34" actId="1076"/>
          <ac:spMkLst>
            <pc:docMk/>
            <pc:sldMk cId="3860527901" sldId="357"/>
            <ac:spMk id="2" creationId="{247D452C-4313-DC34-F612-1B15DFD4B8FD}"/>
          </ac:spMkLst>
        </pc:spChg>
        <pc:spChg chg="mod">
          <ac:chgData name="Guest User" userId="" providerId="Windows Live" clId="Web-{2D11F0F2-F9AE-4F2F-A00B-C7C9EF495A0F}" dt="2023-12-11T17:02:02.117" v="410" actId="20577"/>
          <ac:spMkLst>
            <pc:docMk/>
            <pc:sldMk cId="3860527901" sldId="357"/>
            <ac:spMk id="3" creationId="{F366ED3D-D3DE-4EC5-F1D3-DA898CB60D5D}"/>
          </ac:spMkLst>
        </pc:spChg>
      </pc:sldChg>
      <pc:sldChg chg="modSp new">
        <pc:chgData name="Guest User" userId="" providerId="Windows Live" clId="Web-{2D11F0F2-F9AE-4F2F-A00B-C7C9EF495A0F}" dt="2023-12-11T17:05:58.203" v="906" actId="20577"/>
        <pc:sldMkLst>
          <pc:docMk/>
          <pc:sldMk cId="1361260232" sldId="358"/>
        </pc:sldMkLst>
        <pc:spChg chg="mod">
          <ac:chgData name="Guest User" userId="" providerId="Windows Live" clId="Web-{2D11F0F2-F9AE-4F2F-A00B-C7C9EF495A0F}" dt="2023-12-11T17:02:12.758" v="422" actId="20577"/>
          <ac:spMkLst>
            <pc:docMk/>
            <pc:sldMk cId="1361260232" sldId="358"/>
            <ac:spMk id="2" creationId="{267D65AE-3455-5B4C-0F42-7C03ED9147E3}"/>
          </ac:spMkLst>
        </pc:spChg>
        <pc:spChg chg="mod">
          <ac:chgData name="Guest User" userId="" providerId="Windows Live" clId="Web-{2D11F0F2-F9AE-4F2F-A00B-C7C9EF495A0F}" dt="2023-12-11T17:05:58.203" v="906" actId="20577"/>
          <ac:spMkLst>
            <pc:docMk/>
            <pc:sldMk cId="1361260232" sldId="358"/>
            <ac:spMk id="3" creationId="{EDBF1A3E-980D-EEC0-0886-EFAB7EBC9C67}"/>
          </ac:spMkLst>
        </pc:spChg>
      </pc:sldChg>
    </pc:docChg>
  </pc:docChgLst>
  <pc:docChgLst>
    <pc:chgData name="Guest User" providerId="Windows Live" clId="Web-{D94CA403-5352-4244-B5C1-92EB00300A58}"/>
    <pc:docChg chg="addSld delSld modSld sldOrd">
      <pc:chgData name="Guest User" userId="" providerId="Windows Live" clId="Web-{D94CA403-5352-4244-B5C1-92EB00300A58}" dt="2023-12-06T15:17:07.293" v="237"/>
      <pc:docMkLst>
        <pc:docMk/>
      </pc:docMkLst>
      <pc:sldChg chg="addSp delSp modSp new mod setBg">
        <pc:chgData name="Guest User" userId="" providerId="Windows Live" clId="Web-{D94CA403-5352-4244-B5C1-92EB00300A58}" dt="2023-12-06T14:22:17.681" v="65" actId="20577"/>
        <pc:sldMkLst>
          <pc:docMk/>
          <pc:sldMk cId="3451644707" sldId="345"/>
        </pc:sldMkLst>
        <pc:spChg chg="add del mod">
          <ac:chgData name="Guest User" userId="" providerId="Windows Live" clId="Web-{D94CA403-5352-4244-B5C1-92EB00300A58}" dt="2023-12-06T14:22:17.681" v="65" actId="20577"/>
          <ac:spMkLst>
            <pc:docMk/>
            <pc:sldMk cId="3451644707" sldId="345"/>
            <ac:spMk id="2" creationId="{53954F93-398F-E833-1985-61F27267DFC5}"/>
          </ac:spMkLst>
        </pc:spChg>
        <pc:spChg chg="del">
          <ac:chgData name="Guest User" userId="" providerId="Windows Live" clId="Web-{D94CA403-5352-4244-B5C1-92EB00300A58}" dt="2023-12-06T14:18:42.113" v="1"/>
          <ac:spMkLst>
            <pc:docMk/>
            <pc:sldMk cId="3451644707" sldId="345"/>
            <ac:spMk id="3" creationId="{2D7E29A8-A46B-E756-21CF-EB286565B704}"/>
          </ac:spMkLst>
        </pc:spChg>
        <pc:spChg chg="add del">
          <ac:chgData name="Guest User" userId="" providerId="Windows Live" clId="Web-{D94CA403-5352-4244-B5C1-92EB00300A58}" dt="2023-12-06T14:19:22.317" v="4"/>
          <ac:spMkLst>
            <pc:docMk/>
            <pc:sldMk cId="3451644707" sldId="345"/>
            <ac:spMk id="21" creationId="{03E8462A-FEBA-4848-81CC-3F8DA3E477BE}"/>
          </ac:spMkLst>
        </pc:spChg>
        <pc:spChg chg="add del">
          <ac:chgData name="Guest User" userId="" providerId="Windows Live" clId="Web-{D94CA403-5352-4244-B5C1-92EB00300A58}" dt="2023-12-06T14:19:22.317" v="4"/>
          <ac:spMkLst>
            <pc:docMk/>
            <pc:sldMk cId="3451644707" sldId="345"/>
            <ac:spMk id="34" creationId="{7941F9B1-B01B-4A84-89D9-B169AEB4E456}"/>
          </ac:spMkLst>
        </pc:spChg>
        <pc:grpChg chg="add del">
          <ac:chgData name="Guest User" userId="" providerId="Windows Live" clId="Web-{D94CA403-5352-4244-B5C1-92EB00300A58}" dt="2023-12-06T14:19:22.317" v="4"/>
          <ac:grpSpMkLst>
            <pc:docMk/>
            <pc:sldMk cId="3451644707" sldId="345"/>
            <ac:grpSpMk id="9" creationId="{609316A9-990D-4EC3-A671-70EE5C1493A4}"/>
          </ac:grpSpMkLst>
        </pc:grpChg>
        <pc:grpChg chg="add del">
          <ac:chgData name="Guest User" userId="" providerId="Windows Live" clId="Web-{D94CA403-5352-4244-B5C1-92EB00300A58}" dt="2023-12-06T14:19:22.317" v="4"/>
          <ac:grpSpMkLst>
            <pc:docMk/>
            <pc:sldMk cId="3451644707" sldId="345"/>
            <ac:grpSpMk id="23" creationId="{2109F83F-40FE-4DB3-84CC-09FB3340D06D}"/>
          </ac:grpSpMkLst>
        </pc:grpChg>
        <pc:picChg chg="add mod ord">
          <ac:chgData name="Guest User" userId="" providerId="Windows Live" clId="Web-{D94CA403-5352-4244-B5C1-92EB00300A58}" dt="2023-12-06T14:20:37.272" v="41" actId="1076"/>
          <ac:picMkLst>
            <pc:docMk/>
            <pc:sldMk cId="3451644707" sldId="345"/>
            <ac:picMk id="4" creationId="{1955E38C-E41A-C2EA-6B86-1A732834CD45}"/>
          </ac:picMkLst>
        </pc:picChg>
      </pc:sldChg>
      <pc:sldChg chg="addSp delSp modSp new del">
        <pc:chgData name="Guest User" userId="" providerId="Windows Live" clId="Web-{D94CA403-5352-4244-B5C1-92EB00300A58}" dt="2023-12-06T15:01:06.399" v="122"/>
        <pc:sldMkLst>
          <pc:docMk/>
          <pc:sldMk cId="3954130781" sldId="346"/>
        </pc:sldMkLst>
        <pc:spChg chg="mod">
          <ac:chgData name="Guest User" userId="" providerId="Windows Live" clId="Web-{D94CA403-5352-4244-B5C1-92EB00300A58}" dt="2023-12-06T14:35:09.824" v="80" actId="20577"/>
          <ac:spMkLst>
            <pc:docMk/>
            <pc:sldMk cId="3954130781" sldId="346"/>
            <ac:spMk id="2" creationId="{2FC24CBA-9780-3BC1-D7C0-1EBC2ADD4AB4}"/>
          </ac:spMkLst>
        </pc:spChg>
        <pc:spChg chg="del">
          <ac:chgData name="Guest User" userId="" providerId="Windows Live" clId="Web-{D94CA403-5352-4244-B5C1-92EB00300A58}" dt="2023-12-06T14:35:15.137" v="81"/>
          <ac:spMkLst>
            <pc:docMk/>
            <pc:sldMk cId="3954130781" sldId="346"/>
            <ac:spMk id="3" creationId="{C75B524D-D566-3A4A-2772-632F7A1E0AAC}"/>
          </ac:spMkLst>
        </pc:spChg>
        <pc:picChg chg="add mod ord">
          <ac:chgData name="Guest User" userId="" providerId="Windows Live" clId="Web-{D94CA403-5352-4244-B5C1-92EB00300A58}" dt="2023-12-06T14:35:26.747" v="83" actId="14100"/>
          <ac:picMkLst>
            <pc:docMk/>
            <pc:sldMk cId="3954130781" sldId="346"/>
            <ac:picMk id="4" creationId="{E392DEC7-80EC-C75B-C405-F3AD4B34209D}"/>
          </ac:picMkLst>
        </pc:picChg>
      </pc:sldChg>
      <pc:sldChg chg="addSp delSp modSp new ord">
        <pc:chgData name="Guest User" userId="" providerId="Windows Live" clId="Web-{D94CA403-5352-4244-B5C1-92EB00300A58}" dt="2023-12-06T14:57:27.688" v="121"/>
        <pc:sldMkLst>
          <pc:docMk/>
          <pc:sldMk cId="1146281855" sldId="347"/>
        </pc:sldMkLst>
        <pc:spChg chg="mod">
          <ac:chgData name="Guest User" userId="" providerId="Windows Live" clId="Web-{D94CA403-5352-4244-B5C1-92EB00300A58}" dt="2023-12-06T14:57:07.718" v="118" actId="1076"/>
          <ac:spMkLst>
            <pc:docMk/>
            <pc:sldMk cId="1146281855" sldId="347"/>
            <ac:spMk id="2" creationId="{118030FB-097D-739B-E50B-9873406592E7}"/>
          </ac:spMkLst>
        </pc:spChg>
        <pc:spChg chg="del">
          <ac:chgData name="Guest User" userId="" providerId="Windows Live" clId="Web-{D94CA403-5352-4244-B5C1-92EB00300A58}" dt="2023-12-06T14:55:59.185" v="107"/>
          <ac:spMkLst>
            <pc:docMk/>
            <pc:sldMk cId="1146281855" sldId="347"/>
            <ac:spMk id="3" creationId="{6A1B168F-3169-284C-A622-F1B6281323BA}"/>
          </ac:spMkLst>
        </pc:spChg>
        <pc:picChg chg="add mod ord">
          <ac:chgData name="Guest User" userId="" providerId="Windows Live" clId="Web-{D94CA403-5352-4244-B5C1-92EB00300A58}" dt="2023-12-06T14:57:20.547" v="120" actId="1076"/>
          <ac:picMkLst>
            <pc:docMk/>
            <pc:sldMk cId="1146281855" sldId="347"/>
            <ac:picMk id="4" creationId="{116C4D61-7801-E614-DCA1-B52070F99370}"/>
          </ac:picMkLst>
        </pc:picChg>
      </pc:sldChg>
      <pc:sldChg chg="addSp delSp modSp new ord">
        <pc:chgData name="Guest User" userId="" providerId="Windows Live" clId="Web-{D94CA403-5352-4244-B5C1-92EB00300A58}" dt="2023-12-06T15:17:07.293" v="237"/>
        <pc:sldMkLst>
          <pc:docMk/>
          <pc:sldMk cId="556307487" sldId="348"/>
        </pc:sldMkLst>
        <pc:spChg chg="mod">
          <ac:chgData name="Guest User" userId="" providerId="Windows Live" clId="Web-{D94CA403-5352-4244-B5C1-92EB00300A58}" dt="2023-12-06T15:15:40.165" v="236" actId="20577"/>
          <ac:spMkLst>
            <pc:docMk/>
            <pc:sldMk cId="556307487" sldId="348"/>
            <ac:spMk id="2" creationId="{D5D786DF-1F24-BD73-B7DE-FFCA998D0100}"/>
          </ac:spMkLst>
        </pc:spChg>
        <pc:spChg chg="del">
          <ac:chgData name="Guest User" userId="" providerId="Windows Live" clId="Web-{D94CA403-5352-4244-B5C1-92EB00300A58}" dt="2023-12-06T15:07:22.444" v="124"/>
          <ac:spMkLst>
            <pc:docMk/>
            <pc:sldMk cId="556307487" sldId="348"/>
            <ac:spMk id="3" creationId="{F2CB36E5-56B2-D6E4-7B7D-269862CD8585}"/>
          </ac:spMkLst>
        </pc:spChg>
        <pc:graphicFrameChg chg="add mod ord modGraphic">
          <ac:chgData name="Guest User" userId="" providerId="Windows Live" clId="Web-{D94CA403-5352-4244-B5C1-92EB00300A58}" dt="2023-12-06T15:14:27.600" v="212" actId="1076"/>
          <ac:graphicFrameMkLst>
            <pc:docMk/>
            <pc:sldMk cId="556307487" sldId="348"/>
            <ac:graphicFrameMk id="4" creationId="{B2239AFC-4D07-8A03-9C4D-E000FEADBC53}"/>
          </ac:graphicFrameMkLst>
        </pc:graphicFrameChg>
      </pc:sldChg>
    </pc:docChg>
  </pc:docChgLst>
</pc:chgInfo>
</file>

<file path=ppt/diagrams/_rels/data3.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svg"/><Relationship Id="rId1" Type="http://schemas.openxmlformats.org/officeDocument/2006/relationships/image" Target="../media/image21.png"/><Relationship Id="rId6" Type="http://schemas.openxmlformats.org/officeDocument/2006/relationships/image" Target="../media/image26.svg"/><Relationship Id="rId5" Type="http://schemas.openxmlformats.org/officeDocument/2006/relationships/image" Target="../media/image25.png"/><Relationship Id="rId10" Type="http://schemas.openxmlformats.org/officeDocument/2006/relationships/image" Target="../media/image30.svg"/><Relationship Id="rId4" Type="http://schemas.openxmlformats.org/officeDocument/2006/relationships/image" Target="../media/image24.svg"/><Relationship Id="rId9" Type="http://schemas.openxmlformats.org/officeDocument/2006/relationships/image" Target="../media/image29.png"/></Relationships>
</file>

<file path=ppt/diagrams/_rels/drawing3.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svg"/><Relationship Id="rId1" Type="http://schemas.openxmlformats.org/officeDocument/2006/relationships/image" Target="../media/image21.png"/><Relationship Id="rId6" Type="http://schemas.openxmlformats.org/officeDocument/2006/relationships/image" Target="../media/image26.svg"/><Relationship Id="rId5" Type="http://schemas.openxmlformats.org/officeDocument/2006/relationships/image" Target="../media/image25.png"/><Relationship Id="rId10" Type="http://schemas.openxmlformats.org/officeDocument/2006/relationships/image" Target="../media/image30.svg"/><Relationship Id="rId4" Type="http://schemas.openxmlformats.org/officeDocument/2006/relationships/image" Target="../media/image24.svg"/><Relationship Id="rId9" Type="http://schemas.openxmlformats.org/officeDocument/2006/relationships/image" Target="../media/image29.png"/></Relationships>
</file>

<file path=ppt/diagrams/colors1.xml><?xml version="1.0" encoding="utf-8"?>
<dgm:colorsDef xmlns:dgm="http://schemas.openxmlformats.org/drawingml/2006/diagram" xmlns:a="http://schemas.openxmlformats.org/drawingml/2006/main" uniqueId="urn:microsoft.com/office/officeart/2005/8/colors/accent2_5">
  <dgm:title val=""/>
  <dgm:desc val=""/>
  <dgm:catLst>
    <dgm:cat type="accent2" pri="11500"/>
  </dgm:catLst>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2294B2A7-222B-47AE-9991-D03643E96A21}" type="doc">
      <dgm:prSet loTypeId="urn:microsoft.com/office/officeart/2005/8/layout/default" loCatId="list" qsTypeId="urn:microsoft.com/office/officeart/2005/8/quickstyle/simple1" qsCatId="simple" csTypeId="urn:microsoft.com/office/officeart/2005/8/colors/accent2_5" csCatId="accent2" phldr="1"/>
      <dgm:spPr/>
      <dgm:t>
        <a:bodyPr/>
        <a:lstStyle/>
        <a:p>
          <a:endParaRPr lang="en-US"/>
        </a:p>
      </dgm:t>
    </dgm:pt>
    <dgm:pt modelId="{0581FE8F-5E33-4016-B3CB-DA8CBD2CF292}">
      <dgm:prSet/>
      <dgm:spPr/>
      <dgm:t>
        <a:bodyPr/>
        <a:lstStyle/>
        <a:p>
          <a:r>
            <a:rPr lang="en-US"/>
            <a:t>Collect all possible data from local government sources</a:t>
          </a:r>
        </a:p>
      </dgm:t>
    </dgm:pt>
    <dgm:pt modelId="{FFD0DDC2-1636-4244-8679-C46FF277EB89}" type="parTrans" cxnId="{6845FDC1-5428-4E0D-9F5A-1A97D5EFFCC4}">
      <dgm:prSet/>
      <dgm:spPr/>
      <dgm:t>
        <a:bodyPr/>
        <a:lstStyle/>
        <a:p>
          <a:endParaRPr lang="en-US"/>
        </a:p>
      </dgm:t>
    </dgm:pt>
    <dgm:pt modelId="{FD053785-9FED-44DA-BEA1-4D46EF305C7E}" type="sibTrans" cxnId="{6845FDC1-5428-4E0D-9F5A-1A97D5EFFCC4}">
      <dgm:prSet/>
      <dgm:spPr/>
      <dgm:t>
        <a:bodyPr/>
        <a:lstStyle/>
        <a:p>
          <a:endParaRPr lang="en-US"/>
        </a:p>
      </dgm:t>
    </dgm:pt>
    <dgm:pt modelId="{4B476F28-7144-468D-BD8C-9D4FEB64C800}">
      <dgm:prSet/>
      <dgm:spPr/>
      <dgm:t>
        <a:bodyPr/>
        <a:lstStyle/>
        <a:p>
          <a:r>
            <a:rPr lang="en-US"/>
            <a:t>Distribute</a:t>
          </a:r>
          <a:r>
            <a:rPr lang="en-US" baseline="0"/>
            <a:t> created survey to obtain additional data</a:t>
          </a:r>
          <a:endParaRPr lang="en-US"/>
        </a:p>
      </dgm:t>
    </dgm:pt>
    <dgm:pt modelId="{D2ABD19C-E13B-4F41-BC87-E47F84936B83}" type="parTrans" cxnId="{9C9A3BDF-049E-4DA7-B74E-A70905D8B145}">
      <dgm:prSet/>
      <dgm:spPr/>
      <dgm:t>
        <a:bodyPr/>
        <a:lstStyle/>
        <a:p>
          <a:endParaRPr lang="en-US"/>
        </a:p>
      </dgm:t>
    </dgm:pt>
    <dgm:pt modelId="{2810FDFA-2965-4DD1-B307-BFD23FF1CAD1}" type="sibTrans" cxnId="{9C9A3BDF-049E-4DA7-B74E-A70905D8B145}">
      <dgm:prSet/>
      <dgm:spPr/>
      <dgm:t>
        <a:bodyPr/>
        <a:lstStyle/>
        <a:p>
          <a:endParaRPr lang="en-US"/>
        </a:p>
      </dgm:t>
    </dgm:pt>
    <dgm:pt modelId="{226A761A-0D6B-42B9-ABD6-997CF109D6E5}">
      <dgm:prSet/>
      <dgm:spPr/>
      <dgm:t>
        <a:bodyPr/>
        <a:lstStyle/>
        <a:p>
          <a:r>
            <a:rPr lang="en-US"/>
            <a:t>Use</a:t>
          </a:r>
        </a:p>
        <a:p>
          <a:r>
            <a:rPr lang="en-US"/>
            <a:t>Secondary Studies</a:t>
          </a:r>
        </a:p>
        <a:p>
          <a:r>
            <a:rPr lang="en-US"/>
            <a:t>for data not found</a:t>
          </a:r>
        </a:p>
        <a:p>
          <a:r>
            <a:rPr lang="en-US"/>
            <a:t>in previous steps.</a:t>
          </a:r>
        </a:p>
      </dgm:t>
    </dgm:pt>
    <dgm:pt modelId="{6931E1B2-D3C4-4CEE-A757-C0475AB015B5}" type="parTrans" cxnId="{1596A38A-2F64-4EDB-8A88-F9278E039875}">
      <dgm:prSet/>
      <dgm:spPr/>
      <dgm:t>
        <a:bodyPr/>
        <a:lstStyle/>
        <a:p>
          <a:endParaRPr lang="en-US"/>
        </a:p>
      </dgm:t>
    </dgm:pt>
    <dgm:pt modelId="{2D9A2E04-28DA-4AA9-A36E-4CBEDF9A1B96}" type="sibTrans" cxnId="{1596A38A-2F64-4EDB-8A88-F9278E039875}">
      <dgm:prSet/>
      <dgm:spPr/>
      <dgm:t>
        <a:bodyPr/>
        <a:lstStyle/>
        <a:p>
          <a:endParaRPr lang="en-US"/>
        </a:p>
      </dgm:t>
    </dgm:pt>
    <dgm:pt modelId="{C5220825-7E54-4341-99E3-4BEA3BCF2776}">
      <dgm:prSet/>
      <dgm:spPr/>
      <dgm:t>
        <a:bodyPr/>
        <a:lstStyle/>
        <a:p>
          <a:r>
            <a:rPr lang="en-US"/>
            <a:t>Create estimates for each sport based </a:t>
          </a:r>
          <a:r>
            <a:rPr lang="en-US">
              <a:latin typeface="Trebuchet MS" panose="020B0603020202020204"/>
            </a:rPr>
            <a:t>on</a:t>
          </a:r>
          <a:r>
            <a:rPr lang="en-US"/>
            <a:t> preceding data </a:t>
          </a:r>
        </a:p>
      </dgm:t>
    </dgm:pt>
    <dgm:pt modelId="{5ACAF1CF-8671-4812-AABE-F0F8A0DD7C03}" type="parTrans" cxnId="{C67B57C1-CB27-4837-8246-A97C2F8E7064}">
      <dgm:prSet/>
      <dgm:spPr/>
      <dgm:t>
        <a:bodyPr/>
        <a:lstStyle/>
        <a:p>
          <a:endParaRPr lang="en-US"/>
        </a:p>
      </dgm:t>
    </dgm:pt>
    <dgm:pt modelId="{5D7B391B-1567-43D3-9DE6-B54837C78C3B}" type="sibTrans" cxnId="{C67B57C1-CB27-4837-8246-A97C2F8E7064}">
      <dgm:prSet/>
      <dgm:spPr/>
      <dgm:t>
        <a:bodyPr/>
        <a:lstStyle/>
        <a:p>
          <a:endParaRPr lang="en-US"/>
        </a:p>
      </dgm:t>
    </dgm:pt>
    <dgm:pt modelId="{0D6AF1A7-DB52-4734-B4B6-8DC5B5381528}">
      <dgm:prSet/>
      <dgm:spPr/>
      <dgm:t>
        <a:bodyPr/>
        <a:lstStyle/>
        <a:p>
          <a:r>
            <a:rPr lang="en-US"/>
            <a:t>Apply multipliers using RIMS II I/O model table for the region </a:t>
          </a:r>
        </a:p>
      </dgm:t>
    </dgm:pt>
    <dgm:pt modelId="{0EFE6295-620D-4996-9E28-528FB5DD8142}" type="parTrans" cxnId="{8F368D03-1E03-46FA-82B1-A560DC00F3F6}">
      <dgm:prSet/>
      <dgm:spPr/>
      <dgm:t>
        <a:bodyPr/>
        <a:lstStyle/>
        <a:p>
          <a:endParaRPr lang="en-US"/>
        </a:p>
      </dgm:t>
    </dgm:pt>
    <dgm:pt modelId="{7CABCA28-E979-4223-AB9F-2728CA6AD3B3}" type="sibTrans" cxnId="{8F368D03-1E03-46FA-82B1-A560DC00F3F6}">
      <dgm:prSet/>
      <dgm:spPr/>
      <dgm:t>
        <a:bodyPr/>
        <a:lstStyle/>
        <a:p>
          <a:endParaRPr lang="en-US"/>
        </a:p>
      </dgm:t>
    </dgm:pt>
    <dgm:pt modelId="{E6F950FC-187D-4123-920E-41E9B66ADEEE}" type="pres">
      <dgm:prSet presAssocID="{2294B2A7-222B-47AE-9991-D03643E96A21}" presName="diagram" presStyleCnt="0">
        <dgm:presLayoutVars>
          <dgm:dir/>
          <dgm:resizeHandles val="exact"/>
        </dgm:presLayoutVars>
      </dgm:prSet>
      <dgm:spPr/>
    </dgm:pt>
    <dgm:pt modelId="{34FA69AA-809A-41D6-97C3-2EF37A33DB13}" type="pres">
      <dgm:prSet presAssocID="{0581FE8F-5E33-4016-B3CB-DA8CBD2CF292}" presName="node" presStyleLbl="node1" presStyleIdx="0" presStyleCnt="5">
        <dgm:presLayoutVars>
          <dgm:bulletEnabled val="1"/>
        </dgm:presLayoutVars>
      </dgm:prSet>
      <dgm:spPr/>
    </dgm:pt>
    <dgm:pt modelId="{AAEC02E3-270F-4260-84A4-AECB74BA6ABC}" type="pres">
      <dgm:prSet presAssocID="{FD053785-9FED-44DA-BEA1-4D46EF305C7E}" presName="sibTrans" presStyleCnt="0"/>
      <dgm:spPr/>
    </dgm:pt>
    <dgm:pt modelId="{14EEA276-BF6C-4D04-8EF7-65AF9E2D5A6D}" type="pres">
      <dgm:prSet presAssocID="{4B476F28-7144-468D-BD8C-9D4FEB64C800}" presName="node" presStyleLbl="node1" presStyleIdx="1" presStyleCnt="5">
        <dgm:presLayoutVars>
          <dgm:bulletEnabled val="1"/>
        </dgm:presLayoutVars>
      </dgm:prSet>
      <dgm:spPr/>
    </dgm:pt>
    <dgm:pt modelId="{E1CCCA66-3EC4-46AD-BFEC-A589EE14AC32}" type="pres">
      <dgm:prSet presAssocID="{2810FDFA-2965-4DD1-B307-BFD23FF1CAD1}" presName="sibTrans" presStyleCnt="0"/>
      <dgm:spPr/>
    </dgm:pt>
    <dgm:pt modelId="{07827EF7-FDB0-4453-BB93-2FDB41E30019}" type="pres">
      <dgm:prSet presAssocID="{226A761A-0D6B-42B9-ABD6-997CF109D6E5}" presName="node" presStyleLbl="node1" presStyleIdx="2" presStyleCnt="5">
        <dgm:presLayoutVars>
          <dgm:bulletEnabled val="1"/>
        </dgm:presLayoutVars>
      </dgm:prSet>
      <dgm:spPr/>
    </dgm:pt>
    <dgm:pt modelId="{CFA29E23-04CB-4FBD-88AB-13944E05A4F2}" type="pres">
      <dgm:prSet presAssocID="{2D9A2E04-28DA-4AA9-A36E-4CBEDF9A1B96}" presName="sibTrans" presStyleCnt="0"/>
      <dgm:spPr/>
    </dgm:pt>
    <dgm:pt modelId="{E38F41EF-923E-4465-AF35-5BD37F772702}" type="pres">
      <dgm:prSet presAssocID="{C5220825-7E54-4341-99E3-4BEA3BCF2776}" presName="node" presStyleLbl="node1" presStyleIdx="3" presStyleCnt="5">
        <dgm:presLayoutVars>
          <dgm:bulletEnabled val="1"/>
        </dgm:presLayoutVars>
      </dgm:prSet>
      <dgm:spPr/>
    </dgm:pt>
    <dgm:pt modelId="{F61AA5B8-8644-4E1E-9B2D-BEB86E01A5A6}" type="pres">
      <dgm:prSet presAssocID="{5D7B391B-1567-43D3-9DE6-B54837C78C3B}" presName="sibTrans" presStyleCnt="0"/>
      <dgm:spPr/>
    </dgm:pt>
    <dgm:pt modelId="{CC525D4A-35D6-41BF-B9AB-D4D32095F908}" type="pres">
      <dgm:prSet presAssocID="{0D6AF1A7-DB52-4734-B4B6-8DC5B5381528}" presName="node" presStyleLbl="node1" presStyleIdx="4" presStyleCnt="5">
        <dgm:presLayoutVars>
          <dgm:bulletEnabled val="1"/>
        </dgm:presLayoutVars>
      </dgm:prSet>
      <dgm:spPr/>
    </dgm:pt>
  </dgm:ptLst>
  <dgm:cxnLst>
    <dgm:cxn modelId="{8F368D03-1E03-46FA-82B1-A560DC00F3F6}" srcId="{2294B2A7-222B-47AE-9991-D03643E96A21}" destId="{0D6AF1A7-DB52-4734-B4B6-8DC5B5381528}" srcOrd="4" destOrd="0" parTransId="{0EFE6295-620D-4996-9E28-528FB5DD8142}" sibTransId="{7CABCA28-E979-4223-AB9F-2728CA6AD3B3}"/>
    <dgm:cxn modelId="{B6573E15-9E38-4B2D-B9D6-655691904A80}" type="presOf" srcId="{C5220825-7E54-4341-99E3-4BEA3BCF2776}" destId="{E38F41EF-923E-4465-AF35-5BD37F772702}" srcOrd="0" destOrd="0" presId="urn:microsoft.com/office/officeart/2005/8/layout/default"/>
    <dgm:cxn modelId="{67E84F43-1E45-4931-A382-08C7971AB1DC}" type="presOf" srcId="{0581FE8F-5E33-4016-B3CB-DA8CBD2CF292}" destId="{34FA69AA-809A-41D6-97C3-2EF37A33DB13}" srcOrd="0" destOrd="0" presId="urn:microsoft.com/office/officeart/2005/8/layout/default"/>
    <dgm:cxn modelId="{68C54747-A0E6-4D89-A05F-C9AC774603D7}" type="presOf" srcId="{226A761A-0D6B-42B9-ABD6-997CF109D6E5}" destId="{07827EF7-FDB0-4453-BB93-2FDB41E30019}" srcOrd="0" destOrd="0" presId="urn:microsoft.com/office/officeart/2005/8/layout/default"/>
    <dgm:cxn modelId="{D657768A-89FB-4FE7-A05A-AE79BD1B0C7E}" type="presOf" srcId="{4B476F28-7144-468D-BD8C-9D4FEB64C800}" destId="{14EEA276-BF6C-4D04-8EF7-65AF9E2D5A6D}" srcOrd="0" destOrd="0" presId="urn:microsoft.com/office/officeart/2005/8/layout/default"/>
    <dgm:cxn modelId="{1596A38A-2F64-4EDB-8A88-F9278E039875}" srcId="{2294B2A7-222B-47AE-9991-D03643E96A21}" destId="{226A761A-0D6B-42B9-ABD6-997CF109D6E5}" srcOrd="2" destOrd="0" parTransId="{6931E1B2-D3C4-4CEE-A757-C0475AB015B5}" sibTransId="{2D9A2E04-28DA-4AA9-A36E-4CBEDF9A1B96}"/>
    <dgm:cxn modelId="{0E9A039A-C69F-4937-8E7B-487B360416A1}" type="presOf" srcId="{2294B2A7-222B-47AE-9991-D03643E96A21}" destId="{E6F950FC-187D-4123-920E-41E9B66ADEEE}" srcOrd="0" destOrd="0" presId="urn:microsoft.com/office/officeart/2005/8/layout/default"/>
    <dgm:cxn modelId="{C67B57C1-CB27-4837-8246-A97C2F8E7064}" srcId="{2294B2A7-222B-47AE-9991-D03643E96A21}" destId="{C5220825-7E54-4341-99E3-4BEA3BCF2776}" srcOrd="3" destOrd="0" parTransId="{5ACAF1CF-8671-4812-AABE-F0F8A0DD7C03}" sibTransId="{5D7B391B-1567-43D3-9DE6-B54837C78C3B}"/>
    <dgm:cxn modelId="{6845FDC1-5428-4E0D-9F5A-1A97D5EFFCC4}" srcId="{2294B2A7-222B-47AE-9991-D03643E96A21}" destId="{0581FE8F-5E33-4016-B3CB-DA8CBD2CF292}" srcOrd="0" destOrd="0" parTransId="{FFD0DDC2-1636-4244-8679-C46FF277EB89}" sibTransId="{FD053785-9FED-44DA-BEA1-4D46EF305C7E}"/>
    <dgm:cxn modelId="{9C9A3BDF-049E-4DA7-B74E-A70905D8B145}" srcId="{2294B2A7-222B-47AE-9991-D03643E96A21}" destId="{4B476F28-7144-468D-BD8C-9D4FEB64C800}" srcOrd="1" destOrd="0" parTransId="{D2ABD19C-E13B-4F41-BC87-E47F84936B83}" sibTransId="{2810FDFA-2965-4DD1-B307-BFD23FF1CAD1}"/>
    <dgm:cxn modelId="{9D6341E3-14B5-4123-9378-D1A13BB0106D}" type="presOf" srcId="{0D6AF1A7-DB52-4734-B4B6-8DC5B5381528}" destId="{CC525D4A-35D6-41BF-B9AB-D4D32095F908}" srcOrd="0" destOrd="0" presId="urn:microsoft.com/office/officeart/2005/8/layout/default"/>
    <dgm:cxn modelId="{3F0ACE9A-5582-483A-A0EE-EDB092597142}" type="presParOf" srcId="{E6F950FC-187D-4123-920E-41E9B66ADEEE}" destId="{34FA69AA-809A-41D6-97C3-2EF37A33DB13}" srcOrd="0" destOrd="0" presId="urn:microsoft.com/office/officeart/2005/8/layout/default"/>
    <dgm:cxn modelId="{32371E94-5FAB-483E-AC3D-DB7EFBA2F3C0}" type="presParOf" srcId="{E6F950FC-187D-4123-920E-41E9B66ADEEE}" destId="{AAEC02E3-270F-4260-84A4-AECB74BA6ABC}" srcOrd="1" destOrd="0" presId="urn:microsoft.com/office/officeart/2005/8/layout/default"/>
    <dgm:cxn modelId="{9140963E-CBDE-48FA-8478-9F177EA845C7}" type="presParOf" srcId="{E6F950FC-187D-4123-920E-41E9B66ADEEE}" destId="{14EEA276-BF6C-4D04-8EF7-65AF9E2D5A6D}" srcOrd="2" destOrd="0" presId="urn:microsoft.com/office/officeart/2005/8/layout/default"/>
    <dgm:cxn modelId="{79D15EC6-AFAB-4F54-AA33-8E8E3B6BC20B}" type="presParOf" srcId="{E6F950FC-187D-4123-920E-41E9B66ADEEE}" destId="{E1CCCA66-3EC4-46AD-BFEC-A589EE14AC32}" srcOrd="3" destOrd="0" presId="urn:microsoft.com/office/officeart/2005/8/layout/default"/>
    <dgm:cxn modelId="{99C89311-4317-4048-8CB0-1D67444BDC11}" type="presParOf" srcId="{E6F950FC-187D-4123-920E-41E9B66ADEEE}" destId="{07827EF7-FDB0-4453-BB93-2FDB41E30019}" srcOrd="4" destOrd="0" presId="urn:microsoft.com/office/officeart/2005/8/layout/default"/>
    <dgm:cxn modelId="{1EF4190A-F30E-44CD-9049-8EC6E610C59A}" type="presParOf" srcId="{E6F950FC-187D-4123-920E-41E9B66ADEEE}" destId="{CFA29E23-04CB-4FBD-88AB-13944E05A4F2}" srcOrd="5" destOrd="0" presId="urn:microsoft.com/office/officeart/2005/8/layout/default"/>
    <dgm:cxn modelId="{48B51344-8A2F-433B-86C7-5A3315F67FAA}" type="presParOf" srcId="{E6F950FC-187D-4123-920E-41E9B66ADEEE}" destId="{E38F41EF-923E-4465-AF35-5BD37F772702}" srcOrd="6" destOrd="0" presId="urn:microsoft.com/office/officeart/2005/8/layout/default"/>
    <dgm:cxn modelId="{8E365C5F-12E6-48C4-9201-1F2147CF1AB1}" type="presParOf" srcId="{E6F950FC-187D-4123-920E-41E9B66ADEEE}" destId="{F61AA5B8-8644-4E1E-9B2D-BEB86E01A5A6}" srcOrd="7" destOrd="0" presId="urn:microsoft.com/office/officeart/2005/8/layout/default"/>
    <dgm:cxn modelId="{299610F0-6A6B-4F11-9640-F8A05841B9F3}" type="presParOf" srcId="{E6F950FC-187D-4123-920E-41E9B66ADEEE}" destId="{CC525D4A-35D6-41BF-B9AB-D4D32095F908}" srcOrd="8"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61F08EA-B58E-4913-A349-58C5853B9CA9}" type="doc">
      <dgm:prSet loTypeId="urn:microsoft.com/office/officeart/2005/8/layout/default" loCatId="list" qsTypeId="urn:microsoft.com/office/officeart/2005/8/quickstyle/simple1" qsCatId="simple" csTypeId="urn:microsoft.com/office/officeart/2005/8/colors/accent2_3" csCatId="accent2"/>
      <dgm:spPr/>
      <dgm:t>
        <a:bodyPr/>
        <a:lstStyle/>
        <a:p>
          <a:endParaRPr lang="en-US"/>
        </a:p>
      </dgm:t>
    </dgm:pt>
    <dgm:pt modelId="{23C03AA6-9A27-41A0-BEE5-6A8DE0E7881A}">
      <dgm:prSet/>
      <dgm:spPr/>
      <dgm:t>
        <a:bodyPr/>
        <a:lstStyle/>
        <a:p>
          <a:r>
            <a:rPr lang="en-US"/>
            <a:t>RIMS II is a backward-linkage model </a:t>
          </a:r>
        </a:p>
      </dgm:t>
    </dgm:pt>
    <dgm:pt modelId="{4EB20CB0-7E36-4EB5-8E4D-A8A3E18A4FF8}" type="parTrans" cxnId="{24FA445E-3D63-4B17-B65E-2B2522903F97}">
      <dgm:prSet/>
      <dgm:spPr/>
      <dgm:t>
        <a:bodyPr/>
        <a:lstStyle/>
        <a:p>
          <a:endParaRPr lang="en-US"/>
        </a:p>
      </dgm:t>
    </dgm:pt>
    <dgm:pt modelId="{BA5441B8-3749-48E9-942C-03E9E9E46086}" type="sibTrans" cxnId="{24FA445E-3D63-4B17-B65E-2B2522903F97}">
      <dgm:prSet/>
      <dgm:spPr/>
      <dgm:t>
        <a:bodyPr/>
        <a:lstStyle/>
        <a:p>
          <a:endParaRPr lang="en-US"/>
        </a:p>
      </dgm:t>
    </dgm:pt>
    <dgm:pt modelId="{59BBE309-1668-4473-8999-3B6B572D446F}">
      <dgm:prSet/>
      <dgm:spPr/>
      <dgm:t>
        <a:bodyPr/>
        <a:lstStyle/>
        <a:p>
          <a:r>
            <a:rPr lang="en-US"/>
            <a:t>RIMS II uses Fixed Purchase Patterns </a:t>
          </a:r>
        </a:p>
      </dgm:t>
    </dgm:pt>
    <dgm:pt modelId="{1B331409-8E0E-4AEE-BFBA-0F63F34CA087}" type="parTrans" cxnId="{E11589DF-046E-471B-872A-5287DF8532CF}">
      <dgm:prSet/>
      <dgm:spPr/>
      <dgm:t>
        <a:bodyPr/>
        <a:lstStyle/>
        <a:p>
          <a:endParaRPr lang="en-US"/>
        </a:p>
      </dgm:t>
    </dgm:pt>
    <dgm:pt modelId="{01637948-39E4-443E-B7D4-C92D4CAD4F45}" type="sibTrans" cxnId="{E11589DF-046E-471B-872A-5287DF8532CF}">
      <dgm:prSet/>
      <dgm:spPr/>
      <dgm:t>
        <a:bodyPr/>
        <a:lstStyle/>
        <a:p>
          <a:endParaRPr lang="en-US"/>
        </a:p>
      </dgm:t>
    </dgm:pt>
    <dgm:pt modelId="{4C74C690-1762-42A2-916B-4A21FA4FB712}">
      <dgm:prSet/>
      <dgm:spPr/>
      <dgm:t>
        <a:bodyPr/>
        <a:lstStyle/>
        <a:p>
          <a:r>
            <a:rPr lang="en-US"/>
            <a:t>Industry Homogeneity </a:t>
          </a:r>
        </a:p>
      </dgm:t>
    </dgm:pt>
    <dgm:pt modelId="{A87A8331-B613-4883-92D9-ABC46C7E9BB2}" type="parTrans" cxnId="{58EBF64D-7060-40D3-AB08-597994400FC9}">
      <dgm:prSet/>
      <dgm:spPr/>
      <dgm:t>
        <a:bodyPr/>
        <a:lstStyle/>
        <a:p>
          <a:endParaRPr lang="en-US"/>
        </a:p>
      </dgm:t>
    </dgm:pt>
    <dgm:pt modelId="{882F3AED-06C3-4E1A-8EC4-6CA71480BAF4}" type="sibTrans" cxnId="{58EBF64D-7060-40D3-AB08-597994400FC9}">
      <dgm:prSet/>
      <dgm:spPr/>
      <dgm:t>
        <a:bodyPr/>
        <a:lstStyle/>
        <a:p>
          <a:endParaRPr lang="en-US"/>
        </a:p>
      </dgm:t>
    </dgm:pt>
    <dgm:pt modelId="{409AD5C5-25B3-4CC2-A0DA-4F2A09ED3AB2}">
      <dgm:prSet/>
      <dgm:spPr/>
      <dgm:t>
        <a:bodyPr/>
        <a:lstStyle/>
        <a:p>
          <a:r>
            <a:rPr lang="en-US"/>
            <a:t>No Supply Constraints </a:t>
          </a:r>
        </a:p>
      </dgm:t>
    </dgm:pt>
    <dgm:pt modelId="{9F2A4A05-0D13-43F8-803F-930D8619D102}" type="parTrans" cxnId="{E6C66861-231A-453D-A4E6-B7FDDFA1E048}">
      <dgm:prSet/>
      <dgm:spPr/>
      <dgm:t>
        <a:bodyPr/>
        <a:lstStyle/>
        <a:p>
          <a:endParaRPr lang="en-US"/>
        </a:p>
      </dgm:t>
    </dgm:pt>
    <dgm:pt modelId="{594392C5-71CD-4FAD-8094-24781A6C876F}" type="sibTrans" cxnId="{E6C66861-231A-453D-A4E6-B7FDDFA1E048}">
      <dgm:prSet/>
      <dgm:spPr/>
      <dgm:t>
        <a:bodyPr/>
        <a:lstStyle/>
        <a:p>
          <a:endParaRPr lang="en-US"/>
        </a:p>
      </dgm:t>
    </dgm:pt>
    <dgm:pt modelId="{9F878606-35A5-4AB6-9763-96F3FB947264}">
      <dgm:prSet/>
      <dgm:spPr/>
      <dgm:t>
        <a:bodyPr/>
        <a:lstStyle/>
        <a:p>
          <a:r>
            <a:rPr lang="en-US"/>
            <a:t>No Regional Feedback </a:t>
          </a:r>
        </a:p>
      </dgm:t>
    </dgm:pt>
    <dgm:pt modelId="{E02F06D7-F3C2-4DF8-863C-12E8EEAA8649}" type="parTrans" cxnId="{D5FBF9A4-7A5E-4CD7-B151-FFE8379F0D70}">
      <dgm:prSet/>
      <dgm:spPr/>
      <dgm:t>
        <a:bodyPr/>
        <a:lstStyle/>
        <a:p>
          <a:endParaRPr lang="en-US"/>
        </a:p>
      </dgm:t>
    </dgm:pt>
    <dgm:pt modelId="{DC55F540-2135-4C93-8677-18556B797CEE}" type="sibTrans" cxnId="{D5FBF9A4-7A5E-4CD7-B151-FFE8379F0D70}">
      <dgm:prSet/>
      <dgm:spPr/>
      <dgm:t>
        <a:bodyPr/>
        <a:lstStyle/>
        <a:p>
          <a:endParaRPr lang="en-US"/>
        </a:p>
      </dgm:t>
    </dgm:pt>
    <dgm:pt modelId="{8866B9B2-D8B1-4168-9001-7F683E697B6E}">
      <dgm:prSet/>
      <dgm:spPr/>
      <dgm:t>
        <a:bodyPr/>
        <a:lstStyle/>
        <a:p>
          <a:r>
            <a:rPr lang="en-US"/>
            <a:t>No Time Dimension</a:t>
          </a:r>
        </a:p>
      </dgm:t>
    </dgm:pt>
    <dgm:pt modelId="{102CF63F-F337-44DD-80DE-21C05D8C218A}" type="parTrans" cxnId="{4FAEDC33-CCB7-4046-9122-10C74438ED39}">
      <dgm:prSet/>
      <dgm:spPr/>
      <dgm:t>
        <a:bodyPr/>
        <a:lstStyle/>
        <a:p>
          <a:endParaRPr lang="en-US"/>
        </a:p>
      </dgm:t>
    </dgm:pt>
    <dgm:pt modelId="{6E9B08F8-D6AE-429D-BABC-F216FED725D4}" type="sibTrans" cxnId="{4FAEDC33-CCB7-4046-9122-10C74438ED39}">
      <dgm:prSet/>
      <dgm:spPr/>
      <dgm:t>
        <a:bodyPr/>
        <a:lstStyle/>
        <a:p>
          <a:endParaRPr lang="en-US"/>
        </a:p>
      </dgm:t>
    </dgm:pt>
    <dgm:pt modelId="{90B87C2A-B802-4465-8AFB-AF65B660A0DD}" type="pres">
      <dgm:prSet presAssocID="{561F08EA-B58E-4913-A349-58C5853B9CA9}" presName="diagram" presStyleCnt="0">
        <dgm:presLayoutVars>
          <dgm:dir/>
          <dgm:resizeHandles val="exact"/>
        </dgm:presLayoutVars>
      </dgm:prSet>
      <dgm:spPr/>
    </dgm:pt>
    <dgm:pt modelId="{3916D363-4447-4A86-9669-1C867D6D4AF9}" type="pres">
      <dgm:prSet presAssocID="{23C03AA6-9A27-41A0-BEE5-6A8DE0E7881A}" presName="node" presStyleLbl="node1" presStyleIdx="0" presStyleCnt="6">
        <dgm:presLayoutVars>
          <dgm:bulletEnabled val="1"/>
        </dgm:presLayoutVars>
      </dgm:prSet>
      <dgm:spPr/>
    </dgm:pt>
    <dgm:pt modelId="{F58C9478-7CA2-42C3-B0A4-FC3C5BA0C8E6}" type="pres">
      <dgm:prSet presAssocID="{BA5441B8-3749-48E9-942C-03E9E9E46086}" presName="sibTrans" presStyleCnt="0"/>
      <dgm:spPr/>
    </dgm:pt>
    <dgm:pt modelId="{6675F9BC-D863-43A9-8CC9-2C91F1D075EE}" type="pres">
      <dgm:prSet presAssocID="{59BBE309-1668-4473-8999-3B6B572D446F}" presName="node" presStyleLbl="node1" presStyleIdx="1" presStyleCnt="6">
        <dgm:presLayoutVars>
          <dgm:bulletEnabled val="1"/>
        </dgm:presLayoutVars>
      </dgm:prSet>
      <dgm:spPr/>
    </dgm:pt>
    <dgm:pt modelId="{E4BAAAF6-ACBC-4C02-BA99-52E5D63C83A2}" type="pres">
      <dgm:prSet presAssocID="{01637948-39E4-443E-B7D4-C92D4CAD4F45}" presName="sibTrans" presStyleCnt="0"/>
      <dgm:spPr/>
    </dgm:pt>
    <dgm:pt modelId="{F794A59A-6EDF-46C2-9C26-22565C8EE2A0}" type="pres">
      <dgm:prSet presAssocID="{4C74C690-1762-42A2-916B-4A21FA4FB712}" presName="node" presStyleLbl="node1" presStyleIdx="2" presStyleCnt="6">
        <dgm:presLayoutVars>
          <dgm:bulletEnabled val="1"/>
        </dgm:presLayoutVars>
      </dgm:prSet>
      <dgm:spPr/>
    </dgm:pt>
    <dgm:pt modelId="{B2167A89-6FC7-4C2A-AB39-84E54F5F3694}" type="pres">
      <dgm:prSet presAssocID="{882F3AED-06C3-4E1A-8EC4-6CA71480BAF4}" presName="sibTrans" presStyleCnt="0"/>
      <dgm:spPr/>
    </dgm:pt>
    <dgm:pt modelId="{123C3175-4E50-4A8B-8086-78C7A35F7C9F}" type="pres">
      <dgm:prSet presAssocID="{409AD5C5-25B3-4CC2-A0DA-4F2A09ED3AB2}" presName="node" presStyleLbl="node1" presStyleIdx="3" presStyleCnt="6">
        <dgm:presLayoutVars>
          <dgm:bulletEnabled val="1"/>
        </dgm:presLayoutVars>
      </dgm:prSet>
      <dgm:spPr/>
    </dgm:pt>
    <dgm:pt modelId="{AD4D7689-003C-47FE-A0C5-B49C38EC3E14}" type="pres">
      <dgm:prSet presAssocID="{594392C5-71CD-4FAD-8094-24781A6C876F}" presName="sibTrans" presStyleCnt="0"/>
      <dgm:spPr/>
    </dgm:pt>
    <dgm:pt modelId="{F3744EBD-A39C-4046-A147-CC482568A6D3}" type="pres">
      <dgm:prSet presAssocID="{9F878606-35A5-4AB6-9763-96F3FB947264}" presName="node" presStyleLbl="node1" presStyleIdx="4" presStyleCnt="6">
        <dgm:presLayoutVars>
          <dgm:bulletEnabled val="1"/>
        </dgm:presLayoutVars>
      </dgm:prSet>
      <dgm:spPr/>
    </dgm:pt>
    <dgm:pt modelId="{7369B2D5-2C0C-4530-A186-6374E21D4710}" type="pres">
      <dgm:prSet presAssocID="{DC55F540-2135-4C93-8677-18556B797CEE}" presName="sibTrans" presStyleCnt="0"/>
      <dgm:spPr/>
    </dgm:pt>
    <dgm:pt modelId="{BB476697-311B-457D-B6F2-A8556FBC4626}" type="pres">
      <dgm:prSet presAssocID="{8866B9B2-D8B1-4168-9001-7F683E697B6E}" presName="node" presStyleLbl="node1" presStyleIdx="5" presStyleCnt="6">
        <dgm:presLayoutVars>
          <dgm:bulletEnabled val="1"/>
        </dgm:presLayoutVars>
      </dgm:prSet>
      <dgm:spPr/>
    </dgm:pt>
  </dgm:ptLst>
  <dgm:cxnLst>
    <dgm:cxn modelId="{D4C44F18-FCB3-4327-ADE4-A7B77A80F82E}" type="presOf" srcId="{409AD5C5-25B3-4CC2-A0DA-4F2A09ED3AB2}" destId="{123C3175-4E50-4A8B-8086-78C7A35F7C9F}" srcOrd="0" destOrd="0" presId="urn:microsoft.com/office/officeart/2005/8/layout/default"/>
    <dgm:cxn modelId="{4FAEDC33-CCB7-4046-9122-10C74438ED39}" srcId="{561F08EA-B58E-4913-A349-58C5853B9CA9}" destId="{8866B9B2-D8B1-4168-9001-7F683E697B6E}" srcOrd="5" destOrd="0" parTransId="{102CF63F-F337-44DD-80DE-21C05D8C218A}" sibTransId="{6E9B08F8-D6AE-429D-BABC-F216FED725D4}"/>
    <dgm:cxn modelId="{24FA445E-3D63-4B17-B65E-2B2522903F97}" srcId="{561F08EA-B58E-4913-A349-58C5853B9CA9}" destId="{23C03AA6-9A27-41A0-BEE5-6A8DE0E7881A}" srcOrd="0" destOrd="0" parTransId="{4EB20CB0-7E36-4EB5-8E4D-A8A3E18A4FF8}" sibTransId="{BA5441B8-3749-48E9-942C-03E9E9E46086}"/>
    <dgm:cxn modelId="{E6C66861-231A-453D-A4E6-B7FDDFA1E048}" srcId="{561F08EA-B58E-4913-A349-58C5853B9CA9}" destId="{409AD5C5-25B3-4CC2-A0DA-4F2A09ED3AB2}" srcOrd="3" destOrd="0" parTransId="{9F2A4A05-0D13-43F8-803F-930D8619D102}" sibTransId="{594392C5-71CD-4FAD-8094-24781A6C876F}"/>
    <dgm:cxn modelId="{09BB4143-9951-4565-880B-BE8326A292A7}" type="presOf" srcId="{59BBE309-1668-4473-8999-3B6B572D446F}" destId="{6675F9BC-D863-43A9-8CC9-2C91F1D075EE}" srcOrd="0" destOrd="0" presId="urn:microsoft.com/office/officeart/2005/8/layout/default"/>
    <dgm:cxn modelId="{58EBF64D-7060-40D3-AB08-597994400FC9}" srcId="{561F08EA-B58E-4913-A349-58C5853B9CA9}" destId="{4C74C690-1762-42A2-916B-4A21FA4FB712}" srcOrd="2" destOrd="0" parTransId="{A87A8331-B613-4883-92D9-ABC46C7E9BB2}" sibTransId="{882F3AED-06C3-4E1A-8EC4-6CA71480BAF4}"/>
    <dgm:cxn modelId="{849F438A-7261-4EA9-A33C-43462AE961F2}" type="presOf" srcId="{8866B9B2-D8B1-4168-9001-7F683E697B6E}" destId="{BB476697-311B-457D-B6F2-A8556FBC4626}" srcOrd="0" destOrd="0" presId="urn:microsoft.com/office/officeart/2005/8/layout/default"/>
    <dgm:cxn modelId="{D5FBF9A4-7A5E-4CD7-B151-FFE8379F0D70}" srcId="{561F08EA-B58E-4913-A349-58C5853B9CA9}" destId="{9F878606-35A5-4AB6-9763-96F3FB947264}" srcOrd="4" destOrd="0" parTransId="{E02F06D7-F3C2-4DF8-863C-12E8EEAA8649}" sibTransId="{DC55F540-2135-4C93-8677-18556B797CEE}"/>
    <dgm:cxn modelId="{E97161A8-9D40-43F9-94BD-81B444166A12}" type="presOf" srcId="{561F08EA-B58E-4913-A349-58C5853B9CA9}" destId="{90B87C2A-B802-4465-8AFB-AF65B660A0DD}" srcOrd="0" destOrd="0" presId="urn:microsoft.com/office/officeart/2005/8/layout/default"/>
    <dgm:cxn modelId="{9DF60ABB-409A-4A7D-A4A8-E94B7C29490F}" type="presOf" srcId="{23C03AA6-9A27-41A0-BEE5-6A8DE0E7881A}" destId="{3916D363-4447-4A86-9669-1C867D6D4AF9}" srcOrd="0" destOrd="0" presId="urn:microsoft.com/office/officeart/2005/8/layout/default"/>
    <dgm:cxn modelId="{27455EC2-BCDA-4533-AE41-22EAA6CDB5E3}" type="presOf" srcId="{9F878606-35A5-4AB6-9763-96F3FB947264}" destId="{F3744EBD-A39C-4046-A147-CC482568A6D3}" srcOrd="0" destOrd="0" presId="urn:microsoft.com/office/officeart/2005/8/layout/default"/>
    <dgm:cxn modelId="{E11589DF-046E-471B-872A-5287DF8532CF}" srcId="{561F08EA-B58E-4913-A349-58C5853B9CA9}" destId="{59BBE309-1668-4473-8999-3B6B572D446F}" srcOrd="1" destOrd="0" parTransId="{1B331409-8E0E-4AEE-BFBA-0F63F34CA087}" sibTransId="{01637948-39E4-443E-B7D4-C92D4CAD4F45}"/>
    <dgm:cxn modelId="{BEE945E9-54DD-43DC-95E4-BBCCDD9193B9}" type="presOf" srcId="{4C74C690-1762-42A2-916B-4A21FA4FB712}" destId="{F794A59A-6EDF-46C2-9C26-22565C8EE2A0}" srcOrd="0" destOrd="0" presId="urn:microsoft.com/office/officeart/2005/8/layout/default"/>
    <dgm:cxn modelId="{74378C0F-945D-4FC4-9A64-F5C6312B5F26}" type="presParOf" srcId="{90B87C2A-B802-4465-8AFB-AF65B660A0DD}" destId="{3916D363-4447-4A86-9669-1C867D6D4AF9}" srcOrd="0" destOrd="0" presId="urn:microsoft.com/office/officeart/2005/8/layout/default"/>
    <dgm:cxn modelId="{1B323394-06D0-4B6B-AA90-D06E78EE6441}" type="presParOf" srcId="{90B87C2A-B802-4465-8AFB-AF65B660A0DD}" destId="{F58C9478-7CA2-42C3-B0A4-FC3C5BA0C8E6}" srcOrd="1" destOrd="0" presId="urn:microsoft.com/office/officeart/2005/8/layout/default"/>
    <dgm:cxn modelId="{D9A10F15-8EC8-41C0-A659-55485770153B}" type="presParOf" srcId="{90B87C2A-B802-4465-8AFB-AF65B660A0DD}" destId="{6675F9BC-D863-43A9-8CC9-2C91F1D075EE}" srcOrd="2" destOrd="0" presId="urn:microsoft.com/office/officeart/2005/8/layout/default"/>
    <dgm:cxn modelId="{A12BC26E-0AC9-4BFC-A4C8-48077455ABA3}" type="presParOf" srcId="{90B87C2A-B802-4465-8AFB-AF65B660A0DD}" destId="{E4BAAAF6-ACBC-4C02-BA99-52E5D63C83A2}" srcOrd="3" destOrd="0" presId="urn:microsoft.com/office/officeart/2005/8/layout/default"/>
    <dgm:cxn modelId="{EB4EA79F-B13E-481A-8F77-8F9DC5FF46C8}" type="presParOf" srcId="{90B87C2A-B802-4465-8AFB-AF65B660A0DD}" destId="{F794A59A-6EDF-46C2-9C26-22565C8EE2A0}" srcOrd="4" destOrd="0" presId="urn:microsoft.com/office/officeart/2005/8/layout/default"/>
    <dgm:cxn modelId="{A02D4745-480F-458C-801E-1B1D2C5387B2}" type="presParOf" srcId="{90B87C2A-B802-4465-8AFB-AF65B660A0DD}" destId="{B2167A89-6FC7-4C2A-AB39-84E54F5F3694}" srcOrd="5" destOrd="0" presId="urn:microsoft.com/office/officeart/2005/8/layout/default"/>
    <dgm:cxn modelId="{A14676A4-7928-4E29-836C-4517C8DC93A9}" type="presParOf" srcId="{90B87C2A-B802-4465-8AFB-AF65B660A0DD}" destId="{123C3175-4E50-4A8B-8086-78C7A35F7C9F}" srcOrd="6" destOrd="0" presId="urn:microsoft.com/office/officeart/2005/8/layout/default"/>
    <dgm:cxn modelId="{A3E7B676-D74D-4BA8-80AC-D97F84F84FC4}" type="presParOf" srcId="{90B87C2A-B802-4465-8AFB-AF65B660A0DD}" destId="{AD4D7689-003C-47FE-A0C5-B49C38EC3E14}" srcOrd="7" destOrd="0" presId="urn:microsoft.com/office/officeart/2005/8/layout/default"/>
    <dgm:cxn modelId="{B63C60C4-87D6-49DC-BF8E-97F65DB70DBB}" type="presParOf" srcId="{90B87C2A-B802-4465-8AFB-AF65B660A0DD}" destId="{F3744EBD-A39C-4046-A147-CC482568A6D3}" srcOrd="8" destOrd="0" presId="urn:microsoft.com/office/officeart/2005/8/layout/default"/>
    <dgm:cxn modelId="{1FBA510E-3313-4E25-BF61-887F2BC9F07D}" type="presParOf" srcId="{90B87C2A-B802-4465-8AFB-AF65B660A0DD}" destId="{7369B2D5-2C0C-4530-A186-6374E21D4710}" srcOrd="9" destOrd="0" presId="urn:microsoft.com/office/officeart/2005/8/layout/default"/>
    <dgm:cxn modelId="{C70A0484-07BF-437A-8F03-F985CE1BDF81}" type="presParOf" srcId="{90B87C2A-B802-4465-8AFB-AF65B660A0DD}" destId="{BB476697-311B-457D-B6F2-A8556FBC4626}" srcOrd="1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F6C4CB4-DE87-4648-8B92-8A83B1F204A2}"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F89F7292-0756-4F56-AE61-69A43A086A91}">
      <dgm:prSet/>
      <dgm:spPr/>
      <dgm:t>
        <a:bodyPr/>
        <a:lstStyle/>
        <a:p>
          <a:pPr>
            <a:lnSpc>
              <a:spcPct val="100000"/>
            </a:lnSpc>
          </a:pPr>
          <a:r>
            <a:rPr lang="en-US"/>
            <a:t>RIMS II multipliers are only meaningful for analyzing the impact of final demand change in a region. Final demand consist of a number of different types of transactions:</a:t>
          </a:r>
        </a:p>
      </dgm:t>
    </dgm:pt>
    <dgm:pt modelId="{4CB249DF-897F-4669-8CD5-DF4D5F570F4D}" type="parTrans" cxnId="{9CCAF727-7516-4B4F-91AB-A6200C8CAABC}">
      <dgm:prSet/>
      <dgm:spPr/>
      <dgm:t>
        <a:bodyPr/>
        <a:lstStyle/>
        <a:p>
          <a:endParaRPr lang="en-US"/>
        </a:p>
      </dgm:t>
    </dgm:pt>
    <dgm:pt modelId="{DA179AA2-69C0-45B4-B273-ABBB0F212A2A}" type="sibTrans" cxnId="{9CCAF727-7516-4B4F-91AB-A6200C8CAABC}">
      <dgm:prSet/>
      <dgm:spPr/>
      <dgm:t>
        <a:bodyPr/>
        <a:lstStyle/>
        <a:p>
          <a:endParaRPr lang="en-US"/>
        </a:p>
      </dgm:t>
    </dgm:pt>
    <dgm:pt modelId="{C3F4A38F-01B9-48B2-8936-6B852FB8FE13}">
      <dgm:prSet/>
      <dgm:spPr/>
      <dgm:t>
        <a:bodyPr/>
        <a:lstStyle/>
        <a:p>
          <a:pPr>
            <a:lnSpc>
              <a:spcPct val="100000"/>
            </a:lnSpc>
          </a:pPr>
          <a:r>
            <a:rPr lang="en-US"/>
            <a:t>Purchases by consumers outside the region </a:t>
          </a:r>
        </a:p>
      </dgm:t>
    </dgm:pt>
    <dgm:pt modelId="{26B39E47-03DA-4D14-93CD-F6821FCB0956}" type="parTrans" cxnId="{DD7ACCD5-E12F-460C-83F3-2EAA27F002B1}">
      <dgm:prSet/>
      <dgm:spPr/>
      <dgm:t>
        <a:bodyPr/>
        <a:lstStyle/>
        <a:p>
          <a:endParaRPr lang="en-US"/>
        </a:p>
      </dgm:t>
    </dgm:pt>
    <dgm:pt modelId="{DE269E78-10E5-41E1-BE2D-CA620CC066DF}" type="sibTrans" cxnId="{DD7ACCD5-E12F-460C-83F3-2EAA27F002B1}">
      <dgm:prSet/>
      <dgm:spPr/>
      <dgm:t>
        <a:bodyPr/>
        <a:lstStyle/>
        <a:p>
          <a:endParaRPr lang="en-US"/>
        </a:p>
      </dgm:t>
    </dgm:pt>
    <dgm:pt modelId="{4921CD2F-66CA-4EF0-A4C6-B08D2D4D2BB4}">
      <dgm:prSet/>
      <dgm:spPr/>
      <dgm:t>
        <a:bodyPr/>
        <a:lstStyle/>
        <a:p>
          <a:pPr>
            <a:lnSpc>
              <a:spcPct val="100000"/>
            </a:lnSpc>
          </a:pPr>
          <a:r>
            <a:rPr lang="en-US"/>
            <a:t>Investment in new buildings, equipment, and software</a:t>
          </a:r>
        </a:p>
      </dgm:t>
    </dgm:pt>
    <dgm:pt modelId="{6004E3EF-FE46-45B0-9E7B-DA8A1CC1D9F2}" type="parTrans" cxnId="{A5E3E528-E046-4E21-9FCB-84974EA07B65}">
      <dgm:prSet/>
      <dgm:spPr/>
      <dgm:t>
        <a:bodyPr/>
        <a:lstStyle/>
        <a:p>
          <a:endParaRPr lang="en-US"/>
        </a:p>
      </dgm:t>
    </dgm:pt>
    <dgm:pt modelId="{A0D62DA7-70AE-4541-8533-C0600C7A42C1}" type="sibTrans" cxnId="{A5E3E528-E046-4E21-9FCB-84974EA07B65}">
      <dgm:prSet/>
      <dgm:spPr/>
      <dgm:t>
        <a:bodyPr/>
        <a:lstStyle/>
        <a:p>
          <a:endParaRPr lang="en-US"/>
        </a:p>
      </dgm:t>
    </dgm:pt>
    <dgm:pt modelId="{4D88877F-559D-4A40-8B4E-962EF076D8E0}">
      <dgm:prSet/>
      <dgm:spPr/>
      <dgm:t>
        <a:bodyPr/>
        <a:lstStyle/>
        <a:p>
          <a:pPr>
            <a:lnSpc>
              <a:spcPct val="100000"/>
            </a:lnSpc>
          </a:pPr>
          <a:r>
            <a:rPr lang="en-US"/>
            <a:t>Purchases by government </a:t>
          </a:r>
        </a:p>
      </dgm:t>
    </dgm:pt>
    <dgm:pt modelId="{29A498EE-C0C6-400A-B786-996B1E67A104}" type="parTrans" cxnId="{525E3C88-9FA0-458A-A078-D2D62CB17368}">
      <dgm:prSet/>
      <dgm:spPr/>
      <dgm:t>
        <a:bodyPr/>
        <a:lstStyle/>
        <a:p>
          <a:endParaRPr lang="en-US"/>
        </a:p>
      </dgm:t>
    </dgm:pt>
    <dgm:pt modelId="{499C6698-E2DF-48E0-9438-E1C1B88D2DEF}" type="sibTrans" cxnId="{525E3C88-9FA0-458A-A078-D2D62CB17368}">
      <dgm:prSet/>
      <dgm:spPr/>
      <dgm:t>
        <a:bodyPr/>
        <a:lstStyle/>
        <a:p>
          <a:endParaRPr lang="en-US"/>
        </a:p>
      </dgm:t>
    </dgm:pt>
    <dgm:pt modelId="{6AEF311F-FB6A-4377-B875-137135451CA5}">
      <dgm:prSet/>
      <dgm:spPr/>
      <dgm:t>
        <a:bodyPr/>
        <a:lstStyle/>
        <a:p>
          <a:pPr>
            <a:lnSpc>
              <a:spcPct val="100000"/>
            </a:lnSpc>
          </a:pPr>
          <a:r>
            <a:rPr lang="en-US"/>
            <a:t>Purchases by households</a:t>
          </a:r>
        </a:p>
      </dgm:t>
    </dgm:pt>
    <dgm:pt modelId="{B13D184B-C3F6-4499-8CDD-7CD5D38E0771}" type="parTrans" cxnId="{61E0B7D8-E939-445D-B2D6-1BEA83671B4C}">
      <dgm:prSet/>
      <dgm:spPr/>
      <dgm:t>
        <a:bodyPr/>
        <a:lstStyle/>
        <a:p>
          <a:endParaRPr lang="en-US"/>
        </a:p>
      </dgm:t>
    </dgm:pt>
    <dgm:pt modelId="{94879B5F-101A-4ABA-83E6-F079B3255B91}" type="sibTrans" cxnId="{61E0B7D8-E939-445D-B2D6-1BEA83671B4C}">
      <dgm:prSet/>
      <dgm:spPr/>
      <dgm:t>
        <a:bodyPr/>
        <a:lstStyle/>
        <a:p>
          <a:endParaRPr lang="en-US"/>
        </a:p>
      </dgm:t>
    </dgm:pt>
    <dgm:pt modelId="{27BFAD0E-A54A-4541-8C27-FD9535AF5A57}" type="pres">
      <dgm:prSet presAssocID="{9F6C4CB4-DE87-4648-8B92-8A83B1F204A2}" presName="root" presStyleCnt="0">
        <dgm:presLayoutVars>
          <dgm:dir/>
          <dgm:resizeHandles val="exact"/>
        </dgm:presLayoutVars>
      </dgm:prSet>
      <dgm:spPr/>
    </dgm:pt>
    <dgm:pt modelId="{F19AA0B8-9814-4151-8A92-AFC7D1C1A14F}" type="pres">
      <dgm:prSet presAssocID="{F89F7292-0756-4F56-AE61-69A43A086A91}" presName="compNode" presStyleCnt="0"/>
      <dgm:spPr/>
    </dgm:pt>
    <dgm:pt modelId="{7B0E7AF9-987F-41C1-AA86-DB037AE0400A}" type="pres">
      <dgm:prSet presAssocID="{F89F7292-0756-4F56-AE61-69A43A086A91}" presName="bgRect" presStyleLbl="bgShp" presStyleIdx="0" presStyleCnt="5"/>
      <dgm:spPr/>
    </dgm:pt>
    <dgm:pt modelId="{A5EEF784-4D59-4C35-8817-FE10A15ADFEA}" type="pres">
      <dgm:prSet presAssocID="{F89F7292-0756-4F56-AE61-69A43A086A91}"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ar Graph with Upward Trend"/>
        </a:ext>
      </dgm:extLst>
    </dgm:pt>
    <dgm:pt modelId="{372D6FCA-97AC-4A23-A49B-99D98EC83658}" type="pres">
      <dgm:prSet presAssocID="{F89F7292-0756-4F56-AE61-69A43A086A91}" presName="spaceRect" presStyleCnt="0"/>
      <dgm:spPr/>
    </dgm:pt>
    <dgm:pt modelId="{4F6BC50C-31F5-4B5E-AD41-4E855AF248E6}" type="pres">
      <dgm:prSet presAssocID="{F89F7292-0756-4F56-AE61-69A43A086A91}" presName="parTx" presStyleLbl="revTx" presStyleIdx="0" presStyleCnt="5">
        <dgm:presLayoutVars>
          <dgm:chMax val="0"/>
          <dgm:chPref val="0"/>
        </dgm:presLayoutVars>
      </dgm:prSet>
      <dgm:spPr/>
    </dgm:pt>
    <dgm:pt modelId="{F2411EC7-E83D-41F4-828B-74D9DA61904F}" type="pres">
      <dgm:prSet presAssocID="{DA179AA2-69C0-45B4-B273-ABBB0F212A2A}" presName="sibTrans" presStyleCnt="0"/>
      <dgm:spPr/>
    </dgm:pt>
    <dgm:pt modelId="{2E03BBF4-20EC-4460-BD02-C1088B273FF8}" type="pres">
      <dgm:prSet presAssocID="{C3F4A38F-01B9-48B2-8936-6B852FB8FE13}" presName="compNode" presStyleCnt="0"/>
      <dgm:spPr/>
    </dgm:pt>
    <dgm:pt modelId="{992B3487-509D-464A-A831-E549A238D33C}" type="pres">
      <dgm:prSet presAssocID="{C3F4A38F-01B9-48B2-8936-6B852FB8FE13}" presName="bgRect" presStyleLbl="bgShp" presStyleIdx="1" presStyleCnt="5"/>
      <dgm:spPr/>
    </dgm:pt>
    <dgm:pt modelId="{3CD5B77D-A030-4223-8727-8B937217D297}" type="pres">
      <dgm:prSet presAssocID="{C3F4A38F-01B9-48B2-8936-6B852FB8FE13}"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hopping cart"/>
        </a:ext>
      </dgm:extLst>
    </dgm:pt>
    <dgm:pt modelId="{9FE3F95F-5103-4A37-A9FD-53BAE15F1F35}" type="pres">
      <dgm:prSet presAssocID="{C3F4A38F-01B9-48B2-8936-6B852FB8FE13}" presName="spaceRect" presStyleCnt="0"/>
      <dgm:spPr/>
    </dgm:pt>
    <dgm:pt modelId="{5E6A1480-2E20-4B53-8E10-A59A8974F76F}" type="pres">
      <dgm:prSet presAssocID="{C3F4A38F-01B9-48B2-8936-6B852FB8FE13}" presName="parTx" presStyleLbl="revTx" presStyleIdx="1" presStyleCnt="5">
        <dgm:presLayoutVars>
          <dgm:chMax val="0"/>
          <dgm:chPref val="0"/>
        </dgm:presLayoutVars>
      </dgm:prSet>
      <dgm:spPr/>
    </dgm:pt>
    <dgm:pt modelId="{61D56735-EBDF-4557-922F-6D6B8AB355AB}" type="pres">
      <dgm:prSet presAssocID="{DE269E78-10E5-41E1-BE2D-CA620CC066DF}" presName="sibTrans" presStyleCnt="0"/>
      <dgm:spPr/>
    </dgm:pt>
    <dgm:pt modelId="{1C7C6428-98E0-4A0F-A2B3-7FB2DE427BBE}" type="pres">
      <dgm:prSet presAssocID="{4921CD2F-66CA-4EF0-A4C6-B08D2D4D2BB4}" presName="compNode" presStyleCnt="0"/>
      <dgm:spPr/>
    </dgm:pt>
    <dgm:pt modelId="{206F2895-CFA6-4281-8E8C-39C28A0562FD}" type="pres">
      <dgm:prSet presAssocID="{4921CD2F-66CA-4EF0-A4C6-B08D2D4D2BB4}" presName="bgRect" presStyleLbl="bgShp" presStyleIdx="2" presStyleCnt="5"/>
      <dgm:spPr/>
    </dgm:pt>
    <dgm:pt modelId="{5A2F8FC9-39B9-421A-9D88-DB32A88EF4A4}" type="pres">
      <dgm:prSet presAssocID="{4921CD2F-66CA-4EF0-A4C6-B08D2D4D2BB4}"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ity"/>
        </a:ext>
      </dgm:extLst>
    </dgm:pt>
    <dgm:pt modelId="{171711C2-7082-4300-90B4-1C80FFA06732}" type="pres">
      <dgm:prSet presAssocID="{4921CD2F-66CA-4EF0-A4C6-B08D2D4D2BB4}" presName="spaceRect" presStyleCnt="0"/>
      <dgm:spPr/>
    </dgm:pt>
    <dgm:pt modelId="{34C011A2-76B8-4B75-8AAC-3AF66BC47560}" type="pres">
      <dgm:prSet presAssocID="{4921CD2F-66CA-4EF0-A4C6-B08D2D4D2BB4}" presName="parTx" presStyleLbl="revTx" presStyleIdx="2" presStyleCnt="5">
        <dgm:presLayoutVars>
          <dgm:chMax val="0"/>
          <dgm:chPref val="0"/>
        </dgm:presLayoutVars>
      </dgm:prSet>
      <dgm:spPr/>
    </dgm:pt>
    <dgm:pt modelId="{5A3D28DB-5397-4495-A2E9-E7E1E2771A8D}" type="pres">
      <dgm:prSet presAssocID="{A0D62DA7-70AE-4541-8533-C0600C7A42C1}" presName="sibTrans" presStyleCnt="0"/>
      <dgm:spPr/>
    </dgm:pt>
    <dgm:pt modelId="{6E645F2E-B67D-457A-B5A9-32F438C34BF4}" type="pres">
      <dgm:prSet presAssocID="{4D88877F-559D-4A40-8B4E-962EF076D8E0}" presName="compNode" presStyleCnt="0"/>
      <dgm:spPr/>
    </dgm:pt>
    <dgm:pt modelId="{0E31BB4E-62E8-4D55-85E3-A19D483CD37A}" type="pres">
      <dgm:prSet presAssocID="{4D88877F-559D-4A40-8B4E-962EF076D8E0}" presName="bgRect" presStyleLbl="bgShp" presStyleIdx="3" presStyleCnt="5"/>
      <dgm:spPr/>
    </dgm:pt>
    <dgm:pt modelId="{A519D8F9-63D8-4507-9BEE-65580A093A7D}" type="pres">
      <dgm:prSet presAssocID="{4D88877F-559D-4A40-8B4E-962EF076D8E0}"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ank"/>
        </a:ext>
      </dgm:extLst>
    </dgm:pt>
    <dgm:pt modelId="{DF48DBE2-58FD-4293-B81D-39F8F00EC334}" type="pres">
      <dgm:prSet presAssocID="{4D88877F-559D-4A40-8B4E-962EF076D8E0}" presName="spaceRect" presStyleCnt="0"/>
      <dgm:spPr/>
    </dgm:pt>
    <dgm:pt modelId="{4A5C0531-8D11-41A0-993C-6DC57B1695E8}" type="pres">
      <dgm:prSet presAssocID="{4D88877F-559D-4A40-8B4E-962EF076D8E0}" presName="parTx" presStyleLbl="revTx" presStyleIdx="3" presStyleCnt="5">
        <dgm:presLayoutVars>
          <dgm:chMax val="0"/>
          <dgm:chPref val="0"/>
        </dgm:presLayoutVars>
      </dgm:prSet>
      <dgm:spPr/>
    </dgm:pt>
    <dgm:pt modelId="{CC34190B-95F3-46BE-A137-D1DAD9F9BBB3}" type="pres">
      <dgm:prSet presAssocID="{499C6698-E2DF-48E0-9438-E1C1B88D2DEF}" presName="sibTrans" presStyleCnt="0"/>
      <dgm:spPr/>
    </dgm:pt>
    <dgm:pt modelId="{61D17F96-B106-42B9-A678-2A4632F3AB36}" type="pres">
      <dgm:prSet presAssocID="{6AEF311F-FB6A-4377-B875-137135451CA5}" presName="compNode" presStyleCnt="0"/>
      <dgm:spPr/>
    </dgm:pt>
    <dgm:pt modelId="{32F101FF-E79C-4F3F-B698-07AAF80CAE7C}" type="pres">
      <dgm:prSet presAssocID="{6AEF311F-FB6A-4377-B875-137135451CA5}" presName="bgRect" presStyleLbl="bgShp" presStyleIdx="4" presStyleCnt="5"/>
      <dgm:spPr/>
    </dgm:pt>
    <dgm:pt modelId="{01DCA5B8-536F-4432-8BF0-40BA48616481}" type="pres">
      <dgm:prSet presAssocID="{6AEF311F-FB6A-4377-B875-137135451CA5}"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House"/>
        </a:ext>
      </dgm:extLst>
    </dgm:pt>
    <dgm:pt modelId="{8ECA75DF-10BB-48D7-9731-94CD2076E564}" type="pres">
      <dgm:prSet presAssocID="{6AEF311F-FB6A-4377-B875-137135451CA5}" presName="spaceRect" presStyleCnt="0"/>
      <dgm:spPr/>
    </dgm:pt>
    <dgm:pt modelId="{6C7891BF-6706-46A3-B459-FD706A38CB62}" type="pres">
      <dgm:prSet presAssocID="{6AEF311F-FB6A-4377-B875-137135451CA5}" presName="parTx" presStyleLbl="revTx" presStyleIdx="4" presStyleCnt="5">
        <dgm:presLayoutVars>
          <dgm:chMax val="0"/>
          <dgm:chPref val="0"/>
        </dgm:presLayoutVars>
      </dgm:prSet>
      <dgm:spPr/>
    </dgm:pt>
  </dgm:ptLst>
  <dgm:cxnLst>
    <dgm:cxn modelId="{6BE8241B-FBF3-4FE7-B728-5BAE8A666EAD}" type="presOf" srcId="{4921CD2F-66CA-4EF0-A4C6-B08D2D4D2BB4}" destId="{34C011A2-76B8-4B75-8AAC-3AF66BC47560}" srcOrd="0" destOrd="0" presId="urn:microsoft.com/office/officeart/2018/2/layout/IconVerticalSolidList"/>
    <dgm:cxn modelId="{9CCAF727-7516-4B4F-91AB-A6200C8CAABC}" srcId="{9F6C4CB4-DE87-4648-8B92-8A83B1F204A2}" destId="{F89F7292-0756-4F56-AE61-69A43A086A91}" srcOrd="0" destOrd="0" parTransId="{4CB249DF-897F-4669-8CD5-DF4D5F570F4D}" sibTransId="{DA179AA2-69C0-45B4-B273-ABBB0F212A2A}"/>
    <dgm:cxn modelId="{A5E3E528-E046-4E21-9FCB-84974EA07B65}" srcId="{9F6C4CB4-DE87-4648-8B92-8A83B1F204A2}" destId="{4921CD2F-66CA-4EF0-A4C6-B08D2D4D2BB4}" srcOrd="2" destOrd="0" parTransId="{6004E3EF-FE46-45B0-9E7B-DA8A1CC1D9F2}" sibTransId="{A0D62DA7-70AE-4541-8533-C0600C7A42C1}"/>
    <dgm:cxn modelId="{2570BC2E-AB79-4CC7-A042-5824FA756BA1}" type="presOf" srcId="{6AEF311F-FB6A-4377-B875-137135451CA5}" destId="{6C7891BF-6706-46A3-B459-FD706A38CB62}" srcOrd="0" destOrd="0" presId="urn:microsoft.com/office/officeart/2018/2/layout/IconVerticalSolidList"/>
    <dgm:cxn modelId="{B7F2A05B-8F48-4FBC-AE7C-8618FA69C955}" type="presOf" srcId="{C3F4A38F-01B9-48B2-8936-6B852FB8FE13}" destId="{5E6A1480-2E20-4B53-8E10-A59A8974F76F}" srcOrd="0" destOrd="0" presId="urn:microsoft.com/office/officeart/2018/2/layout/IconVerticalSolidList"/>
    <dgm:cxn modelId="{71B5856C-CB09-40ED-B9E9-890E581CB9AC}" type="presOf" srcId="{9F6C4CB4-DE87-4648-8B92-8A83B1F204A2}" destId="{27BFAD0E-A54A-4541-8C27-FD9535AF5A57}" srcOrd="0" destOrd="0" presId="urn:microsoft.com/office/officeart/2018/2/layout/IconVerticalSolidList"/>
    <dgm:cxn modelId="{525E3C88-9FA0-458A-A078-D2D62CB17368}" srcId="{9F6C4CB4-DE87-4648-8B92-8A83B1F204A2}" destId="{4D88877F-559D-4A40-8B4E-962EF076D8E0}" srcOrd="3" destOrd="0" parTransId="{29A498EE-C0C6-400A-B786-996B1E67A104}" sibTransId="{499C6698-E2DF-48E0-9438-E1C1B88D2DEF}"/>
    <dgm:cxn modelId="{F59ED2C8-D1DF-4B5F-ACE2-C5F62A228A85}" type="presOf" srcId="{4D88877F-559D-4A40-8B4E-962EF076D8E0}" destId="{4A5C0531-8D11-41A0-993C-6DC57B1695E8}" srcOrd="0" destOrd="0" presId="urn:microsoft.com/office/officeart/2018/2/layout/IconVerticalSolidList"/>
    <dgm:cxn modelId="{DD7ACCD5-E12F-460C-83F3-2EAA27F002B1}" srcId="{9F6C4CB4-DE87-4648-8B92-8A83B1F204A2}" destId="{C3F4A38F-01B9-48B2-8936-6B852FB8FE13}" srcOrd="1" destOrd="0" parTransId="{26B39E47-03DA-4D14-93CD-F6821FCB0956}" sibTransId="{DE269E78-10E5-41E1-BE2D-CA620CC066DF}"/>
    <dgm:cxn modelId="{61E0B7D8-E939-445D-B2D6-1BEA83671B4C}" srcId="{9F6C4CB4-DE87-4648-8B92-8A83B1F204A2}" destId="{6AEF311F-FB6A-4377-B875-137135451CA5}" srcOrd="4" destOrd="0" parTransId="{B13D184B-C3F6-4499-8CDD-7CD5D38E0771}" sibTransId="{94879B5F-101A-4ABA-83E6-F079B3255B91}"/>
    <dgm:cxn modelId="{057F24EB-3934-4D31-BCC4-750A1E697612}" type="presOf" srcId="{F89F7292-0756-4F56-AE61-69A43A086A91}" destId="{4F6BC50C-31F5-4B5E-AD41-4E855AF248E6}" srcOrd="0" destOrd="0" presId="urn:microsoft.com/office/officeart/2018/2/layout/IconVerticalSolidList"/>
    <dgm:cxn modelId="{A8860035-9E28-49EA-9619-B423B2ED511D}" type="presParOf" srcId="{27BFAD0E-A54A-4541-8C27-FD9535AF5A57}" destId="{F19AA0B8-9814-4151-8A92-AFC7D1C1A14F}" srcOrd="0" destOrd="0" presId="urn:microsoft.com/office/officeart/2018/2/layout/IconVerticalSolidList"/>
    <dgm:cxn modelId="{B3DEFA76-7D12-4622-A20C-EF0035C3B439}" type="presParOf" srcId="{F19AA0B8-9814-4151-8A92-AFC7D1C1A14F}" destId="{7B0E7AF9-987F-41C1-AA86-DB037AE0400A}" srcOrd="0" destOrd="0" presId="urn:microsoft.com/office/officeart/2018/2/layout/IconVerticalSolidList"/>
    <dgm:cxn modelId="{2EB14ED6-9F5E-4882-8AB8-6524D8905741}" type="presParOf" srcId="{F19AA0B8-9814-4151-8A92-AFC7D1C1A14F}" destId="{A5EEF784-4D59-4C35-8817-FE10A15ADFEA}" srcOrd="1" destOrd="0" presId="urn:microsoft.com/office/officeart/2018/2/layout/IconVerticalSolidList"/>
    <dgm:cxn modelId="{5C4572EA-60AD-47E0-8701-D13596317932}" type="presParOf" srcId="{F19AA0B8-9814-4151-8A92-AFC7D1C1A14F}" destId="{372D6FCA-97AC-4A23-A49B-99D98EC83658}" srcOrd="2" destOrd="0" presId="urn:microsoft.com/office/officeart/2018/2/layout/IconVerticalSolidList"/>
    <dgm:cxn modelId="{A19E082D-C785-471F-A4E0-D94570EDFD0C}" type="presParOf" srcId="{F19AA0B8-9814-4151-8A92-AFC7D1C1A14F}" destId="{4F6BC50C-31F5-4B5E-AD41-4E855AF248E6}" srcOrd="3" destOrd="0" presId="urn:microsoft.com/office/officeart/2018/2/layout/IconVerticalSolidList"/>
    <dgm:cxn modelId="{3CC1FEEF-908B-46EF-B5B0-C00FFFDE1613}" type="presParOf" srcId="{27BFAD0E-A54A-4541-8C27-FD9535AF5A57}" destId="{F2411EC7-E83D-41F4-828B-74D9DA61904F}" srcOrd="1" destOrd="0" presId="urn:microsoft.com/office/officeart/2018/2/layout/IconVerticalSolidList"/>
    <dgm:cxn modelId="{8298EDEE-343E-4689-BE7B-048B706EBFD6}" type="presParOf" srcId="{27BFAD0E-A54A-4541-8C27-FD9535AF5A57}" destId="{2E03BBF4-20EC-4460-BD02-C1088B273FF8}" srcOrd="2" destOrd="0" presId="urn:microsoft.com/office/officeart/2018/2/layout/IconVerticalSolidList"/>
    <dgm:cxn modelId="{E0F904DD-8A11-4585-BB96-B89F54D08F54}" type="presParOf" srcId="{2E03BBF4-20EC-4460-BD02-C1088B273FF8}" destId="{992B3487-509D-464A-A831-E549A238D33C}" srcOrd="0" destOrd="0" presId="urn:microsoft.com/office/officeart/2018/2/layout/IconVerticalSolidList"/>
    <dgm:cxn modelId="{B0BF1464-A4E0-45D1-9D58-535C2A6B9710}" type="presParOf" srcId="{2E03BBF4-20EC-4460-BD02-C1088B273FF8}" destId="{3CD5B77D-A030-4223-8727-8B937217D297}" srcOrd="1" destOrd="0" presId="urn:microsoft.com/office/officeart/2018/2/layout/IconVerticalSolidList"/>
    <dgm:cxn modelId="{94C7D11D-2251-404D-8AC4-846F4243E046}" type="presParOf" srcId="{2E03BBF4-20EC-4460-BD02-C1088B273FF8}" destId="{9FE3F95F-5103-4A37-A9FD-53BAE15F1F35}" srcOrd="2" destOrd="0" presId="urn:microsoft.com/office/officeart/2018/2/layout/IconVerticalSolidList"/>
    <dgm:cxn modelId="{B4B61B5E-E602-4590-849D-2DD105F9350B}" type="presParOf" srcId="{2E03BBF4-20EC-4460-BD02-C1088B273FF8}" destId="{5E6A1480-2E20-4B53-8E10-A59A8974F76F}" srcOrd="3" destOrd="0" presId="urn:microsoft.com/office/officeart/2018/2/layout/IconVerticalSolidList"/>
    <dgm:cxn modelId="{6290B895-63C3-4002-A9C7-1B8CFA0D0226}" type="presParOf" srcId="{27BFAD0E-A54A-4541-8C27-FD9535AF5A57}" destId="{61D56735-EBDF-4557-922F-6D6B8AB355AB}" srcOrd="3" destOrd="0" presId="urn:microsoft.com/office/officeart/2018/2/layout/IconVerticalSolidList"/>
    <dgm:cxn modelId="{F4BD04BF-530E-4952-943D-29D667673400}" type="presParOf" srcId="{27BFAD0E-A54A-4541-8C27-FD9535AF5A57}" destId="{1C7C6428-98E0-4A0F-A2B3-7FB2DE427BBE}" srcOrd="4" destOrd="0" presId="urn:microsoft.com/office/officeart/2018/2/layout/IconVerticalSolidList"/>
    <dgm:cxn modelId="{719972C1-09B5-4AE5-9694-118B067B843C}" type="presParOf" srcId="{1C7C6428-98E0-4A0F-A2B3-7FB2DE427BBE}" destId="{206F2895-CFA6-4281-8E8C-39C28A0562FD}" srcOrd="0" destOrd="0" presId="urn:microsoft.com/office/officeart/2018/2/layout/IconVerticalSolidList"/>
    <dgm:cxn modelId="{D680F466-ADCC-44E5-BC73-077D605820A2}" type="presParOf" srcId="{1C7C6428-98E0-4A0F-A2B3-7FB2DE427BBE}" destId="{5A2F8FC9-39B9-421A-9D88-DB32A88EF4A4}" srcOrd="1" destOrd="0" presId="urn:microsoft.com/office/officeart/2018/2/layout/IconVerticalSolidList"/>
    <dgm:cxn modelId="{8BBC0454-D8DF-4470-AB59-1D64BBE19293}" type="presParOf" srcId="{1C7C6428-98E0-4A0F-A2B3-7FB2DE427BBE}" destId="{171711C2-7082-4300-90B4-1C80FFA06732}" srcOrd="2" destOrd="0" presId="urn:microsoft.com/office/officeart/2018/2/layout/IconVerticalSolidList"/>
    <dgm:cxn modelId="{4DD71DF3-A266-4607-9421-5FF14F3576C0}" type="presParOf" srcId="{1C7C6428-98E0-4A0F-A2B3-7FB2DE427BBE}" destId="{34C011A2-76B8-4B75-8AAC-3AF66BC47560}" srcOrd="3" destOrd="0" presId="urn:microsoft.com/office/officeart/2018/2/layout/IconVerticalSolidList"/>
    <dgm:cxn modelId="{6D13EE7D-7E22-47FD-96A0-8DF337649645}" type="presParOf" srcId="{27BFAD0E-A54A-4541-8C27-FD9535AF5A57}" destId="{5A3D28DB-5397-4495-A2E9-E7E1E2771A8D}" srcOrd="5" destOrd="0" presId="urn:microsoft.com/office/officeart/2018/2/layout/IconVerticalSolidList"/>
    <dgm:cxn modelId="{CB20B6E3-58F4-4A91-8046-053E33DA8E2F}" type="presParOf" srcId="{27BFAD0E-A54A-4541-8C27-FD9535AF5A57}" destId="{6E645F2E-B67D-457A-B5A9-32F438C34BF4}" srcOrd="6" destOrd="0" presId="urn:microsoft.com/office/officeart/2018/2/layout/IconVerticalSolidList"/>
    <dgm:cxn modelId="{570F04DC-DFAA-4FA6-94B5-E1A764E73EE5}" type="presParOf" srcId="{6E645F2E-B67D-457A-B5A9-32F438C34BF4}" destId="{0E31BB4E-62E8-4D55-85E3-A19D483CD37A}" srcOrd="0" destOrd="0" presId="urn:microsoft.com/office/officeart/2018/2/layout/IconVerticalSolidList"/>
    <dgm:cxn modelId="{BCB1A625-D089-4833-9E02-F8B9F0F678E8}" type="presParOf" srcId="{6E645F2E-B67D-457A-B5A9-32F438C34BF4}" destId="{A519D8F9-63D8-4507-9BEE-65580A093A7D}" srcOrd="1" destOrd="0" presId="urn:microsoft.com/office/officeart/2018/2/layout/IconVerticalSolidList"/>
    <dgm:cxn modelId="{3F8B28EC-B83F-4B44-B656-B7550D324612}" type="presParOf" srcId="{6E645F2E-B67D-457A-B5A9-32F438C34BF4}" destId="{DF48DBE2-58FD-4293-B81D-39F8F00EC334}" srcOrd="2" destOrd="0" presId="urn:microsoft.com/office/officeart/2018/2/layout/IconVerticalSolidList"/>
    <dgm:cxn modelId="{A0C42224-3263-4886-A3A5-1670D04775F9}" type="presParOf" srcId="{6E645F2E-B67D-457A-B5A9-32F438C34BF4}" destId="{4A5C0531-8D11-41A0-993C-6DC57B1695E8}" srcOrd="3" destOrd="0" presId="urn:microsoft.com/office/officeart/2018/2/layout/IconVerticalSolidList"/>
    <dgm:cxn modelId="{73F6374C-DD01-424C-A413-2853C1ED69C8}" type="presParOf" srcId="{27BFAD0E-A54A-4541-8C27-FD9535AF5A57}" destId="{CC34190B-95F3-46BE-A137-D1DAD9F9BBB3}" srcOrd="7" destOrd="0" presId="urn:microsoft.com/office/officeart/2018/2/layout/IconVerticalSolidList"/>
    <dgm:cxn modelId="{A1422B51-B1C9-4CFC-816D-EF7A74FDC48C}" type="presParOf" srcId="{27BFAD0E-A54A-4541-8C27-FD9535AF5A57}" destId="{61D17F96-B106-42B9-A678-2A4632F3AB36}" srcOrd="8" destOrd="0" presId="urn:microsoft.com/office/officeart/2018/2/layout/IconVerticalSolidList"/>
    <dgm:cxn modelId="{6AE8C571-A012-49D0-9722-A4F920A7B98A}" type="presParOf" srcId="{61D17F96-B106-42B9-A678-2A4632F3AB36}" destId="{32F101FF-E79C-4F3F-B698-07AAF80CAE7C}" srcOrd="0" destOrd="0" presId="urn:microsoft.com/office/officeart/2018/2/layout/IconVerticalSolidList"/>
    <dgm:cxn modelId="{FECD50A3-4E43-43C3-95B7-6A58143F8DC1}" type="presParOf" srcId="{61D17F96-B106-42B9-A678-2A4632F3AB36}" destId="{01DCA5B8-536F-4432-8BF0-40BA48616481}" srcOrd="1" destOrd="0" presId="urn:microsoft.com/office/officeart/2018/2/layout/IconVerticalSolidList"/>
    <dgm:cxn modelId="{7B9C9182-7A94-41F1-866B-6570489AD724}" type="presParOf" srcId="{61D17F96-B106-42B9-A678-2A4632F3AB36}" destId="{8ECA75DF-10BB-48D7-9731-94CD2076E564}" srcOrd="2" destOrd="0" presId="urn:microsoft.com/office/officeart/2018/2/layout/IconVerticalSolidList"/>
    <dgm:cxn modelId="{80CEB9DA-BDDA-4C40-AD4D-2EE1D59A1CCB}" type="presParOf" srcId="{61D17F96-B106-42B9-A678-2A4632F3AB36}" destId="{6C7891BF-6706-46A3-B459-FD706A38CB62}"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FA69AA-809A-41D6-97C3-2EF37A33DB13}">
      <dsp:nvSpPr>
        <dsp:cNvPr id="0" name=""/>
        <dsp:cNvSpPr/>
      </dsp:nvSpPr>
      <dsp:spPr>
        <a:xfrm>
          <a:off x="0" y="628101"/>
          <a:ext cx="2931253" cy="1758751"/>
        </a:xfrm>
        <a:prstGeom prst="rect">
          <a:avLst/>
        </a:prstGeom>
        <a:solidFill>
          <a:schemeClr val="accent2">
            <a:alpha val="9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Collect all possible data from local government sources</a:t>
          </a:r>
        </a:p>
      </dsp:txBody>
      <dsp:txXfrm>
        <a:off x="0" y="628101"/>
        <a:ext cx="2931253" cy="1758751"/>
      </dsp:txXfrm>
    </dsp:sp>
    <dsp:sp modelId="{14EEA276-BF6C-4D04-8EF7-65AF9E2D5A6D}">
      <dsp:nvSpPr>
        <dsp:cNvPr id="0" name=""/>
        <dsp:cNvSpPr/>
      </dsp:nvSpPr>
      <dsp:spPr>
        <a:xfrm>
          <a:off x="3224378" y="628101"/>
          <a:ext cx="2931253" cy="1758751"/>
        </a:xfrm>
        <a:prstGeom prst="rect">
          <a:avLst/>
        </a:prstGeom>
        <a:solidFill>
          <a:schemeClr val="accent2">
            <a:alpha val="90000"/>
            <a:hueOff val="0"/>
            <a:satOff val="0"/>
            <a:lumOff val="0"/>
            <a:alphaOff val="-1000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Distribute</a:t>
          </a:r>
          <a:r>
            <a:rPr lang="en-US" sz="2300" kern="1200" baseline="0"/>
            <a:t> created survey to obtain additional data</a:t>
          </a:r>
          <a:endParaRPr lang="en-US" sz="2300" kern="1200"/>
        </a:p>
      </dsp:txBody>
      <dsp:txXfrm>
        <a:off x="3224378" y="628101"/>
        <a:ext cx="2931253" cy="1758751"/>
      </dsp:txXfrm>
    </dsp:sp>
    <dsp:sp modelId="{07827EF7-FDB0-4453-BB93-2FDB41E30019}">
      <dsp:nvSpPr>
        <dsp:cNvPr id="0" name=""/>
        <dsp:cNvSpPr/>
      </dsp:nvSpPr>
      <dsp:spPr>
        <a:xfrm>
          <a:off x="6448756" y="628101"/>
          <a:ext cx="2931253" cy="1758751"/>
        </a:xfrm>
        <a:prstGeom prst="rect">
          <a:avLst/>
        </a:prstGeom>
        <a:solidFill>
          <a:schemeClr val="accent2">
            <a:alpha val="90000"/>
            <a:hueOff val="0"/>
            <a:satOff val="0"/>
            <a:lumOff val="0"/>
            <a:alphaOff val="-2000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Use</a:t>
          </a:r>
        </a:p>
        <a:p>
          <a:pPr marL="0" lvl="0" indent="0" algn="ctr" defTabSz="1022350">
            <a:lnSpc>
              <a:spcPct val="90000"/>
            </a:lnSpc>
            <a:spcBef>
              <a:spcPct val="0"/>
            </a:spcBef>
            <a:spcAft>
              <a:spcPct val="35000"/>
            </a:spcAft>
            <a:buNone/>
          </a:pPr>
          <a:r>
            <a:rPr lang="en-US" sz="2300" kern="1200"/>
            <a:t>Secondary Studies</a:t>
          </a:r>
        </a:p>
        <a:p>
          <a:pPr marL="0" lvl="0" indent="0" algn="ctr" defTabSz="1022350">
            <a:lnSpc>
              <a:spcPct val="90000"/>
            </a:lnSpc>
            <a:spcBef>
              <a:spcPct val="0"/>
            </a:spcBef>
            <a:spcAft>
              <a:spcPct val="35000"/>
            </a:spcAft>
            <a:buNone/>
          </a:pPr>
          <a:r>
            <a:rPr lang="en-US" sz="2300" kern="1200"/>
            <a:t>for data not found</a:t>
          </a:r>
        </a:p>
        <a:p>
          <a:pPr marL="0" lvl="0" indent="0" algn="ctr" defTabSz="1022350">
            <a:lnSpc>
              <a:spcPct val="90000"/>
            </a:lnSpc>
            <a:spcBef>
              <a:spcPct val="0"/>
            </a:spcBef>
            <a:spcAft>
              <a:spcPct val="35000"/>
            </a:spcAft>
            <a:buNone/>
          </a:pPr>
          <a:r>
            <a:rPr lang="en-US" sz="2300" kern="1200"/>
            <a:t>in previous steps.</a:t>
          </a:r>
        </a:p>
      </dsp:txBody>
      <dsp:txXfrm>
        <a:off x="6448756" y="628101"/>
        <a:ext cx="2931253" cy="1758751"/>
      </dsp:txXfrm>
    </dsp:sp>
    <dsp:sp modelId="{E38F41EF-923E-4465-AF35-5BD37F772702}">
      <dsp:nvSpPr>
        <dsp:cNvPr id="0" name=""/>
        <dsp:cNvSpPr/>
      </dsp:nvSpPr>
      <dsp:spPr>
        <a:xfrm>
          <a:off x="1612189" y="2679978"/>
          <a:ext cx="2931253" cy="1758751"/>
        </a:xfrm>
        <a:prstGeom prst="rect">
          <a:avLst/>
        </a:prstGeom>
        <a:solidFill>
          <a:schemeClr val="accent2">
            <a:alpha val="90000"/>
            <a:hueOff val="0"/>
            <a:satOff val="0"/>
            <a:lumOff val="0"/>
            <a:alphaOff val="-3000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Create estimates for each sport based </a:t>
          </a:r>
          <a:r>
            <a:rPr lang="en-US" sz="2300" kern="1200">
              <a:latin typeface="Trebuchet MS" panose="020B0603020202020204"/>
            </a:rPr>
            <a:t>on</a:t>
          </a:r>
          <a:r>
            <a:rPr lang="en-US" sz="2300" kern="1200"/>
            <a:t> preceding data </a:t>
          </a:r>
        </a:p>
      </dsp:txBody>
      <dsp:txXfrm>
        <a:off x="1612189" y="2679978"/>
        <a:ext cx="2931253" cy="1758751"/>
      </dsp:txXfrm>
    </dsp:sp>
    <dsp:sp modelId="{CC525D4A-35D6-41BF-B9AB-D4D32095F908}">
      <dsp:nvSpPr>
        <dsp:cNvPr id="0" name=""/>
        <dsp:cNvSpPr/>
      </dsp:nvSpPr>
      <dsp:spPr>
        <a:xfrm>
          <a:off x="4836567" y="2679978"/>
          <a:ext cx="2931253" cy="1758751"/>
        </a:xfrm>
        <a:prstGeom prst="rect">
          <a:avLst/>
        </a:prstGeom>
        <a:solidFill>
          <a:schemeClr val="accent2">
            <a:alpha val="90000"/>
            <a:hueOff val="0"/>
            <a:satOff val="0"/>
            <a:lumOff val="0"/>
            <a:alphaOff val="-4000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Apply multipliers using RIMS II I/O model table for the region </a:t>
          </a:r>
        </a:p>
      </dsp:txBody>
      <dsp:txXfrm>
        <a:off x="4836567" y="2679978"/>
        <a:ext cx="2931253" cy="175875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16D363-4447-4A86-9669-1C867D6D4AF9}">
      <dsp:nvSpPr>
        <dsp:cNvPr id="0" name=""/>
        <dsp:cNvSpPr/>
      </dsp:nvSpPr>
      <dsp:spPr>
        <a:xfrm>
          <a:off x="0" y="132459"/>
          <a:ext cx="2793238" cy="1675943"/>
        </a:xfrm>
        <a:prstGeom prst="rect">
          <a:avLst/>
        </a:prstGeom>
        <a:solidFill>
          <a:schemeClr val="accent2">
            <a:shade val="8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a:t>RIMS II is a backward-linkage model </a:t>
          </a:r>
        </a:p>
      </dsp:txBody>
      <dsp:txXfrm>
        <a:off x="0" y="132459"/>
        <a:ext cx="2793238" cy="1675943"/>
      </dsp:txXfrm>
    </dsp:sp>
    <dsp:sp modelId="{6675F9BC-D863-43A9-8CC9-2C91F1D075EE}">
      <dsp:nvSpPr>
        <dsp:cNvPr id="0" name=""/>
        <dsp:cNvSpPr/>
      </dsp:nvSpPr>
      <dsp:spPr>
        <a:xfrm>
          <a:off x="3072562" y="132459"/>
          <a:ext cx="2793238" cy="1675943"/>
        </a:xfrm>
        <a:prstGeom prst="rect">
          <a:avLst/>
        </a:prstGeom>
        <a:solidFill>
          <a:schemeClr val="accent2">
            <a:shade val="80000"/>
            <a:hueOff val="110085"/>
            <a:satOff val="-7998"/>
            <a:lumOff val="6782"/>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a:t>RIMS II uses Fixed Purchase Patterns </a:t>
          </a:r>
        </a:p>
      </dsp:txBody>
      <dsp:txXfrm>
        <a:off x="3072562" y="132459"/>
        <a:ext cx="2793238" cy="1675943"/>
      </dsp:txXfrm>
    </dsp:sp>
    <dsp:sp modelId="{F794A59A-6EDF-46C2-9C26-22565C8EE2A0}">
      <dsp:nvSpPr>
        <dsp:cNvPr id="0" name=""/>
        <dsp:cNvSpPr/>
      </dsp:nvSpPr>
      <dsp:spPr>
        <a:xfrm>
          <a:off x="6145125" y="132459"/>
          <a:ext cx="2793238" cy="1675943"/>
        </a:xfrm>
        <a:prstGeom prst="rect">
          <a:avLst/>
        </a:prstGeom>
        <a:solidFill>
          <a:schemeClr val="accent2">
            <a:shade val="80000"/>
            <a:hueOff val="220169"/>
            <a:satOff val="-15996"/>
            <a:lumOff val="13564"/>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a:t>Industry Homogeneity </a:t>
          </a:r>
        </a:p>
      </dsp:txBody>
      <dsp:txXfrm>
        <a:off x="6145125" y="132459"/>
        <a:ext cx="2793238" cy="1675943"/>
      </dsp:txXfrm>
    </dsp:sp>
    <dsp:sp modelId="{123C3175-4E50-4A8B-8086-78C7A35F7C9F}">
      <dsp:nvSpPr>
        <dsp:cNvPr id="0" name=""/>
        <dsp:cNvSpPr/>
      </dsp:nvSpPr>
      <dsp:spPr>
        <a:xfrm>
          <a:off x="0" y="2087726"/>
          <a:ext cx="2793238" cy="1675943"/>
        </a:xfrm>
        <a:prstGeom prst="rect">
          <a:avLst/>
        </a:prstGeom>
        <a:solidFill>
          <a:schemeClr val="accent2">
            <a:shade val="80000"/>
            <a:hueOff val="330254"/>
            <a:satOff val="-23993"/>
            <a:lumOff val="20345"/>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a:t>No Supply Constraints </a:t>
          </a:r>
        </a:p>
      </dsp:txBody>
      <dsp:txXfrm>
        <a:off x="0" y="2087726"/>
        <a:ext cx="2793238" cy="1675943"/>
      </dsp:txXfrm>
    </dsp:sp>
    <dsp:sp modelId="{F3744EBD-A39C-4046-A147-CC482568A6D3}">
      <dsp:nvSpPr>
        <dsp:cNvPr id="0" name=""/>
        <dsp:cNvSpPr/>
      </dsp:nvSpPr>
      <dsp:spPr>
        <a:xfrm>
          <a:off x="3072562" y="2087726"/>
          <a:ext cx="2793238" cy="1675943"/>
        </a:xfrm>
        <a:prstGeom prst="rect">
          <a:avLst/>
        </a:prstGeom>
        <a:solidFill>
          <a:schemeClr val="accent2">
            <a:shade val="80000"/>
            <a:hueOff val="440338"/>
            <a:satOff val="-31991"/>
            <a:lumOff val="27127"/>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a:t>No Regional Feedback </a:t>
          </a:r>
        </a:p>
      </dsp:txBody>
      <dsp:txXfrm>
        <a:off x="3072562" y="2087726"/>
        <a:ext cx="2793238" cy="1675943"/>
      </dsp:txXfrm>
    </dsp:sp>
    <dsp:sp modelId="{BB476697-311B-457D-B6F2-A8556FBC4626}">
      <dsp:nvSpPr>
        <dsp:cNvPr id="0" name=""/>
        <dsp:cNvSpPr/>
      </dsp:nvSpPr>
      <dsp:spPr>
        <a:xfrm>
          <a:off x="6145125" y="2087726"/>
          <a:ext cx="2793238" cy="1675943"/>
        </a:xfrm>
        <a:prstGeom prst="rect">
          <a:avLst/>
        </a:prstGeom>
        <a:solidFill>
          <a:schemeClr val="accent2">
            <a:shade val="80000"/>
            <a:hueOff val="550423"/>
            <a:satOff val="-39989"/>
            <a:lumOff val="33909"/>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a:t>No Time Dimension</a:t>
          </a:r>
        </a:p>
      </dsp:txBody>
      <dsp:txXfrm>
        <a:off x="6145125" y="2087726"/>
        <a:ext cx="2793238" cy="167594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0E7AF9-987F-41C1-AA86-DB037AE0400A}">
      <dsp:nvSpPr>
        <dsp:cNvPr id="0" name=""/>
        <dsp:cNvSpPr/>
      </dsp:nvSpPr>
      <dsp:spPr>
        <a:xfrm>
          <a:off x="0" y="2958"/>
          <a:ext cx="9080896" cy="630095"/>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5EEF784-4D59-4C35-8817-FE10A15ADFEA}">
      <dsp:nvSpPr>
        <dsp:cNvPr id="0" name=""/>
        <dsp:cNvSpPr/>
      </dsp:nvSpPr>
      <dsp:spPr>
        <a:xfrm>
          <a:off x="190603" y="144729"/>
          <a:ext cx="346552" cy="34655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F6BC50C-31F5-4B5E-AD41-4E855AF248E6}">
      <dsp:nvSpPr>
        <dsp:cNvPr id="0" name=""/>
        <dsp:cNvSpPr/>
      </dsp:nvSpPr>
      <dsp:spPr>
        <a:xfrm>
          <a:off x="727760" y="2958"/>
          <a:ext cx="8353135" cy="6300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685" tIns="66685" rIns="66685" bIns="66685" numCol="1" spcCol="1270" anchor="ctr" anchorCtr="0">
          <a:noAutofit/>
        </a:bodyPr>
        <a:lstStyle/>
        <a:p>
          <a:pPr marL="0" lvl="0" indent="0" algn="l" defTabSz="711200">
            <a:lnSpc>
              <a:spcPct val="100000"/>
            </a:lnSpc>
            <a:spcBef>
              <a:spcPct val="0"/>
            </a:spcBef>
            <a:spcAft>
              <a:spcPct val="35000"/>
            </a:spcAft>
            <a:buNone/>
          </a:pPr>
          <a:r>
            <a:rPr lang="en-US" sz="1600" kern="1200"/>
            <a:t>RIMS II multipliers are only meaningful for analyzing the impact of final demand change in a region. Final demand consist of a number of different types of transactions:</a:t>
          </a:r>
        </a:p>
      </dsp:txBody>
      <dsp:txXfrm>
        <a:off x="727760" y="2958"/>
        <a:ext cx="8353135" cy="630095"/>
      </dsp:txXfrm>
    </dsp:sp>
    <dsp:sp modelId="{992B3487-509D-464A-A831-E549A238D33C}">
      <dsp:nvSpPr>
        <dsp:cNvPr id="0" name=""/>
        <dsp:cNvSpPr/>
      </dsp:nvSpPr>
      <dsp:spPr>
        <a:xfrm>
          <a:off x="0" y="790577"/>
          <a:ext cx="9080896" cy="630095"/>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CD5B77D-A030-4223-8727-8B937217D297}">
      <dsp:nvSpPr>
        <dsp:cNvPr id="0" name=""/>
        <dsp:cNvSpPr/>
      </dsp:nvSpPr>
      <dsp:spPr>
        <a:xfrm>
          <a:off x="190603" y="932349"/>
          <a:ext cx="346552" cy="34655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5E6A1480-2E20-4B53-8E10-A59A8974F76F}">
      <dsp:nvSpPr>
        <dsp:cNvPr id="0" name=""/>
        <dsp:cNvSpPr/>
      </dsp:nvSpPr>
      <dsp:spPr>
        <a:xfrm>
          <a:off x="727760" y="790577"/>
          <a:ext cx="8353135" cy="6300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685" tIns="66685" rIns="66685" bIns="66685" numCol="1" spcCol="1270" anchor="ctr" anchorCtr="0">
          <a:noAutofit/>
        </a:bodyPr>
        <a:lstStyle/>
        <a:p>
          <a:pPr marL="0" lvl="0" indent="0" algn="l" defTabSz="711200">
            <a:lnSpc>
              <a:spcPct val="100000"/>
            </a:lnSpc>
            <a:spcBef>
              <a:spcPct val="0"/>
            </a:spcBef>
            <a:spcAft>
              <a:spcPct val="35000"/>
            </a:spcAft>
            <a:buNone/>
          </a:pPr>
          <a:r>
            <a:rPr lang="en-US" sz="1600" kern="1200"/>
            <a:t>Purchases by consumers outside the region </a:t>
          </a:r>
        </a:p>
      </dsp:txBody>
      <dsp:txXfrm>
        <a:off x="727760" y="790577"/>
        <a:ext cx="8353135" cy="630095"/>
      </dsp:txXfrm>
    </dsp:sp>
    <dsp:sp modelId="{206F2895-CFA6-4281-8E8C-39C28A0562FD}">
      <dsp:nvSpPr>
        <dsp:cNvPr id="0" name=""/>
        <dsp:cNvSpPr/>
      </dsp:nvSpPr>
      <dsp:spPr>
        <a:xfrm>
          <a:off x="0" y="1578197"/>
          <a:ext cx="9080896" cy="630095"/>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A2F8FC9-39B9-421A-9D88-DB32A88EF4A4}">
      <dsp:nvSpPr>
        <dsp:cNvPr id="0" name=""/>
        <dsp:cNvSpPr/>
      </dsp:nvSpPr>
      <dsp:spPr>
        <a:xfrm>
          <a:off x="190603" y="1719968"/>
          <a:ext cx="346552" cy="34655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34C011A2-76B8-4B75-8AAC-3AF66BC47560}">
      <dsp:nvSpPr>
        <dsp:cNvPr id="0" name=""/>
        <dsp:cNvSpPr/>
      </dsp:nvSpPr>
      <dsp:spPr>
        <a:xfrm>
          <a:off x="727760" y="1578197"/>
          <a:ext cx="8353135" cy="6300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685" tIns="66685" rIns="66685" bIns="66685" numCol="1" spcCol="1270" anchor="ctr" anchorCtr="0">
          <a:noAutofit/>
        </a:bodyPr>
        <a:lstStyle/>
        <a:p>
          <a:pPr marL="0" lvl="0" indent="0" algn="l" defTabSz="711200">
            <a:lnSpc>
              <a:spcPct val="100000"/>
            </a:lnSpc>
            <a:spcBef>
              <a:spcPct val="0"/>
            </a:spcBef>
            <a:spcAft>
              <a:spcPct val="35000"/>
            </a:spcAft>
            <a:buNone/>
          </a:pPr>
          <a:r>
            <a:rPr lang="en-US" sz="1600" kern="1200"/>
            <a:t>Investment in new buildings, equipment, and software</a:t>
          </a:r>
        </a:p>
      </dsp:txBody>
      <dsp:txXfrm>
        <a:off x="727760" y="1578197"/>
        <a:ext cx="8353135" cy="630095"/>
      </dsp:txXfrm>
    </dsp:sp>
    <dsp:sp modelId="{0E31BB4E-62E8-4D55-85E3-A19D483CD37A}">
      <dsp:nvSpPr>
        <dsp:cNvPr id="0" name=""/>
        <dsp:cNvSpPr/>
      </dsp:nvSpPr>
      <dsp:spPr>
        <a:xfrm>
          <a:off x="0" y="2365816"/>
          <a:ext cx="9080896" cy="630095"/>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519D8F9-63D8-4507-9BEE-65580A093A7D}">
      <dsp:nvSpPr>
        <dsp:cNvPr id="0" name=""/>
        <dsp:cNvSpPr/>
      </dsp:nvSpPr>
      <dsp:spPr>
        <a:xfrm>
          <a:off x="190603" y="2507588"/>
          <a:ext cx="346552" cy="34655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A5C0531-8D11-41A0-993C-6DC57B1695E8}">
      <dsp:nvSpPr>
        <dsp:cNvPr id="0" name=""/>
        <dsp:cNvSpPr/>
      </dsp:nvSpPr>
      <dsp:spPr>
        <a:xfrm>
          <a:off x="727760" y="2365816"/>
          <a:ext cx="8353135" cy="6300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685" tIns="66685" rIns="66685" bIns="66685" numCol="1" spcCol="1270" anchor="ctr" anchorCtr="0">
          <a:noAutofit/>
        </a:bodyPr>
        <a:lstStyle/>
        <a:p>
          <a:pPr marL="0" lvl="0" indent="0" algn="l" defTabSz="711200">
            <a:lnSpc>
              <a:spcPct val="100000"/>
            </a:lnSpc>
            <a:spcBef>
              <a:spcPct val="0"/>
            </a:spcBef>
            <a:spcAft>
              <a:spcPct val="35000"/>
            </a:spcAft>
            <a:buNone/>
          </a:pPr>
          <a:r>
            <a:rPr lang="en-US" sz="1600" kern="1200"/>
            <a:t>Purchases by government </a:t>
          </a:r>
        </a:p>
      </dsp:txBody>
      <dsp:txXfrm>
        <a:off x="727760" y="2365816"/>
        <a:ext cx="8353135" cy="630095"/>
      </dsp:txXfrm>
    </dsp:sp>
    <dsp:sp modelId="{32F101FF-E79C-4F3F-B698-07AAF80CAE7C}">
      <dsp:nvSpPr>
        <dsp:cNvPr id="0" name=""/>
        <dsp:cNvSpPr/>
      </dsp:nvSpPr>
      <dsp:spPr>
        <a:xfrm>
          <a:off x="0" y="3153436"/>
          <a:ext cx="9080896" cy="630095"/>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1DCA5B8-536F-4432-8BF0-40BA48616481}">
      <dsp:nvSpPr>
        <dsp:cNvPr id="0" name=""/>
        <dsp:cNvSpPr/>
      </dsp:nvSpPr>
      <dsp:spPr>
        <a:xfrm>
          <a:off x="190603" y="3295207"/>
          <a:ext cx="346552" cy="346552"/>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6C7891BF-6706-46A3-B459-FD706A38CB62}">
      <dsp:nvSpPr>
        <dsp:cNvPr id="0" name=""/>
        <dsp:cNvSpPr/>
      </dsp:nvSpPr>
      <dsp:spPr>
        <a:xfrm>
          <a:off x="727760" y="3153436"/>
          <a:ext cx="8353135" cy="6300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685" tIns="66685" rIns="66685" bIns="66685" numCol="1" spcCol="1270" anchor="ctr" anchorCtr="0">
          <a:noAutofit/>
        </a:bodyPr>
        <a:lstStyle/>
        <a:p>
          <a:pPr marL="0" lvl="0" indent="0" algn="l" defTabSz="711200">
            <a:lnSpc>
              <a:spcPct val="100000"/>
            </a:lnSpc>
            <a:spcBef>
              <a:spcPct val="0"/>
            </a:spcBef>
            <a:spcAft>
              <a:spcPct val="35000"/>
            </a:spcAft>
            <a:buNone/>
          </a:pPr>
          <a:r>
            <a:rPr lang="en-US" sz="1600" kern="1200"/>
            <a:t>Purchases by households</a:t>
          </a:r>
        </a:p>
      </dsp:txBody>
      <dsp:txXfrm>
        <a:off x="727760" y="3153436"/>
        <a:ext cx="8353135" cy="630095"/>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FB8B65A-D69F-C26C-B67E-036EF77BF1F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52B9064-AE57-427F-E5AF-71DE7D52FE6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D8190EA-5EEC-4300-B6AE-D9734C6C648E}" type="datetimeFigureOut">
              <a:rPr lang="en-US" smtClean="0"/>
              <a:t>12/11/2023</a:t>
            </a:fld>
            <a:endParaRPr lang="en-US"/>
          </a:p>
        </p:txBody>
      </p:sp>
      <p:sp>
        <p:nvSpPr>
          <p:cNvPr id="4" name="Footer Placeholder 3">
            <a:extLst>
              <a:ext uri="{FF2B5EF4-FFF2-40B4-BE49-F238E27FC236}">
                <a16:creationId xmlns:a16="http://schemas.microsoft.com/office/drawing/2014/main" id="{8186157A-CEB9-B0FC-3A49-BE950AEAD6F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0819CA0-A57D-42D7-A625-56C22D0FA7C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AFF3A6F-DEFA-45E0-9496-BEE7C2C6F3D0}" type="slidenum">
              <a:rPr lang="en-US" smtClean="0"/>
              <a:t>‹#›</a:t>
            </a:fld>
            <a:endParaRPr lang="en-US"/>
          </a:p>
        </p:txBody>
      </p:sp>
    </p:spTree>
    <p:extLst>
      <p:ext uri="{BB962C8B-B14F-4D97-AF65-F5344CB8AC3E}">
        <p14:creationId xmlns:p14="http://schemas.microsoft.com/office/powerpoint/2010/main" val="1406002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87ADD9-2083-264C-A652-8D52D02F7E72}" type="datetimeFigureOut">
              <a:rPr lang="en-US" smtClean="0"/>
              <a:t>12/11/2023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7DC217-DF71-1A49-B3EA-559F1F43B0FF}" type="slidenum">
              <a:rPr lang="en-US" smtClean="0"/>
              <a:t>‹#›</a:t>
            </a:fld>
            <a:endParaRPr lang="en-US"/>
          </a:p>
        </p:txBody>
      </p:sp>
    </p:spTree>
    <p:extLst>
      <p:ext uri="{BB962C8B-B14F-4D97-AF65-F5344CB8AC3E}">
        <p14:creationId xmlns:p14="http://schemas.microsoft.com/office/powerpoint/2010/main" val="2846425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97DC217-DF71-1A49-B3EA-559F1F43B0FF}" type="slidenum">
              <a:rPr lang="en-US" smtClean="0"/>
              <a:t>1</a:t>
            </a:fld>
            <a:endParaRPr lang="en-US"/>
          </a:p>
        </p:txBody>
      </p:sp>
    </p:spTree>
    <p:extLst>
      <p:ext uri="{BB962C8B-B14F-4D97-AF65-F5344CB8AC3E}">
        <p14:creationId xmlns:p14="http://schemas.microsoft.com/office/powerpoint/2010/main" val="21693858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Change chart to show flow better/order</a:t>
            </a:r>
          </a:p>
        </p:txBody>
      </p:sp>
      <p:sp>
        <p:nvSpPr>
          <p:cNvPr id="4" name="Slide Number Placeholder 3"/>
          <p:cNvSpPr>
            <a:spLocks noGrp="1"/>
          </p:cNvSpPr>
          <p:nvPr>
            <p:ph type="sldNum" sz="quarter" idx="5"/>
          </p:nvPr>
        </p:nvSpPr>
        <p:spPr/>
        <p:txBody>
          <a:bodyPr/>
          <a:lstStyle/>
          <a:p>
            <a:fld id="{F97DC217-DF71-1A49-B3EA-559F1F43B0FF}" type="slidenum">
              <a:rPr lang="en-US" smtClean="0"/>
              <a:t>3</a:t>
            </a:fld>
            <a:endParaRPr lang="en-US"/>
          </a:p>
        </p:txBody>
      </p:sp>
    </p:spTree>
    <p:extLst>
      <p:ext uri="{BB962C8B-B14F-4D97-AF65-F5344CB8AC3E}">
        <p14:creationId xmlns:p14="http://schemas.microsoft.com/office/powerpoint/2010/main" val="2912237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Ask about day amount add per individual </a:t>
            </a:r>
          </a:p>
        </p:txBody>
      </p:sp>
      <p:sp>
        <p:nvSpPr>
          <p:cNvPr id="4" name="Slide Number Placeholder 3"/>
          <p:cNvSpPr>
            <a:spLocks noGrp="1"/>
          </p:cNvSpPr>
          <p:nvPr>
            <p:ph type="sldNum" sz="quarter" idx="5"/>
          </p:nvPr>
        </p:nvSpPr>
        <p:spPr/>
        <p:txBody>
          <a:bodyPr/>
          <a:lstStyle/>
          <a:p>
            <a:fld id="{F97DC217-DF71-1A49-B3EA-559F1F43B0FF}" type="slidenum">
              <a:rPr lang="en-US" smtClean="0"/>
              <a:t>4</a:t>
            </a:fld>
            <a:endParaRPr lang="en-US"/>
          </a:p>
        </p:txBody>
      </p:sp>
    </p:spTree>
    <p:extLst>
      <p:ext uri="{BB962C8B-B14F-4D97-AF65-F5344CB8AC3E}">
        <p14:creationId xmlns:p14="http://schemas.microsoft.com/office/powerpoint/2010/main" val="9005612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Trend line</a:t>
            </a:r>
          </a:p>
        </p:txBody>
      </p:sp>
      <p:sp>
        <p:nvSpPr>
          <p:cNvPr id="4" name="Slide Number Placeholder 3"/>
          <p:cNvSpPr>
            <a:spLocks noGrp="1"/>
          </p:cNvSpPr>
          <p:nvPr>
            <p:ph type="sldNum" sz="quarter" idx="5"/>
          </p:nvPr>
        </p:nvSpPr>
        <p:spPr/>
        <p:txBody>
          <a:bodyPr/>
          <a:lstStyle/>
          <a:p>
            <a:fld id="{F97DC217-DF71-1A49-B3EA-559F1F43B0FF}" type="slidenum">
              <a:rPr lang="en-US" smtClean="0"/>
              <a:t>8</a:t>
            </a:fld>
            <a:endParaRPr lang="en-US"/>
          </a:p>
        </p:txBody>
      </p:sp>
    </p:spTree>
    <p:extLst>
      <p:ext uri="{BB962C8B-B14F-4D97-AF65-F5344CB8AC3E}">
        <p14:creationId xmlns:p14="http://schemas.microsoft.com/office/powerpoint/2010/main" val="17059779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Round number to dollar amount, add $ sign </a:t>
            </a:r>
          </a:p>
        </p:txBody>
      </p:sp>
      <p:sp>
        <p:nvSpPr>
          <p:cNvPr id="4" name="Slide Number Placeholder 3"/>
          <p:cNvSpPr>
            <a:spLocks noGrp="1"/>
          </p:cNvSpPr>
          <p:nvPr>
            <p:ph type="sldNum" sz="quarter" idx="5"/>
          </p:nvPr>
        </p:nvSpPr>
        <p:spPr/>
        <p:txBody>
          <a:bodyPr/>
          <a:lstStyle/>
          <a:p>
            <a:fld id="{F97DC217-DF71-1A49-B3EA-559F1F43B0FF}" type="slidenum">
              <a:rPr lang="en-US" smtClean="0"/>
              <a:t>9</a:t>
            </a:fld>
            <a:endParaRPr lang="en-US"/>
          </a:p>
        </p:txBody>
      </p:sp>
    </p:spTree>
    <p:extLst>
      <p:ext uri="{BB962C8B-B14F-4D97-AF65-F5344CB8AC3E}">
        <p14:creationId xmlns:p14="http://schemas.microsoft.com/office/powerpoint/2010/main" val="27036368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bigger</a:t>
            </a:r>
          </a:p>
        </p:txBody>
      </p:sp>
      <p:sp>
        <p:nvSpPr>
          <p:cNvPr id="4" name="Slide Number Placeholder 3"/>
          <p:cNvSpPr>
            <a:spLocks noGrp="1"/>
          </p:cNvSpPr>
          <p:nvPr>
            <p:ph type="sldNum" sz="quarter" idx="5"/>
          </p:nvPr>
        </p:nvSpPr>
        <p:spPr/>
        <p:txBody>
          <a:bodyPr/>
          <a:lstStyle/>
          <a:p>
            <a:fld id="{F97DC217-DF71-1A49-B3EA-559F1F43B0FF}" type="slidenum">
              <a:rPr lang="en-US" smtClean="0"/>
              <a:t>11</a:t>
            </a:fld>
            <a:endParaRPr lang="en-US"/>
          </a:p>
        </p:txBody>
      </p:sp>
    </p:spTree>
    <p:extLst>
      <p:ext uri="{BB962C8B-B14F-4D97-AF65-F5344CB8AC3E}">
        <p14:creationId xmlns:p14="http://schemas.microsoft.com/office/powerpoint/2010/main" val="32398133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Plot with bars side by side, colors to correspond, title </a:t>
            </a:r>
          </a:p>
        </p:txBody>
      </p:sp>
      <p:sp>
        <p:nvSpPr>
          <p:cNvPr id="4" name="Slide Number Placeholder 3"/>
          <p:cNvSpPr>
            <a:spLocks noGrp="1"/>
          </p:cNvSpPr>
          <p:nvPr>
            <p:ph type="sldNum" sz="quarter" idx="5"/>
          </p:nvPr>
        </p:nvSpPr>
        <p:spPr/>
        <p:txBody>
          <a:bodyPr/>
          <a:lstStyle/>
          <a:p>
            <a:fld id="{F97DC217-DF71-1A49-B3EA-559F1F43B0FF}" type="slidenum">
              <a:rPr lang="en-US" smtClean="0"/>
              <a:t>12</a:t>
            </a:fld>
            <a:endParaRPr lang="en-US"/>
          </a:p>
        </p:txBody>
      </p:sp>
    </p:spTree>
    <p:extLst>
      <p:ext uri="{BB962C8B-B14F-4D97-AF65-F5344CB8AC3E}">
        <p14:creationId xmlns:p14="http://schemas.microsoft.com/office/powerpoint/2010/main" val="17943753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Add semicolon </a:t>
            </a:r>
          </a:p>
        </p:txBody>
      </p:sp>
      <p:sp>
        <p:nvSpPr>
          <p:cNvPr id="4" name="Slide Number Placeholder 3"/>
          <p:cNvSpPr>
            <a:spLocks noGrp="1"/>
          </p:cNvSpPr>
          <p:nvPr>
            <p:ph type="sldNum" sz="quarter" idx="5"/>
          </p:nvPr>
        </p:nvSpPr>
        <p:spPr/>
        <p:txBody>
          <a:bodyPr/>
          <a:lstStyle/>
          <a:p>
            <a:fld id="{F97DC217-DF71-1A49-B3EA-559F1F43B0FF}" type="slidenum">
              <a:rPr lang="en-US" smtClean="0"/>
              <a:t>14</a:t>
            </a:fld>
            <a:endParaRPr lang="en-US"/>
          </a:p>
        </p:txBody>
      </p:sp>
    </p:spTree>
    <p:extLst>
      <p:ext uri="{BB962C8B-B14F-4D97-AF65-F5344CB8AC3E}">
        <p14:creationId xmlns:p14="http://schemas.microsoft.com/office/powerpoint/2010/main" val="37496827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Stacked for direct and indirect, separate </a:t>
            </a:r>
          </a:p>
        </p:txBody>
      </p:sp>
      <p:sp>
        <p:nvSpPr>
          <p:cNvPr id="4" name="Slide Number Placeholder 3"/>
          <p:cNvSpPr>
            <a:spLocks noGrp="1"/>
          </p:cNvSpPr>
          <p:nvPr>
            <p:ph type="sldNum" sz="quarter" idx="5"/>
          </p:nvPr>
        </p:nvSpPr>
        <p:spPr/>
        <p:txBody>
          <a:bodyPr/>
          <a:lstStyle/>
          <a:p>
            <a:fld id="{F97DC217-DF71-1A49-B3EA-559F1F43B0FF}" type="slidenum">
              <a:rPr lang="en-US" smtClean="0"/>
              <a:t>15</a:t>
            </a:fld>
            <a:endParaRPr lang="en-US"/>
          </a:p>
        </p:txBody>
      </p:sp>
    </p:spTree>
    <p:extLst>
      <p:ext uri="{BB962C8B-B14F-4D97-AF65-F5344CB8AC3E}">
        <p14:creationId xmlns:p14="http://schemas.microsoft.com/office/powerpoint/2010/main" val="11562790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Add something to show that we </a:t>
            </a:r>
            <a:r>
              <a:rPr lang="en-US" err="1">
                <a:cs typeface="Calibri"/>
              </a:rPr>
              <a:t>intialy</a:t>
            </a:r>
            <a:r>
              <a:rPr lang="en-US">
                <a:cs typeface="Calibri"/>
              </a:rPr>
              <a:t> looked at the </a:t>
            </a:r>
            <a:r>
              <a:rPr lang="en-US" err="1">
                <a:cs typeface="Calibri"/>
              </a:rPr>
              <a:t>Changs</a:t>
            </a:r>
            <a:r>
              <a:rPr lang="en-US">
                <a:cs typeface="Calibri"/>
              </a:rPr>
              <a:t> methods, one way we could have looked at it but we ended </a:t>
            </a:r>
          </a:p>
          <a:p>
            <a:r>
              <a:rPr lang="en-US">
                <a:cs typeface="Calibri"/>
              </a:rPr>
              <a:t>This only gives us one value but the other is more refined so we used the RIMS II</a:t>
            </a:r>
          </a:p>
          <a:p>
            <a:r>
              <a:rPr lang="en-US">
                <a:cs typeface="Calibri"/>
              </a:rPr>
              <a:t>Summary of two different methods (one is useful in </a:t>
            </a:r>
            <a:r>
              <a:rPr lang="en-US" err="1">
                <a:cs typeface="Calibri"/>
              </a:rPr>
              <a:t>explaination</a:t>
            </a:r>
            <a:r>
              <a:rPr lang="en-US">
                <a:cs typeface="Calibri"/>
              </a:rPr>
              <a:t> but other is better) </a:t>
            </a:r>
          </a:p>
        </p:txBody>
      </p:sp>
      <p:sp>
        <p:nvSpPr>
          <p:cNvPr id="4" name="Slide Number Placeholder 3"/>
          <p:cNvSpPr>
            <a:spLocks noGrp="1"/>
          </p:cNvSpPr>
          <p:nvPr>
            <p:ph type="sldNum" sz="quarter" idx="5"/>
          </p:nvPr>
        </p:nvSpPr>
        <p:spPr/>
        <p:txBody>
          <a:bodyPr/>
          <a:lstStyle/>
          <a:p>
            <a:fld id="{F97DC217-DF71-1A49-B3EA-559F1F43B0FF}" type="slidenum">
              <a:rPr lang="en-US" smtClean="0"/>
              <a:t>21</a:t>
            </a:fld>
            <a:endParaRPr lang="en-US"/>
          </a:p>
        </p:txBody>
      </p:sp>
    </p:spTree>
    <p:extLst>
      <p:ext uri="{BB962C8B-B14F-4D97-AF65-F5344CB8AC3E}">
        <p14:creationId xmlns:p14="http://schemas.microsoft.com/office/powerpoint/2010/main" val="13242150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*Adjusted, add direct trend line, add Washington county </a:t>
            </a:r>
          </a:p>
        </p:txBody>
      </p:sp>
      <p:sp>
        <p:nvSpPr>
          <p:cNvPr id="4" name="Slide Number Placeholder 3"/>
          <p:cNvSpPr>
            <a:spLocks noGrp="1"/>
          </p:cNvSpPr>
          <p:nvPr>
            <p:ph type="sldNum" sz="quarter" idx="5"/>
          </p:nvPr>
        </p:nvSpPr>
        <p:spPr/>
        <p:txBody>
          <a:bodyPr/>
          <a:lstStyle/>
          <a:p>
            <a:fld id="{F97DC217-DF71-1A49-B3EA-559F1F43B0FF}" type="slidenum">
              <a:rPr lang="en-US" smtClean="0"/>
              <a:t>23</a:t>
            </a:fld>
            <a:endParaRPr lang="en-US"/>
          </a:p>
        </p:txBody>
      </p:sp>
    </p:spTree>
    <p:extLst>
      <p:ext uri="{BB962C8B-B14F-4D97-AF65-F5344CB8AC3E}">
        <p14:creationId xmlns:p14="http://schemas.microsoft.com/office/powerpoint/2010/main" val="41294085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cs typeface="Calibri"/>
            </a:endParaRPr>
          </a:p>
        </p:txBody>
      </p:sp>
      <p:sp>
        <p:nvSpPr>
          <p:cNvPr id="4" name="Slide Number Placeholder 3"/>
          <p:cNvSpPr>
            <a:spLocks noGrp="1"/>
          </p:cNvSpPr>
          <p:nvPr>
            <p:ph type="sldNum" sz="quarter" idx="5"/>
          </p:nvPr>
        </p:nvSpPr>
        <p:spPr/>
        <p:txBody>
          <a:bodyPr/>
          <a:lstStyle/>
          <a:p>
            <a:fld id="{F97DC217-DF71-1A49-B3EA-559F1F43B0FF}" type="slidenum">
              <a:rPr lang="en-US" smtClean="0"/>
              <a:t>25</a:t>
            </a:fld>
            <a:endParaRPr lang="en-US"/>
          </a:p>
        </p:txBody>
      </p:sp>
    </p:spTree>
    <p:extLst>
      <p:ext uri="{BB962C8B-B14F-4D97-AF65-F5344CB8AC3E}">
        <p14:creationId xmlns:p14="http://schemas.microsoft.com/office/powerpoint/2010/main" val="5963451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Values, 1 per page</a:t>
            </a:r>
          </a:p>
          <a:p>
            <a:r>
              <a:rPr lang="en-US">
                <a:cs typeface="Calibri"/>
              </a:rPr>
              <a:t>Possibly use a table instead of a graph</a:t>
            </a:r>
          </a:p>
        </p:txBody>
      </p:sp>
      <p:sp>
        <p:nvSpPr>
          <p:cNvPr id="4" name="Slide Number Placeholder 3"/>
          <p:cNvSpPr>
            <a:spLocks noGrp="1"/>
          </p:cNvSpPr>
          <p:nvPr>
            <p:ph type="sldNum" sz="quarter" idx="5"/>
          </p:nvPr>
        </p:nvSpPr>
        <p:spPr/>
        <p:txBody>
          <a:bodyPr/>
          <a:lstStyle/>
          <a:p>
            <a:fld id="{F97DC217-DF71-1A49-B3EA-559F1F43B0FF}" type="slidenum">
              <a:rPr lang="en-US" smtClean="0"/>
              <a:t>28</a:t>
            </a:fld>
            <a:endParaRPr lang="en-US"/>
          </a:p>
        </p:txBody>
      </p:sp>
    </p:spTree>
    <p:extLst>
      <p:ext uri="{BB962C8B-B14F-4D97-AF65-F5344CB8AC3E}">
        <p14:creationId xmlns:p14="http://schemas.microsoft.com/office/powerpoint/2010/main" val="13604466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61BEF0D-F0BB-DE4B-95CE-6DB70DBA9567}" type="datetimeFigureOut">
              <a:rPr lang="en-US" smtClean="0"/>
              <a:pPr/>
              <a:t>12/11/2023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1860701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smtClean="0"/>
              <a:pPr/>
              <a:t>12/11/2023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10583759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9566514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B712588-04B1-427B-82EE-E8DB90309F08}" type="datetimeFigureOut">
              <a:rPr lang="en-US" smtClean="0"/>
              <a:t>12/11/2023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a:p>
        </p:txBody>
      </p:sp>
    </p:spTree>
    <p:extLst>
      <p:ext uri="{BB962C8B-B14F-4D97-AF65-F5344CB8AC3E}">
        <p14:creationId xmlns:p14="http://schemas.microsoft.com/office/powerpoint/2010/main" val="10484119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61BEF0D-F0BB-DE4B-95CE-6DB70DBA9567}" type="datetimeFigureOut">
              <a:rPr lang="en-US" smtClean="0"/>
              <a:pPr/>
              <a:t>12/11/2023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6200405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smtClean="0"/>
              <a:pPr/>
              <a:t>12/11/2023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6073567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12/11/2023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16326659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12/11/2023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a:p>
        </p:txBody>
      </p:sp>
    </p:spTree>
    <p:extLst>
      <p:ext uri="{BB962C8B-B14F-4D97-AF65-F5344CB8AC3E}">
        <p14:creationId xmlns:p14="http://schemas.microsoft.com/office/powerpoint/2010/main" val="30068642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12/11/2023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13710732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0241190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solidFill>
                <a:effectLst/>
                <a:latin typeface="Arial"/>
              </a:rPr>
              <a:t>”</a:t>
            </a:r>
          </a:p>
        </p:txBody>
      </p:sp>
    </p:spTree>
    <p:extLst>
      <p:ext uri="{BB962C8B-B14F-4D97-AF65-F5344CB8AC3E}">
        <p14:creationId xmlns:p14="http://schemas.microsoft.com/office/powerpoint/2010/main" val="16103846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41339773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solidFill>
                <a:effectLst/>
                <a:latin typeface="Arial"/>
              </a:rPr>
              <a:t>”</a:t>
            </a:r>
          </a:p>
        </p:txBody>
      </p:sp>
    </p:spTree>
    <p:extLst>
      <p:ext uri="{BB962C8B-B14F-4D97-AF65-F5344CB8AC3E}">
        <p14:creationId xmlns:p14="http://schemas.microsoft.com/office/powerpoint/2010/main" val="3586689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3314328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5C6B4A9-1611-4792-9094-5F34BCA07E0B}" type="datetimeFigureOut">
              <a:rPr lang="en-US" smtClean="0"/>
              <a:t>12/11/2023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a:p>
        </p:txBody>
      </p:sp>
    </p:spTree>
    <p:extLst>
      <p:ext uri="{BB962C8B-B14F-4D97-AF65-F5344CB8AC3E}">
        <p14:creationId xmlns:p14="http://schemas.microsoft.com/office/powerpoint/2010/main" val="299353234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smtClean="0"/>
              <a:pPr/>
              <a:t>12/11/2023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12335062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12/11/2023</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319873721"/>
      </p:ext>
    </p:extLst>
  </p:cSld>
  <p:clrMap bg1="dk1" tx1="lt1" bg2="dk2" tx2="lt2" accent1="accent1" accent2="accent2" accent3="accent3" accent4="accent4" accent5="accent5" accent6="accent6" hlink="hlink" folHlink="folHlink"/>
  <p:sldLayoutIdLst>
    <p:sldLayoutId id="2147483852" r:id="rId1"/>
    <p:sldLayoutId id="2147483853" r:id="rId2"/>
    <p:sldLayoutId id="2147483854" r:id="rId3"/>
    <p:sldLayoutId id="2147483855" r:id="rId4"/>
    <p:sldLayoutId id="2147483856" r:id="rId5"/>
    <p:sldLayoutId id="2147483857" r:id="rId6"/>
    <p:sldLayoutId id="2147483858" r:id="rId7"/>
    <p:sldLayoutId id="2147483859" r:id="rId8"/>
    <p:sldLayoutId id="2147483860" r:id="rId9"/>
    <p:sldLayoutId id="2147483861" r:id="rId10"/>
    <p:sldLayoutId id="2147483862" r:id="rId11"/>
    <p:sldLayoutId id="2147483863" r:id="rId12"/>
    <p:sldLayoutId id="2147483864" r:id="rId13"/>
    <p:sldLayoutId id="2147483865" r:id="rId14"/>
    <p:sldLayoutId id="2147483866" r:id="rId15"/>
    <p:sldLayoutId id="2147483867"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F3D98-3C30-4CFC-8643-C81E829C8C25}"/>
              </a:ext>
            </a:extLst>
          </p:cNvPr>
          <p:cNvSpPr>
            <a:spLocks noGrp="1"/>
          </p:cNvSpPr>
          <p:nvPr>
            <p:ph type="ctrTitle"/>
          </p:nvPr>
        </p:nvSpPr>
        <p:spPr>
          <a:xfrm>
            <a:off x="1673824" y="2404534"/>
            <a:ext cx="8412979" cy="1646302"/>
          </a:xfrm>
        </p:spPr>
        <p:txBody>
          <a:bodyPr/>
          <a:lstStyle/>
          <a:p>
            <a:r>
              <a:rPr lang="en-US"/>
              <a:t>Winged Deer Park</a:t>
            </a:r>
            <a:br>
              <a:rPr lang="en-US"/>
            </a:br>
            <a:r>
              <a:rPr lang="en-US"/>
              <a:t>Economic Impact Study</a:t>
            </a:r>
          </a:p>
        </p:txBody>
      </p:sp>
      <p:sp>
        <p:nvSpPr>
          <p:cNvPr id="3" name="Subtitle 2">
            <a:extLst>
              <a:ext uri="{FF2B5EF4-FFF2-40B4-BE49-F238E27FC236}">
                <a16:creationId xmlns:a16="http://schemas.microsoft.com/office/drawing/2014/main" id="{A068D447-28D3-4F5F-B2DC-FD67E9015868}"/>
              </a:ext>
            </a:extLst>
          </p:cNvPr>
          <p:cNvSpPr>
            <a:spLocks noGrp="1"/>
          </p:cNvSpPr>
          <p:nvPr>
            <p:ph type="subTitle" idx="1"/>
          </p:nvPr>
        </p:nvSpPr>
        <p:spPr/>
        <p:txBody>
          <a:bodyPr/>
          <a:lstStyle/>
          <a:p>
            <a:pPr>
              <a:lnSpc>
                <a:spcPct val="90000"/>
              </a:lnSpc>
              <a:spcBef>
                <a:spcPts val="1200"/>
              </a:spcBef>
            </a:pPr>
            <a:r>
              <a:rPr lang="en-US" sz="2200">
                <a:ea typeface="+mn-lt"/>
                <a:cs typeface="+mn-lt"/>
              </a:rPr>
              <a:t>Kent Roller, Toby Adebiyi, Adade Yeboah</a:t>
            </a:r>
            <a:endParaRPr lang="en-US"/>
          </a:p>
          <a:p>
            <a:pPr>
              <a:lnSpc>
                <a:spcPct val="90000"/>
              </a:lnSpc>
              <a:spcBef>
                <a:spcPts val="1200"/>
              </a:spcBef>
            </a:pPr>
            <a:r>
              <a:rPr lang="en-US" sz="2200">
                <a:ea typeface="+mn-lt"/>
                <a:cs typeface="+mn-lt"/>
              </a:rPr>
              <a:t>Kevin Willis, Richard Ojo, Katelyn Williams</a:t>
            </a:r>
            <a:endParaRPr lang="en-US"/>
          </a:p>
        </p:txBody>
      </p:sp>
      <p:pic>
        <p:nvPicPr>
          <p:cNvPr id="4" name="Picture 3" descr="A logo with mountains and a mustache&#10;&#10;Description automatically generated">
            <a:extLst>
              <a:ext uri="{FF2B5EF4-FFF2-40B4-BE49-F238E27FC236}">
                <a16:creationId xmlns:a16="http://schemas.microsoft.com/office/drawing/2014/main" id="{62019056-FF3F-4197-C64C-5FEB9026A507}"/>
              </a:ext>
            </a:extLst>
          </p:cNvPr>
          <p:cNvPicPr>
            <a:picLocks noChangeAspect="1"/>
          </p:cNvPicPr>
          <p:nvPr/>
        </p:nvPicPr>
        <p:blipFill>
          <a:blip r:embed="rId3"/>
          <a:stretch>
            <a:fillRect/>
          </a:stretch>
        </p:blipFill>
        <p:spPr>
          <a:xfrm>
            <a:off x="301487" y="4957976"/>
            <a:ext cx="2743200" cy="1812223"/>
          </a:xfrm>
          <a:prstGeom prst="rect">
            <a:avLst/>
          </a:prstGeom>
        </p:spPr>
      </p:pic>
    </p:spTree>
    <p:extLst>
      <p:ext uri="{BB962C8B-B14F-4D97-AF65-F5344CB8AC3E}">
        <p14:creationId xmlns:p14="http://schemas.microsoft.com/office/powerpoint/2010/main" val="2259308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5" name="Picture 4" descr="Magnifying glass showing decling performance">
            <a:extLst>
              <a:ext uri="{FF2B5EF4-FFF2-40B4-BE49-F238E27FC236}">
                <a16:creationId xmlns:a16="http://schemas.microsoft.com/office/drawing/2014/main" id="{82DC0512-A0B4-22C1-BBBE-A29AF11A78AD}"/>
              </a:ext>
            </a:extLst>
          </p:cNvPr>
          <p:cNvPicPr>
            <a:picLocks noChangeAspect="1"/>
          </p:cNvPicPr>
          <p:nvPr/>
        </p:nvPicPr>
        <p:blipFill rotWithShape="1">
          <a:blip r:embed="rId2"/>
          <a:srcRect l="13472" r="9532" b="-4"/>
          <a:stretch/>
        </p:blipFill>
        <p:spPr>
          <a:xfrm>
            <a:off x="4269854" y="-1"/>
            <a:ext cx="7922146" cy="6858001"/>
          </a:xfrm>
          <a:custGeom>
            <a:avLst/>
            <a:gdLst/>
            <a:ahLst/>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p:spPr>
      </p:pic>
      <p:sp>
        <p:nvSpPr>
          <p:cNvPr id="2" name="Title 1">
            <a:extLst>
              <a:ext uri="{FF2B5EF4-FFF2-40B4-BE49-F238E27FC236}">
                <a16:creationId xmlns:a16="http://schemas.microsoft.com/office/drawing/2014/main" id="{C93F744A-EF0D-C661-8C02-66219BE8CE6B}"/>
              </a:ext>
            </a:extLst>
          </p:cNvPr>
          <p:cNvSpPr>
            <a:spLocks noGrp="1"/>
          </p:cNvSpPr>
          <p:nvPr>
            <p:ph type="title"/>
          </p:nvPr>
        </p:nvSpPr>
        <p:spPr>
          <a:xfrm>
            <a:off x="677333" y="609600"/>
            <a:ext cx="3851123" cy="1320800"/>
          </a:xfrm>
        </p:spPr>
        <p:txBody>
          <a:bodyPr>
            <a:normAutofit/>
          </a:bodyPr>
          <a:lstStyle/>
          <a:p>
            <a:r>
              <a:rPr lang="en-US"/>
              <a:t>Outline</a:t>
            </a:r>
          </a:p>
        </p:txBody>
      </p:sp>
      <p:sp>
        <p:nvSpPr>
          <p:cNvPr id="3" name="Content Placeholder 2">
            <a:extLst>
              <a:ext uri="{FF2B5EF4-FFF2-40B4-BE49-F238E27FC236}">
                <a16:creationId xmlns:a16="http://schemas.microsoft.com/office/drawing/2014/main" id="{B15A269F-E53D-1649-3BC6-0E3AB72046E1}"/>
              </a:ext>
            </a:extLst>
          </p:cNvPr>
          <p:cNvSpPr>
            <a:spLocks noGrp="1"/>
          </p:cNvSpPr>
          <p:nvPr>
            <p:ph idx="1"/>
          </p:nvPr>
        </p:nvSpPr>
        <p:spPr>
          <a:xfrm>
            <a:off x="677334" y="2160589"/>
            <a:ext cx="3851122" cy="3880773"/>
          </a:xfrm>
        </p:spPr>
        <p:txBody>
          <a:bodyPr vert="horz" lIns="91440" tIns="45720" rIns="91440" bIns="45720" rtlCol="0" anchor="t">
            <a:normAutofit/>
          </a:bodyPr>
          <a:lstStyle/>
          <a:p>
            <a:r>
              <a:rPr lang="en-US" sz="2400"/>
              <a:t>Project Goals </a:t>
            </a:r>
          </a:p>
          <a:p>
            <a:r>
              <a:rPr lang="en-US" sz="2400"/>
              <a:t>Initial Data Sets and Analysis </a:t>
            </a:r>
          </a:p>
          <a:p>
            <a:r>
              <a:rPr lang="en-US" sz="2400"/>
              <a:t>Multiplier Effect and Impact Estimation </a:t>
            </a:r>
          </a:p>
          <a:p>
            <a:r>
              <a:rPr lang="en-US" sz="2400"/>
              <a:t>Input Output Model </a:t>
            </a:r>
          </a:p>
        </p:txBody>
      </p:sp>
    </p:spTree>
    <p:extLst>
      <p:ext uri="{BB962C8B-B14F-4D97-AF65-F5344CB8AC3E}">
        <p14:creationId xmlns:p14="http://schemas.microsoft.com/office/powerpoint/2010/main" val="6839439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42C3B-5FA5-3DF9-547E-3956F3B96A3F}"/>
              </a:ext>
            </a:extLst>
          </p:cNvPr>
          <p:cNvSpPr>
            <a:spLocks noGrp="1"/>
          </p:cNvSpPr>
          <p:nvPr>
            <p:ph type="title"/>
          </p:nvPr>
        </p:nvSpPr>
        <p:spPr/>
        <p:txBody>
          <a:bodyPr>
            <a:normAutofit/>
          </a:bodyPr>
          <a:lstStyle/>
          <a:p>
            <a:r>
              <a:rPr lang="en-US"/>
              <a:t>Project Goals</a:t>
            </a:r>
          </a:p>
        </p:txBody>
      </p:sp>
      <p:graphicFrame>
        <p:nvGraphicFramePr>
          <p:cNvPr id="15" name="Content Placeholder 2">
            <a:extLst>
              <a:ext uri="{FF2B5EF4-FFF2-40B4-BE49-F238E27FC236}">
                <a16:creationId xmlns:a16="http://schemas.microsoft.com/office/drawing/2014/main" id="{1DCD83C1-E843-BE59-FA39-396719DA4FD0}"/>
              </a:ext>
            </a:extLst>
          </p:cNvPr>
          <p:cNvGraphicFramePr>
            <a:graphicFrameLocks noGrp="1"/>
          </p:cNvGraphicFramePr>
          <p:nvPr>
            <p:ph idx="1"/>
            <p:extLst>
              <p:ext uri="{D42A27DB-BD31-4B8C-83A1-F6EECF244321}">
                <p14:modId xmlns:p14="http://schemas.microsoft.com/office/powerpoint/2010/main" val="2657268716"/>
              </p:ext>
            </p:extLst>
          </p:nvPr>
        </p:nvGraphicFramePr>
        <p:xfrm>
          <a:off x="304334" y="1627724"/>
          <a:ext cx="9380010" cy="506683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229738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A67E0D-479F-C8F0-714B-366409A789A7}"/>
              </a:ext>
            </a:extLst>
          </p:cNvPr>
          <p:cNvSpPr>
            <a:spLocks noGrp="1"/>
          </p:cNvSpPr>
          <p:nvPr>
            <p:ph type="ctrTitle"/>
          </p:nvPr>
        </p:nvSpPr>
        <p:spPr>
          <a:xfrm>
            <a:off x="677335" y="1282701"/>
            <a:ext cx="5096060" cy="4307148"/>
          </a:xfrm>
        </p:spPr>
        <p:txBody>
          <a:bodyPr anchor="ctr">
            <a:normAutofit/>
          </a:bodyPr>
          <a:lstStyle/>
          <a:p>
            <a:r>
              <a:rPr lang="en-US"/>
              <a:t>Initial Data Analysis</a:t>
            </a:r>
          </a:p>
        </p:txBody>
      </p:sp>
      <p:sp>
        <p:nvSpPr>
          <p:cNvPr id="3" name="Subtitle 2">
            <a:extLst>
              <a:ext uri="{FF2B5EF4-FFF2-40B4-BE49-F238E27FC236}">
                <a16:creationId xmlns:a16="http://schemas.microsoft.com/office/drawing/2014/main" id="{D260DD7B-D836-37C8-A396-9FE02D88B6FE}"/>
              </a:ext>
            </a:extLst>
          </p:cNvPr>
          <p:cNvSpPr>
            <a:spLocks noGrp="1"/>
          </p:cNvSpPr>
          <p:nvPr>
            <p:ph type="subTitle" idx="1"/>
          </p:nvPr>
        </p:nvSpPr>
        <p:spPr>
          <a:xfrm>
            <a:off x="10906397" y="6812281"/>
            <a:ext cx="895283" cy="45719"/>
          </a:xfrm>
        </p:spPr>
        <p:txBody>
          <a:bodyPr anchor="ctr">
            <a:normAutofit fontScale="25000" lnSpcReduction="20000"/>
          </a:bodyPr>
          <a:lstStyle/>
          <a:p>
            <a:pPr algn="l"/>
            <a:endParaRPr lang="en-US">
              <a:solidFill>
                <a:srgbClr val="FFFFFF"/>
              </a:solidFill>
            </a:endParaRPr>
          </a:p>
        </p:txBody>
      </p:sp>
      <p:sp>
        <p:nvSpPr>
          <p:cNvPr id="4" name="TextBox 3">
            <a:extLst>
              <a:ext uri="{FF2B5EF4-FFF2-40B4-BE49-F238E27FC236}">
                <a16:creationId xmlns:a16="http://schemas.microsoft.com/office/drawing/2014/main" id="{215337A8-5B52-F376-D9FE-4CAF28866A08}"/>
              </a:ext>
            </a:extLst>
          </p:cNvPr>
          <p:cNvSpPr txBox="1"/>
          <p:nvPr/>
        </p:nvSpPr>
        <p:spPr>
          <a:xfrm>
            <a:off x="1249899" y="4960127"/>
            <a:ext cx="7390165" cy="646331"/>
          </a:xfrm>
          <a:prstGeom prst="rect">
            <a:avLst/>
          </a:prstGeom>
          <a:noFill/>
        </p:spPr>
        <p:txBody>
          <a:bodyPr wrap="none" lIns="91440" tIns="45720" rIns="91440" bIns="45720" rtlCol="0" anchor="t">
            <a:spAutoFit/>
          </a:bodyPr>
          <a:lstStyle/>
          <a:p>
            <a:r>
              <a:rPr lang="en-US"/>
              <a:t>Some initial calculations made with data received and assumption of </a:t>
            </a:r>
          </a:p>
          <a:p>
            <a:r>
              <a:rPr lang="en-US"/>
              <a:t>$206/day spending.</a:t>
            </a:r>
          </a:p>
        </p:txBody>
      </p:sp>
    </p:spTree>
    <p:extLst>
      <p:ext uri="{BB962C8B-B14F-4D97-AF65-F5344CB8AC3E}">
        <p14:creationId xmlns:p14="http://schemas.microsoft.com/office/powerpoint/2010/main" val="210120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90BDA-18ED-2C43-331D-00A72358C5F4}"/>
              </a:ext>
            </a:extLst>
          </p:cNvPr>
          <p:cNvSpPr>
            <a:spLocks noGrp="1"/>
          </p:cNvSpPr>
          <p:nvPr>
            <p:ph type="title"/>
          </p:nvPr>
        </p:nvSpPr>
        <p:spPr>
          <a:xfrm>
            <a:off x="582084" y="196850"/>
            <a:ext cx="8596668" cy="1320800"/>
          </a:xfrm>
        </p:spPr>
        <p:txBody>
          <a:bodyPr/>
          <a:lstStyle/>
          <a:p>
            <a:r>
              <a:rPr lang="en-US"/>
              <a:t>Number of Tournaments by Event Type per Year</a:t>
            </a:r>
          </a:p>
        </p:txBody>
      </p:sp>
      <p:pic>
        <p:nvPicPr>
          <p:cNvPr id="4" name="Content Placeholder 3" descr="A graph showing numbers and a number of tournament events&#10;&#10;Description automatically generated">
            <a:extLst>
              <a:ext uri="{FF2B5EF4-FFF2-40B4-BE49-F238E27FC236}">
                <a16:creationId xmlns:a16="http://schemas.microsoft.com/office/drawing/2014/main" id="{681C50B6-1388-CCE0-D035-B826F208676B}"/>
              </a:ext>
            </a:extLst>
          </p:cNvPr>
          <p:cNvPicPr>
            <a:picLocks noGrp="1" noChangeAspect="1"/>
          </p:cNvPicPr>
          <p:nvPr>
            <p:ph idx="1"/>
          </p:nvPr>
        </p:nvPicPr>
        <p:blipFill>
          <a:blip r:embed="rId2"/>
          <a:stretch>
            <a:fillRect/>
          </a:stretch>
        </p:blipFill>
        <p:spPr>
          <a:xfrm>
            <a:off x="679525" y="1408576"/>
            <a:ext cx="8100159" cy="5313362"/>
          </a:xfrm>
        </p:spPr>
      </p:pic>
    </p:spTree>
    <p:extLst>
      <p:ext uri="{BB962C8B-B14F-4D97-AF65-F5344CB8AC3E}">
        <p14:creationId xmlns:p14="http://schemas.microsoft.com/office/powerpoint/2010/main" val="11107569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2A79A-C356-220C-D2FE-0256E10C90DF}"/>
              </a:ext>
            </a:extLst>
          </p:cNvPr>
          <p:cNvSpPr>
            <a:spLocks noGrp="1"/>
          </p:cNvSpPr>
          <p:nvPr>
            <p:ph type="title"/>
          </p:nvPr>
        </p:nvSpPr>
        <p:spPr>
          <a:xfrm>
            <a:off x="259463" y="204019"/>
            <a:ext cx="6126314" cy="693994"/>
          </a:xfrm>
        </p:spPr>
        <p:txBody>
          <a:bodyPr/>
          <a:lstStyle/>
          <a:p>
            <a:r>
              <a:rPr lang="en-US"/>
              <a:t>Number of Teams by Month </a:t>
            </a:r>
          </a:p>
        </p:txBody>
      </p:sp>
      <p:pic>
        <p:nvPicPr>
          <p:cNvPr id="4" name="Content Placeholder 3" descr="A graph of different colored lines&#10;&#10;Description automatically generated">
            <a:extLst>
              <a:ext uri="{FF2B5EF4-FFF2-40B4-BE49-F238E27FC236}">
                <a16:creationId xmlns:a16="http://schemas.microsoft.com/office/drawing/2014/main" id="{B373520E-6CE8-1D67-EC7B-F2DA233CDB5A}"/>
              </a:ext>
            </a:extLst>
          </p:cNvPr>
          <p:cNvPicPr>
            <a:picLocks noGrp="1" noChangeAspect="1"/>
          </p:cNvPicPr>
          <p:nvPr>
            <p:ph idx="1"/>
          </p:nvPr>
        </p:nvPicPr>
        <p:blipFill>
          <a:blip r:embed="rId2"/>
          <a:stretch>
            <a:fillRect/>
          </a:stretch>
        </p:blipFill>
        <p:spPr>
          <a:xfrm>
            <a:off x="84120" y="763857"/>
            <a:ext cx="9770806" cy="5482076"/>
          </a:xfrm>
        </p:spPr>
      </p:pic>
      <p:sp>
        <p:nvSpPr>
          <p:cNvPr id="5" name="TextBox 4">
            <a:extLst>
              <a:ext uri="{FF2B5EF4-FFF2-40B4-BE49-F238E27FC236}">
                <a16:creationId xmlns:a16="http://schemas.microsoft.com/office/drawing/2014/main" id="{C560E0E0-9595-6EF1-C45E-3DC1B50D2DB7}"/>
              </a:ext>
            </a:extLst>
          </p:cNvPr>
          <p:cNvSpPr txBox="1"/>
          <p:nvPr/>
        </p:nvSpPr>
        <p:spPr>
          <a:xfrm>
            <a:off x="694403" y="6304935"/>
            <a:ext cx="539790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Total Number of Teams per Month Compared </a:t>
            </a:r>
          </a:p>
        </p:txBody>
      </p:sp>
    </p:spTree>
    <p:extLst>
      <p:ext uri="{BB962C8B-B14F-4D97-AF65-F5344CB8AC3E}">
        <p14:creationId xmlns:p14="http://schemas.microsoft.com/office/powerpoint/2010/main" val="27663758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B8ADAB-281F-9E89-4ABF-DB4231F1B4F6}"/>
              </a:ext>
            </a:extLst>
          </p:cNvPr>
          <p:cNvSpPr>
            <a:spLocks noGrp="1"/>
          </p:cNvSpPr>
          <p:nvPr>
            <p:ph type="title"/>
          </p:nvPr>
        </p:nvSpPr>
        <p:spPr>
          <a:xfrm>
            <a:off x="202464" y="112643"/>
            <a:ext cx="6807625" cy="713409"/>
          </a:xfrm>
        </p:spPr>
        <p:txBody>
          <a:bodyPr/>
          <a:lstStyle/>
          <a:p>
            <a:r>
              <a:rPr lang="en-US"/>
              <a:t>Visitor Spending Totals by Month</a:t>
            </a:r>
          </a:p>
        </p:txBody>
      </p:sp>
      <p:pic>
        <p:nvPicPr>
          <p:cNvPr id="5" name="Content Placeholder 4" descr="A graph of a visitor spending&#10;&#10;Description automatically generated">
            <a:extLst>
              <a:ext uri="{FF2B5EF4-FFF2-40B4-BE49-F238E27FC236}">
                <a16:creationId xmlns:a16="http://schemas.microsoft.com/office/drawing/2014/main" id="{8201AA69-AD9C-7E42-0664-40C6A7FD42D5}"/>
              </a:ext>
            </a:extLst>
          </p:cNvPr>
          <p:cNvPicPr>
            <a:picLocks noGrp="1" noChangeAspect="1"/>
          </p:cNvPicPr>
          <p:nvPr>
            <p:ph sz="half" idx="1"/>
          </p:nvPr>
        </p:nvPicPr>
        <p:blipFill>
          <a:blip r:embed="rId2"/>
          <a:stretch>
            <a:fillRect/>
          </a:stretch>
        </p:blipFill>
        <p:spPr>
          <a:xfrm>
            <a:off x="126932" y="1230843"/>
            <a:ext cx="10581967" cy="5015134"/>
          </a:xfrm>
        </p:spPr>
      </p:pic>
      <p:sp>
        <p:nvSpPr>
          <p:cNvPr id="4" name="Content Placeholder 3">
            <a:extLst>
              <a:ext uri="{FF2B5EF4-FFF2-40B4-BE49-F238E27FC236}">
                <a16:creationId xmlns:a16="http://schemas.microsoft.com/office/drawing/2014/main" id="{D943842E-4727-6783-0165-ACBB0D239C6B}"/>
              </a:ext>
            </a:extLst>
          </p:cNvPr>
          <p:cNvSpPr>
            <a:spLocks noGrp="1"/>
          </p:cNvSpPr>
          <p:nvPr>
            <p:ph sz="half" idx="2"/>
          </p:nvPr>
        </p:nvSpPr>
        <p:spPr>
          <a:xfrm>
            <a:off x="517970" y="6302428"/>
            <a:ext cx="5806356" cy="451773"/>
          </a:xfrm>
        </p:spPr>
        <p:txBody>
          <a:bodyPr vert="horz" lIns="91440" tIns="45720" rIns="91440" bIns="45720" rtlCol="0" anchor="t">
            <a:noAutofit/>
          </a:bodyPr>
          <a:lstStyle/>
          <a:p>
            <a:r>
              <a:rPr lang="en-US" sz="1600"/>
              <a:t>Visitor spending totals by month for each year</a:t>
            </a:r>
          </a:p>
        </p:txBody>
      </p:sp>
    </p:spTree>
    <p:extLst>
      <p:ext uri="{BB962C8B-B14F-4D97-AF65-F5344CB8AC3E}">
        <p14:creationId xmlns:p14="http://schemas.microsoft.com/office/powerpoint/2010/main" val="34331893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3037B-744A-915A-5D53-592BF5AB603E}"/>
              </a:ext>
            </a:extLst>
          </p:cNvPr>
          <p:cNvSpPr>
            <a:spLocks noGrp="1"/>
          </p:cNvSpPr>
          <p:nvPr>
            <p:ph type="title"/>
          </p:nvPr>
        </p:nvSpPr>
        <p:spPr>
          <a:xfrm>
            <a:off x="370075" y="154858"/>
            <a:ext cx="8572088" cy="730865"/>
          </a:xfrm>
        </p:spPr>
        <p:txBody>
          <a:bodyPr/>
          <a:lstStyle/>
          <a:p>
            <a:r>
              <a:rPr lang="en-US"/>
              <a:t>Average Spending by Team </a:t>
            </a:r>
          </a:p>
        </p:txBody>
      </p:sp>
      <p:sp>
        <p:nvSpPr>
          <p:cNvPr id="6" name="TextBox 5">
            <a:extLst>
              <a:ext uri="{FF2B5EF4-FFF2-40B4-BE49-F238E27FC236}">
                <a16:creationId xmlns:a16="http://schemas.microsoft.com/office/drawing/2014/main" id="{6169E468-5C1E-D0AF-A619-3B31B85E312A}"/>
              </a:ext>
            </a:extLst>
          </p:cNvPr>
          <p:cNvSpPr txBox="1"/>
          <p:nvPr/>
        </p:nvSpPr>
        <p:spPr>
          <a:xfrm>
            <a:off x="711052" y="6159794"/>
            <a:ext cx="8355172" cy="646331"/>
          </a:xfrm>
          <a:prstGeom prst="rect">
            <a:avLst/>
          </a:prstGeom>
          <a:noFill/>
        </p:spPr>
        <p:txBody>
          <a:bodyPr wrap="none" rtlCol="0">
            <a:spAutoFit/>
          </a:bodyPr>
          <a:lstStyle/>
          <a:p>
            <a:r>
              <a:rPr lang="en-US"/>
              <a:t>Here we have a breakdown of the average spending per team over time so we </a:t>
            </a:r>
          </a:p>
          <a:p>
            <a:r>
              <a:rPr lang="en-US"/>
              <a:t>can compare spending by team between years</a:t>
            </a:r>
          </a:p>
        </p:txBody>
      </p:sp>
      <p:pic>
        <p:nvPicPr>
          <p:cNvPr id="7" name="Content Placeholder 6" descr="A graph of a graph showing the average spending per team&#10;&#10;Description automatically generated">
            <a:extLst>
              <a:ext uri="{FF2B5EF4-FFF2-40B4-BE49-F238E27FC236}">
                <a16:creationId xmlns:a16="http://schemas.microsoft.com/office/drawing/2014/main" id="{B8AD7E09-93C7-AB1A-4088-B24AEBBC5813}"/>
              </a:ext>
            </a:extLst>
          </p:cNvPr>
          <p:cNvPicPr>
            <a:picLocks noGrp="1" noChangeAspect="1"/>
          </p:cNvPicPr>
          <p:nvPr>
            <p:ph idx="1"/>
          </p:nvPr>
        </p:nvPicPr>
        <p:blipFill>
          <a:blip r:embed="rId3"/>
          <a:stretch>
            <a:fillRect/>
          </a:stretch>
        </p:blipFill>
        <p:spPr>
          <a:xfrm>
            <a:off x="182443" y="802195"/>
            <a:ext cx="10053483" cy="5270208"/>
          </a:xfrm>
        </p:spPr>
      </p:pic>
    </p:spTree>
    <p:extLst>
      <p:ext uri="{BB962C8B-B14F-4D97-AF65-F5344CB8AC3E}">
        <p14:creationId xmlns:p14="http://schemas.microsoft.com/office/powerpoint/2010/main" val="14426546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319921-B377-779F-D92D-9BEDDE74453D}"/>
              </a:ext>
            </a:extLst>
          </p:cNvPr>
          <p:cNvSpPr>
            <a:spLocks noGrp="1"/>
          </p:cNvSpPr>
          <p:nvPr>
            <p:ph type="title"/>
          </p:nvPr>
        </p:nvSpPr>
        <p:spPr>
          <a:xfrm>
            <a:off x="404035" y="0"/>
            <a:ext cx="8596668" cy="715926"/>
          </a:xfrm>
        </p:spPr>
        <p:txBody>
          <a:bodyPr/>
          <a:lstStyle/>
          <a:p>
            <a:r>
              <a:rPr lang="en-US"/>
              <a:t>Average Spending per Team by Year</a:t>
            </a:r>
          </a:p>
        </p:txBody>
      </p:sp>
      <p:sp>
        <p:nvSpPr>
          <p:cNvPr id="6" name="TextBox 5">
            <a:extLst>
              <a:ext uri="{FF2B5EF4-FFF2-40B4-BE49-F238E27FC236}">
                <a16:creationId xmlns:a16="http://schemas.microsoft.com/office/drawing/2014/main" id="{3DE1A51C-B9E5-DA88-1294-05434D41ECDA}"/>
              </a:ext>
            </a:extLst>
          </p:cNvPr>
          <p:cNvSpPr txBox="1"/>
          <p:nvPr/>
        </p:nvSpPr>
        <p:spPr>
          <a:xfrm>
            <a:off x="621890" y="6111620"/>
            <a:ext cx="8652112" cy="646331"/>
          </a:xfrm>
          <a:prstGeom prst="rect">
            <a:avLst/>
          </a:prstGeom>
          <a:noFill/>
        </p:spPr>
        <p:txBody>
          <a:bodyPr wrap="none" rtlCol="0">
            <a:spAutoFit/>
          </a:bodyPr>
          <a:lstStyle/>
          <a:p>
            <a:r>
              <a:rPr lang="en-US"/>
              <a:t>Here we see what each team spent on average compared by year. Unfortunately, </a:t>
            </a:r>
          </a:p>
          <a:p>
            <a:r>
              <a:rPr lang="en-US"/>
              <a:t>this number appears to be decreasing. </a:t>
            </a:r>
          </a:p>
        </p:txBody>
      </p:sp>
      <p:pic>
        <p:nvPicPr>
          <p:cNvPr id="7" name="Content Placeholder 6" descr="A graph of a number of people&#10;&#10;Description automatically generated">
            <a:extLst>
              <a:ext uri="{FF2B5EF4-FFF2-40B4-BE49-F238E27FC236}">
                <a16:creationId xmlns:a16="http://schemas.microsoft.com/office/drawing/2014/main" id="{FF5E63F2-8451-1878-8D0D-81B3382519F1}"/>
              </a:ext>
            </a:extLst>
          </p:cNvPr>
          <p:cNvPicPr>
            <a:picLocks noGrp="1" noChangeAspect="1"/>
          </p:cNvPicPr>
          <p:nvPr>
            <p:ph idx="1"/>
          </p:nvPr>
        </p:nvPicPr>
        <p:blipFill>
          <a:blip r:embed="rId3"/>
          <a:stretch>
            <a:fillRect/>
          </a:stretch>
        </p:blipFill>
        <p:spPr>
          <a:xfrm>
            <a:off x="108701" y="642099"/>
            <a:ext cx="9942869" cy="5406044"/>
          </a:xfrm>
        </p:spPr>
      </p:pic>
    </p:spTree>
    <p:extLst>
      <p:ext uri="{BB962C8B-B14F-4D97-AF65-F5344CB8AC3E}">
        <p14:creationId xmlns:p14="http://schemas.microsoft.com/office/powerpoint/2010/main" val="9922454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052B2-08AF-4766-ABA0-BC5083FAE659}"/>
              </a:ext>
            </a:extLst>
          </p:cNvPr>
          <p:cNvSpPr>
            <a:spLocks noGrp="1"/>
          </p:cNvSpPr>
          <p:nvPr>
            <p:ph type="title"/>
          </p:nvPr>
        </p:nvSpPr>
        <p:spPr>
          <a:xfrm>
            <a:off x="603592" y="117987"/>
            <a:ext cx="4983314" cy="804607"/>
          </a:xfrm>
        </p:spPr>
        <p:txBody>
          <a:bodyPr/>
          <a:lstStyle/>
          <a:p>
            <a:r>
              <a:rPr lang="en-US"/>
              <a:t>Total Spending by Year</a:t>
            </a:r>
          </a:p>
        </p:txBody>
      </p:sp>
      <p:pic>
        <p:nvPicPr>
          <p:cNvPr id="4" name="Content Placeholder 3">
            <a:extLst>
              <a:ext uri="{FF2B5EF4-FFF2-40B4-BE49-F238E27FC236}">
                <a16:creationId xmlns:a16="http://schemas.microsoft.com/office/drawing/2014/main" id="{00336FA4-69DE-15B0-32AB-1BF7BA21021C}"/>
              </a:ext>
            </a:extLst>
          </p:cNvPr>
          <p:cNvPicPr>
            <a:picLocks noGrp="1" noChangeAspect="1"/>
          </p:cNvPicPr>
          <p:nvPr>
            <p:ph idx="1"/>
          </p:nvPr>
        </p:nvPicPr>
        <p:blipFill>
          <a:blip r:embed="rId2"/>
          <a:stretch>
            <a:fillRect/>
          </a:stretch>
        </p:blipFill>
        <p:spPr>
          <a:xfrm>
            <a:off x="231605" y="781980"/>
            <a:ext cx="9635611" cy="5224605"/>
          </a:xfrm>
        </p:spPr>
      </p:pic>
      <p:sp>
        <p:nvSpPr>
          <p:cNvPr id="5" name="TextBox 4">
            <a:extLst>
              <a:ext uri="{FF2B5EF4-FFF2-40B4-BE49-F238E27FC236}">
                <a16:creationId xmlns:a16="http://schemas.microsoft.com/office/drawing/2014/main" id="{57C70BBF-C3E6-13D2-B0B0-9D34806CCC60}"/>
              </a:ext>
            </a:extLst>
          </p:cNvPr>
          <p:cNvSpPr txBox="1"/>
          <p:nvPr/>
        </p:nvSpPr>
        <p:spPr>
          <a:xfrm>
            <a:off x="1032387" y="6126725"/>
            <a:ext cx="768390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Total visitor spending compared by year </a:t>
            </a:r>
          </a:p>
        </p:txBody>
      </p:sp>
    </p:spTree>
    <p:extLst>
      <p:ext uri="{BB962C8B-B14F-4D97-AF65-F5344CB8AC3E}">
        <p14:creationId xmlns:p14="http://schemas.microsoft.com/office/powerpoint/2010/main" val="30690519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45CA2-9C49-73BF-E0DB-89EF6A837D81}"/>
              </a:ext>
            </a:extLst>
          </p:cNvPr>
          <p:cNvSpPr>
            <a:spLocks noGrp="1"/>
          </p:cNvSpPr>
          <p:nvPr>
            <p:ph type="title"/>
          </p:nvPr>
        </p:nvSpPr>
        <p:spPr>
          <a:xfrm>
            <a:off x="371040" y="265953"/>
            <a:ext cx="8596668" cy="1320800"/>
          </a:xfrm>
        </p:spPr>
        <p:txBody>
          <a:bodyPr/>
          <a:lstStyle/>
          <a:p>
            <a:r>
              <a:rPr lang="en-US"/>
              <a:t>Average Maintenance Cost per Type of Tournament</a:t>
            </a:r>
          </a:p>
        </p:txBody>
      </p:sp>
      <p:pic>
        <p:nvPicPr>
          <p:cNvPr id="5" name="Content Placeholder 4" descr="A graph showing the average cost per tournament&#10;&#10;Description automatically generated">
            <a:extLst>
              <a:ext uri="{FF2B5EF4-FFF2-40B4-BE49-F238E27FC236}">
                <a16:creationId xmlns:a16="http://schemas.microsoft.com/office/drawing/2014/main" id="{A3A79FCA-E9B3-6503-E6C3-3490442A8A84}"/>
              </a:ext>
            </a:extLst>
          </p:cNvPr>
          <p:cNvPicPr>
            <a:picLocks noGrp="1" noChangeAspect="1"/>
          </p:cNvPicPr>
          <p:nvPr>
            <p:ph sz="half" idx="1"/>
          </p:nvPr>
        </p:nvPicPr>
        <p:blipFill>
          <a:blip r:embed="rId3"/>
          <a:stretch>
            <a:fillRect/>
          </a:stretch>
        </p:blipFill>
        <p:spPr>
          <a:xfrm>
            <a:off x="416393" y="1402722"/>
            <a:ext cx="7566169" cy="4930575"/>
          </a:xfrm>
        </p:spPr>
      </p:pic>
      <p:sp>
        <p:nvSpPr>
          <p:cNvPr id="4" name="Content Placeholder 3">
            <a:extLst>
              <a:ext uri="{FF2B5EF4-FFF2-40B4-BE49-F238E27FC236}">
                <a16:creationId xmlns:a16="http://schemas.microsoft.com/office/drawing/2014/main" id="{DD548E44-8F4E-8FE3-A5F0-ACF8D2DC27CD}"/>
              </a:ext>
            </a:extLst>
          </p:cNvPr>
          <p:cNvSpPr>
            <a:spLocks noGrp="1"/>
          </p:cNvSpPr>
          <p:nvPr>
            <p:ph sz="half" idx="2"/>
          </p:nvPr>
        </p:nvSpPr>
        <p:spPr>
          <a:xfrm>
            <a:off x="7987256" y="1862578"/>
            <a:ext cx="2547002" cy="3872491"/>
          </a:xfrm>
        </p:spPr>
        <p:txBody>
          <a:bodyPr vert="horz" lIns="91440" tIns="45720" rIns="91440" bIns="45720" rtlCol="0" anchor="t">
            <a:noAutofit/>
          </a:bodyPr>
          <a:lstStyle/>
          <a:p>
            <a:r>
              <a:rPr lang="en-US">
                <a:solidFill>
                  <a:schemeClr val="tx1"/>
                </a:solidFill>
              </a:rPr>
              <a:t>Total Cost for 1-Day Tournament: $1,545</a:t>
            </a:r>
          </a:p>
          <a:p>
            <a:endParaRPr lang="en-US">
              <a:solidFill>
                <a:schemeClr val="tx1"/>
              </a:solidFill>
            </a:endParaRPr>
          </a:p>
          <a:p>
            <a:r>
              <a:rPr lang="en-US">
                <a:solidFill>
                  <a:schemeClr val="tx1"/>
                </a:solidFill>
              </a:rPr>
              <a:t>Total Cost for 2-Day Tournament: $3,475</a:t>
            </a:r>
          </a:p>
          <a:p>
            <a:endParaRPr lang="en-US">
              <a:solidFill>
                <a:schemeClr val="tx1"/>
              </a:solidFill>
            </a:endParaRPr>
          </a:p>
          <a:p>
            <a:r>
              <a:rPr lang="en-US">
                <a:solidFill>
                  <a:schemeClr val="tx1"/>
                </a:solidFill>
              </a:rPr>
              <a:t>Total Cost for National Tournament: $6,057</a:t>
            </a:r>
          </a:p>
        </p:txBody>
      </p:sp>
    </p:spTree>
    <p:extLst>
      <p:ext uri="{BB962C8B-B14F-4D97-AF65-F5344CB8AC3E}">
        <p14:creationId xmlns:p14="http://schemas.microsoft.com/office/powerpoint/2010/main" val="909759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E00ED-8EAA-282C-612A-1493BCC8CEE2}"/>
              </a:ext>
            </a:extLst>
          </p:cNvPr>
          <p:cNvSpPr>
            <a:spLocks noGrp="1"/>
          </p:cNvSpPr>
          <p:nvPr>
            <p:ph type="title"/>
          </p:nvPr>
        </p:nvSpPr>
        <p:spPr>
          <a:xfrm>
            <a:off x="445192" y="115148"/>
            <a:ext cx="4530961" cy="619788"/>
          </a:xfrm>
        </p:spPr>
        <p:txBody>
          <a:bodyPr vert="horz" lIns="91440" tIns="45720" rIns="91440" bIns="45720" rtlCol="0" anchor="ctr">
            <a:normAutofit/>
          </a:bodyPr>
          <a:lstStyle/>
          <a:p>
            <a:r>
              <a:rPr lang="en-US" sz="3300"/>
              <a:t>Field Type Comparison</a:t>
            </a:r>
          </a:p>
        </p:txBody>
      </p:sp>
      <p:sp>
        <p:nvSpPr>
          <p:cNvPr id="5" name="TextBox 4">
            <a:extLst>
              <a:ext uri="{FF2B5EF4-FFF2-40B4-BE49-F238E27FC236}">
                <a16:creationId xmlns:a16="http://schemas.microsoft.com/office/drawing/2014/main" id="{389B4EB8-38F5-3FE6-A0CE-DCD1AC70D052}"/>
              </a:ext>
            </a:extLst>
          </p:cNvPr>
          <p:cNvSpPr txBox="1"/>
          <p:nvPr/>
        </p:nvSpPr>
        <p:spPr>
          <a:xfrm>
            <a:off x="407862" y="731642"/>
            <a:ext cx="9147056" cy="646331"/>
          </a:xfrm>
          <a:prstGeom prst="rect">
            <a:avLst/>
          </a:prstGeom>
          <a:noFill/>
        </p:spPr>
        <p:txBody>
          <a:bodyPr wrap="none" lIns="91440" tIns="45720" rIns="91440" bIns="45720" rtlCol="0" anchor="t">
            <a:spAutoFit/>
          </a:bodyPr>
          <a:lstStyle/>
          <a:p>
            <a:r>
              <a:rPr lang="en-US"/>
              <a:t>Using supplied data summed expenses for year to find total cost of field maintenance.</a:t>
            </a:r>
          </a:p>
          <a:p>
            <a:r>
              <a:rPr lang="en-US"/>
              <a:t>This is compared to the total hours of use each field can support per year.</a:t>
            </a:r>
          </a:p>
        </p:txBody>
      </p:sp>
      <p:sp>
        <p:nvSpPr>
          <p:cNvPr id="6" name="TextBox 5">
            <a:extLst>
              <a:ext uri="{FF2B5EF4-FFF2-40B4-BE49-F238E27FC236}">
                <a16:creationId xmlns:a16="http://schemas.microsoft.com/office/drawing/2014/main" id="{10B4BA1B-6CA4-9142-2916-6DA1962FA6EA}"/>
              </a:ext>
            </a:extLst>
          </p:cNvPr>
          <p:cNvSpPr txBox="1"/>
          <p:nvPr/>
        </p:nvSpPr>
        <p:spPr>
          <a:xfrm>
            <a:off x="496956" y="5230467"/>
            <a:ext cx="6337852"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*Note: the values with asterisk beside them were found from materials from the artificial turf manufacturers own information/sales literature. </a:t>
            </a:r>
          </a:p>
        </p:txBody>
      </p:sp>
      <p:pic>
        <p:nvPicPr>
          <p:cNvPr id="3" name="Picture 2" descr="A green and black text on a green and white background&#10;&#10;Description automatically generated">
            <a:extLst>
              <a:ext uri="{FF2B5EF4-FFF2-40B4-BE49-F238E27FC236}">
                <a16:creationId xmlns:a16="http://schemas.microsoft.com/office/drawing/2014/main" id="{61489ACC-F742-204D-5B7E-CE60CB0821B2}"/>
              </a:ext>
            </a:extLst>
          </p:cNvPr>
          <p:cNvPicPr>
            <a:picLocks noChangeAspect="1"/>
          </p:cNvPicPr>
          <p:nvPr/>
        </p:nvPicPr>
        <p:blipFill>
          <a:blip r:embed="rId3"/>
          <a:stretch>
            <a:fillRect/>
          </a:stretch>
        </p:blipFill>
        <p:spPr>
          <a:xfrm>
            <a:off x="125605" y="1712467"/>
            <a:ext cx="9604549" cy="2671066"/>
          </a:xfrm>
          <a:prstGeom prst="rect">
            <a:avLst/>
          </a:prstGeom>
        </p:spPr>
      </p:pic>
    </p:spTree>
    <p:extLst>
      <p:ext uri="{BB962C8B-B14F-4D97-AF65-F5344CB8AC3E}">
        <p14:creationId xmlns:p14="http://schemas.microsoft.com/office/powerpoint/2010/main" val="2689189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F5AB1-90D6-BA4B-1993-65AF8C6DDD19}"/>
              </a:ext>
            </a:extLst>
          </p:cNvPr>
          <p:cNvSpPr>
            <a:spLocks noGrp="1"/>
          </p:cNvSpPr>
          <p:nvPr>
            <p:ph type="title"/>
          </p:nvPr>
        </p:nvSpPr>
        <p:spPr/>
        <p:txBody>
          <a:bodyPr/>
          <a:lstStyle/>
          <a:p>
            <a:r>
              <a:rPr lang="en-US"/>
              <a:t>USA Softball 18U National Championship</a:t>
            </a:r>
            <a:br>
              <a:rPr lang="en-US"/>
            </a:br>
            <a:r>
              <a:rPr lang="en-US"/>
              <a:t>July 2023 Data</a:t>
            </a:r>
          </a:p>
        </p:txBody>
      </p:sp>
      <p:graphicFrame>
        <p:nvGraphicFramePr>
          <p:cNvPr id="5" name="Content Placeholder 4">
            <a:extLst>
              <a:ext uri="{FF2B5EF4-FFF2-40B4-BE49-F238E27FC236}">
                <a16:creationId xmlns:a16="http://schemas.microsoft.com/office/drawing/2014/main" id="{DC9DA720-E5C0-9F6C-B9DF-E7C25CECC05E}"/>
              </a:ext>
            </a:extLst>
          </p:cNvPr>
          <p:cNvGraphicFramePr>
            <a:graphicFrameLocks noGrp="1"/>
          </p:cNvGraphicFramePr>
          <p:nvPr>
            <p:ph sz="half" idx="1"/>
            <p:extLst>
              <p:ext uri="{D42A27DB-BD31-4B8C-83A1-F6EECF244321}">
                <p14:modId xmlns:p14="http://schemas.microsoft.com/office/powerpoint/2010/main" val="2881497476"/>
              </p:ext>
            </p:extLst>
          </p:nvPr>
        </p:nvGraphicFramePr>
        <p:xfrm>
          <a:off x="674914" y="2039257"/>
          <a:ext cx="5482964" cy="4601087"/>
        </p:xfrm>
        <a:graphic>
          <a:graphicData uri="http://schemas.openxmlformats.org/drawingml/2006/table">
            <a:tbl>
              <a:tblPr firstCol="1">
                <a:tableStyleId>{5C22544A-7EE6-4342-B048-85BDC9FD1C3A}</a:tableStyleId>
              </a:tblPr>
              <a:tblGrid>
                <a:gridCol w="2741482">
                  <a:extLst>
                    <a:ext uri="{9D8B030D-6E8A-4147-A177-3AD203B41FA5}">
                      <a16:colId xmlns:a16="http://schemas.microsoft.com/office/drawing/2014/main" val="310271027"/>
                    </a:ext>
                  </a:extLst>
                </a:gridCol>
                <a:gridCol w="2741482">
                  <a:extLst>
                    <a:ext uri="{9D8B030D-6E8A-4147-A177-3AD203B41FA5}">
                      <a16:colId xmlns:a16="http://schemas.microsoft.com/office/drawing/2014/main" val="788775402"/>
                    </a:ext>
                  </a:extLst>
                </a:gridCol>
              </a:tblGrid>
              <a:tr h="442716">
                <a:tc>
                  <a:txBody>
                    <a:bodyPr/>
                    <a:lstStyle/>
                    <a:p>
                      <a:r>
                        <a:rPr lang="en-US"/>
                        <a:t>Total Attendees</a:t>
                      </a:r>
                    </a:p>
                  </a:txBody>
                  <a:tcPr/>
                </a:tc>
                <a:tc>
                  <a:txBody>
                    <a:bodyPr/>
                    <a:lstStyle/>
                    <a:p>
                      <a:r>
                        <a:rPr lang="en-US" sz="2000" b="1"/>
                        <a:t>1,320</a:t>
                      </a:r>
                    </a:p>
                  </a:txBody>
                  <a:tcPr/>
                </a:tc>
                <a:extLst>
                  <a:ext uri="{0D108BD9-81ED-4DB2-BD59-A6C34878D82A}">
                    <a16:rowId xmlns:a16="http://schemas.microsoft.com/office/drawing/2014/main" val="2557514294"/>
                  </a:ext>
                </a:extLst>
              </a:tr>
              <a:tr h="743131">
                <a:tc>
                  <a:txBody>
                    <a:bodyPr/>
                    <a:lstStyle/>
                    <a:p>
                      <a:r>
                        <a:rPr lang="en-US"/>
                        <a:t>Average Spent per Day</a:t>
                      </a:r>
                    </a:p>
                  </a:txBody>
                  <a:tcPr/>
                </a:tc>
                <a:tc>
                  <a:txBody>
                    <a:bodyPr/>
                    <a:lstStyle/>
                    <a:p>
                      <a:r>
                        <a:rPr lang="en-US" sz="2000" b="1"/>
                        <a:t>$132</a:t>
                      </a:r>
                    </a:p>
                  </a:txBody>
                  <a:tcPr/>
                </a:tc>
                <a:extLst>
                  <a:ext uri="{0D108BD9-81ED-4DB2-BD59-A6C34878D82A}">
                    <a16:rowId xmlns:a16="http://schemas.microsoft.com/office/drawing/2014/main" val="3154819847"/>
                  </a:ext>
                </a:extLst>
              </a:tr>
              <a:tr h="743131">
                <a:tc>
                  <a:txBody>
                    <a:bodyPr/>
                    <a:lstStyle/>
                    <a:p>
                      <a:r>
                        <a:rPr lang="en-US"/>
                        <a:t>Average Hotel Rate per Night</a:t>
                      </a:r>
                    </a:p>
                  </a:txBody>
                  <a:tcPr/>
                </a:tc>
                <a:tc>
                  <a:txBody>
                    <a:bodyPr/>
                    <a:lstStyle/>
                    <a:p>
                      <a:r>
                        <a:rPr lang="en-US" sz="2000" b="1"/>
                        <a:t>$118</a:t>
                      </a:r>
                    </a:p>
                  </a:txBody>
                  <a:tcPr/>
                </a:tc>
                <a:extLst>
                  <a:ext uri="{0D108BD9-81ED-4DB2-BD59-A6C34878D82A}">
                    <a16:rowId xmlns:a16="http://schemas.microsoft.com/office/drawing/2014/main" val="3490338965"/>
                  </a:ext>
                </a:extLst>
              </a:tr>
              <a:tr h="442716">
                <a:tc>
                  <a:txBody>
                    <a:bodyPr/>
                    <a:lstStyle/>
                    <a:p>
                      <a:endParaRPr lang="en-US"/>
                    </a:p>
                  </a:txBody>
                  <a:tcPr/>
                </a:tc>
                <a:tc>
                  <a:txBody>
                    <a:bodyPr/>
                    <a:lstStyle/>
                    <a:p>
                      <a:endParaRPr lang="en-US" sz="2000" b="1"/>
                    </a:p>
                  </a:txBody>
                  <a:tcPr/>
                </a:tc>
                <a:extLst>
                  <a:ext uri="{0D108BD9-81ED-4DB2-BD59-A6C34878D82A}">
                    <a16:rowId xmlns:a16="http://schemas.microsoft.com/office/drawing/2014/main" val="1112603528"/>
                  </a:ext>
                </a:extLst>
              </a:tr>
              <a:tr h="743131">
                <a:tc>
                  <a:txBody>
                    <a:bodyPr/>
                    <a:lstStyle/>
                    <a:p>
                      <a:r>
                        <a:rPr lang="en-US"/>
                        <a:t>Total Visitor Spending</a:t>
                      </a:r>
                    </a:p>
                  </a:txBody>
                  <a:tcPr/>
                </a:tc>
                <a:tc>
                  <a:txBody>
                    <a:bodyPr/>
                    <a:lstStyle/>
                    <a:p>
                      <a:r>
                        <a:rPr lang="en-US" sz="2000" b="1"/>
                        <a:t>$871,200</a:t>
                      </a:r>
                    </a:p>
                  </a:txBody>
                  <a:tcPr/>
                </a:tc>
                <a:extLst>
                  <a:ext uri="{0D108BD9-81ED-4DB2-BD59-A6C34878D82A}">
                    <a16:rowId xmlns:a16="http://schemas.microsoft.com/office/drawing/2014/main" val="3987655529"/>
                  </a:ext>
                </a:extLst>
              </a:tr>
              <a:tr h="743131">
                <a:tc>
                  <a:txBody>
                    <a:bodyPr/>
                    <a:lstStyle/>
                    <a:p>
                      <a:r>
                        <a:rPr lang="en-US"/>
                        <a:t>Sales Tax Revenue</a:t>
                      </a:r>
                    </a:p>
                  </a:txBody>
                  <a:tcPr/>
                </a:tc>
                <a:tc>
                  <a:txBody>
                    <a:bodyPr/>
                    <a:lstStyle/>
                    <a:p>
                      <a:r>
                        <a:rPr lang="en-US" sz="2000" b="1"/>
                        <a:t>$10,995</a:t>
                      </a:r>
                    </a:p>
                  </a:txBody>
                  <a:tcPr/>
                </a:tc>
                <a:extLst>
                  <a:ext uri="{0D108BD9-81ED-4DB2-BD59-A6C34878D82A}">
                    <a16:rowId xmlns:a16="http://schemas.microsoft.com/office/drawing/2014/main" val="3759781810"/>
                  </a:ext>
                </a:extLst>
              </a:tr>
              <a:tr h="743131">
                <a:tc>
                  <a:txBody>
                    <a:bodyPr/>
                    <a:lstStyle/>
                    <a:p>
                      <a:pPr lvl="0">
                        <a:buNone/>
                      </a:pPr>
                      <a:r>
                        <a:rPr lang="en-US"/>
                        <a:t>Lodging Tax Revenue</a:t>
                      </a:r>
                    </a:p>
                  </a:txBody>
                  <a:tcPr/>
                </a:tc>
                <a:tc>
                  <a:txBody>
                    <a:bodyPr/>
                    <a:lstStyle/>
                    <a:p>
                      <a:pPr lvl="0">
                        <a:buNone/>
                      </a:pPr>
                      <a:r>
                        <a:rPr lang="en-US" sz="2000" b="1"/>
                        <a:t>$9,499</a:t>
                      </a:r>
                    </a:p>
                  </a:txBody>
                  <a:tcPr/>
                </a:tc>
                <a:extLst>
                  <a:ext uri="{0D108BD9-81ED-4DB2-BD59-A6C34878D82A}">
                    <a16:rowId xmlns:a16="http://schemas.microsoft.com/office/drawing/2014/main" val="1542272424"/>
                  </a:ext>
                </a:extLst>
              </a:tr>
            </a:tbl>
          </a:graphicData>
        </a:graphic>
      </p:graphicFrame>
      <p:pic>
        <p:nvPicPr>
          <p:cNvPr id="6" name="Content Placeholder 5" descr="Luncheon – Northeast Tennessee Tourism Pinnacle Awards">
            <a:extLst>
              <a:ext uri="{FF2B5EF4-FFF2-40B4-BE49-F238E27FC236}">
                <a16:creationId xmlns:a16="http://schemas.microsoft.com/office/drawing/2014/main" id="{D6845A58-8ACB-037C-0E16-519A5BB426BD}"/>
              </a:ext>
            </a:extLst>
          </p:cNvPr>
          <p:cNvPicPr>
            <a:picLocks noGrp="1" noChangeAspect="1"/>
          </p:cNvPicPr>
          <p:nvPr>
            <p:ph sz="half" idx="2"/>
          </p:nvPr>
        </p:nvPicPr>
        <p:blipFill>
          <a:blip r:embed="rId2"/>
          <a:stretch>
            <a:fillRect/>
          </a:stretch>
        </p:blipFill>
        <p:spPr>
          <a:xfrm>
            <a:off x="6306459" y="5325664"/>
            <a:ext cx="1471592" cy="1313771"/>
          </a:xfrm>
        </p:spPr>
      </p:pic>
      <p:sp>
        <p:nvSpPr>
          <p:cNvPr id="8" name="Content Placeholder 3">
            <a:extLst>
              <a:ext uri="{FF2B5EF4-FFF2-40B4-BE49-F238E27FC236}">
                <a16:creationId xmlns:a16="http://schemas.microsoft.com/office/drawing/2014/main" id="{08FB056E-E823-579A-5B00-7B0DB30231E0}"/>
              </a:ext>
            </a:extLst>
          </p:cNvPr>
          <p:cNvSpPr txBox="1">
            <a:spLocks/>
          </p:cNvSpPr>
          <p:nvPr/>
        </p:nvSpPr>
        <p:spPr>
          <a:xfrm>
            <a:off x="6309364" y="1330607"/>
            <a:ext cx="3589895" cy="4924777"/>
          </a:xfrm>
          <a:prstGeom prst="rect">
            <a:avLst/>
          </a:prstGeom>
        </p:spPr>
        <p:txBody>
          <a:bodyPr vert="horz" lIns="91440" tIns="45720" rIns="91440" bIns="45720" rtlCol="0" anchor="ctr">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sz="1700">
                <a:solidFill>
                  <a:schemeClr val="tx1"/>
                </a:solidFill>
                <a:ea typeface="+mn-lt"/>
                <a:cs typeface="+mn-lt"/>
              </a:rPr>
              <a:t>The USA Softball National Tournament is one of the largest tournaments hosted by Visit JC each year. </a:t>
            </a:r>
            <a:endParaRPr lang="en-US"/>
          </a:p>
          <a:p>
            <a:pPr marL="0" indent="0">
              <a:buNone/>
            </a:pPr>
            <a:endParaRPr lang="en-US" sz="1700">
              <a:solidFill>
                <a:schemeClr val="tx1"/>
              </a:solidFill>
              <a:ea typeface="+mn-lt"/>
              <a:cs typeface="+mn-lt"/>
            </a:endParaRPr>
          </a:p>
          <a:p>
            <a:r>
              <a:rPr lang="en-US" sz="1600">
                <a:solidFill>
                  <a:schemeClr val="tx1"/>
                </a:solidFill>
                <a:ea typeface="+mn-lt"/>
                <a:cs typeface="+mn-lt"/>
              </a:rPr>
              <a:t>In 2023, this 5-day event was held at Winged Deer Park for the 18U Girls Class 'A' Fastpitch softball. </a:t>
            </a:r>
            <a:endParaRPr lang="en-US" sz="1600">
              <a:solidFill>
                <a:schemeClr val="tx1"/>
              </a:solidFill>
            </a:endParaRPr>
          </a:p>
          <a:p>
            <a:endParaRPr lang="en-US" sz="1600">
              <a:solidFill>
                <a:srgbClr val="FFFFFF"/>
              </a:solidFill>
            </a:endParaRPr>
          </a:p>
        </p:txBody>
      </p:sp>
    </p:spTree>
    <p:extLst>
      <p:ext uri="{BB962C8B-B14F-4D97-AF65-F5344CB8AC3E}">
        <p14:creationId xmlns:p14="http://schemas.microsoft.com/office/powerpoint/2010/main" val="12359719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574347B-5AE8-415A-6A99-29FDD422EA43}"/>
              </a:ext>
            </a:extLst>
          </p:cNvPr>
          <p:cNvSpPr>
            <a:spLocks noGrp="1"/>
          </p:cNvSpPr>
          <p:nvPr>
            <p:ph type="title"/>
          </p:nvPr>
        </p:nvSpPr>
        <p:spPr>
          <a:xfrm>
            <a:off x="517677" y="159657"/>
            <a:ext cx="8596668" cy="1320800"/>
          </a:xfrm>
        </p:spPr>
        <p:txBody>
          <a:bodyPr/>
          <a:lstStyle/>
          <a:p>
            <a:r>
              <a:rPr lang="en-US"/>
              <a:t>USA Softball 18U National Championship</a:t>
            </a:r>
            <a:br>
              <a:rPr lang="en-US"/>
            </a:br>
            <a:r>
              <a:rPr lang="en-US"/>
              <a:t>Attendee Type</a:t>
            </a:r>
          </a:p>
        </p:txBody>
      </p:sp>
      <p:pic>
        <p:nvPicPr>
          <p:cNvPr id="6" name="Content Placeholder 5" descr="A green pie chart with a number of percentages&#10;&#10;Description automatically generated">
            <a:extLst>
              <a:ext uri="{FF2B5EF4-FFF2-40B4-BE49-F238E27FC236}">
                <a16:creationId xmlns:a16="http://schemas.microsoft.com/office/drawing/2014/main" id="{C6E6D3B5-21E9-DFD8-2D4C-EC2A1760EB85}"/>
              </a:ext>
            </a:extLst>
          </p:cNvPr>
          <p:cNvPicPr>
            <a:picLocks noGrp="1" noChangeAspect="1"/>
          </p:cNvPicPr>
          <p:nvPr>
            <p:ph idx="1"/>
          </p:nvPr>
        </p:nvPicPr>
        <p:blipFill>
          <a:blip r:embed="rId3"/>
          <a:stretch>
            <a:fillRect/>
          </a:stretch>
        </p:blipFill>
        <p:spPr>
          <a:xfrm>
            <a:off x="523198" y="1401834"/>
            <a:ext cx="8508999" cy="5159225"/>
          </a:xfrm>
        </p:spPr>
      </p:pic>
    </p:spTree>
    <p:extLst>
      <p:ext uri="{BB962C8B-B14F-4D97-AF65-F5344CB8AC3E}">
        <p14:creationId xmlns:p14="http://schemas.microsoft.com/office/powerpoint/2010/main" val="28137411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9035F29-F8E7-BC07-754C-44D47E94BDD0}"/>
              </a:ext>
            </a:extLst>
          </p:cNvPr>
          <p:cNvSpPr>
            <a:spLocks noGrp="1"/>
          </p:cNvSpPr>
          <p:nvPr>
            <p:ph type="title"/>
          </p:nvPr>
        </p:nvSpPr>
        <p:spPr>
          <a:xfrm>
            <a:off x="459619" y="79828"/>
            <a:ext cx="8596668" cy="1320800"/>
          </a:xfrm>
        </p:spPr>
        <p:txBody>
          <a:bodyPr/>
          <a:lstStyle/>
          <a:p>
            <a:r>
              <a:rPr lang="en-US" sz="3200"/>
              <a:t>USA Softball 18U National Championship</a:t>
            </a:r>
            <a:br>
              <a:rPr lang="en-US" sz="3200"/>
            </a:br>
            <a:r>
              <a:rPr lang="en-US" sz="3200"/>
              <a:t>Economic Impact Details</a:t>
            </a:r>
          </a:p>
        </p:txBody>
      </p:sp>
      <p:pic>
        <p:nvPicPr>
          <p:cNvPr id="6" name="Content Placeholder 5" descr="A graph showing the impact of a business&#10;&#10;Description automatically generated">
            <a:extLst>
              <a:ext uri="{FF2B5EF4-FFF2-40B4-BE49-F238E27FC236}">
                <a16:creationId xmlns:a16="http://schemas.microsoft.com/office/drawing/2014/main" id="{39204528-AC6D-1F48-23B4-4EED6CF75C8C}"/>
              </a:ext>
            </a:extLst>
          </p:cNvPr>
          <p:cNvPicPr>
            <a:picLocks noGrp="1" noChangeAspect="1"/>
          </p:cNvPicPr>
          <p:nvPr>
            <p:ph idx="1"/>
          </p:nvPr>
        </p:nvPicPr>
        <p:blipFill>
          <a:blip r:embed="rId3"/>
          <a:stretch>
            <a:fillRect/>
          </a:stretch>
        </p:blipFill>
        <p:spPr>
          <a:xfrm>
            <a:off x="536818" y="1071120"/>
            <a:ext cx="8710784" cy="5704113"/>
          </a:xfrm>
        </p:spPr>
      </p:pic>
    </p:spTree>
    <p:extLst>
      <p:ext uri="{BB962C8B-B14F-4D97-AF65-F5344CB8AC3E}">
        <p14:creationId xmlns:p14="http://schemas.microsoft.com/office/powerpoint/2010/main" val="10666171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4" name="Content Placeholder 3" descr="A graph with green bars and numbers&#10;&#10;Description automatically generated">
            <a:extLst>
              <a:ext uri="{FF2B5EF4-FFF2-40B4-BE49-F238E27FC236}">
                <a16:creationId xmlns:a16="http://schemas.microsoft.com/office/drawing/2014/main" id="{42686784-83E4-69D3-0F2D-B091FF74F55E}"/>
              </a:ext>
            </a:extLst>
          </p:cNvPr>
          <p:cNvPicPr>
            <a:picLocks noGrp="1" noChangeAspect="1"/>
          </p:cNvPicPr>
          <p:nvPr>
            <p:ph idx="1"/>
          </p:nvPr>
        </p:nvPicPr>
        <p:blipFill>
          <a:blip r:embed="rId2"/>
          <a:stretch>
            <a:fillRect/>
          </a:stretch>
        </p:blipFill>
        <p:spPr>
          <a:xfrm>
            <a:off x="587525" y="1416635"/>
            <a:ext cx="8115969" cy="5289383"/>
          </a:xfrm>
          <a:prstGeom prst="rect">
            <a:avLst/>
          </a:prstGeom>
        </p:spPr>
      </p:pic>
      <p:sp>
        <p:nvSpPr>
          <p:cNvPr id="3" name="Title 1">
            <a:extLst>
              <a:ext uri="{FF2B5EF4-FFF2-40B4-BE49-F238E27FC236}">
                <a16:creationId xmlns:a16="http://schemas.microsoft.com/office/drawing/2014/main" id="{B9AD0014-E90F-00BF-4F05-5B675854D1F2}"/>
              </a:ext>
            </a:extLst>
          </p:cNvPr>
          <p:cNvSpPr>
            <a:spLocks noGrp="1"/>
          </p:cNvSpPr>
          <p:nvPr>
            <p:ph type="title"/>
          </p:nvPr>
        </p:nvSpPr>
        <p:spPr>
          <a:xfrm>
            <a:off x="590248" y="94343"/>
            <a:ext cx="8596668" cy="1320800"/>
          </a:xfrm>
        </p:spPr>
        <p:txBody>
          <a:bodyPr/>
          <a:lstStyle/>
          <a:p>
            <a:r>
              <a:rPr lang="en-US"/>
              <a:t>USA Softball 18U National Championship</a:t>
            </a:r>
            <a:br>
              <a:rPr lang="en-US"/>
            </a:br>
            <a:r>
              <a:rPr lang="en-US"/>
              <a:t>Direct Business Sales</a:t>
            </a:r>
          </a:p>
        </p:txBody>
      </p:sp>
    </p:spTree>
    <p:extLst>
      <p:ext uri="{BB962C8B-B14F-4D97-AF65-F5344CB8AC3E}">
        <p14:creationId xmlns:p14="http://schemas.microsoft.com/office/powerpoint/2010/main" val="32760797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954F93-398F-E833-1985-61F27267DFC5}"/>
              </a:ext>
            </a:extLst>
          </p:cNvPr>
          <p:cNvSpPr>
            <a:spLocks noGrp="1"/>
          </p:cNvSpPr>
          <p:nvPr>
            <p:ph type="title"/>
          </p:nvPr>
        </p:nvSpPr>
        <p:spPr>
          <a:xfrm>
            <a:off x="677334" y="164123"/>
            <a:ext cx="8784237" cy="1320800"/>
          </a:xfrm>
        </p:spPr>
        <p:txBody>
          <a:bodyPr/>
          <a:lstStyle/>
          <a:p>
            <a:r>
              <a:rPr lang="en-US"/>
              <a:t>USA Softball 18U National Championship</a:t>
            </a:r>
            <a:br>
              <a:rPr lang="en-US"/>
            </a:br>
            <a:r>
              <a:rPr lang="en-US"/>
              <a:t>Direct Business Sales by Industry</a:t>
            </a:r>
          </a:p>
        </p:txBody>
      </p:sp>
      <p:pic>
        <p:nvPicPr>
          <p:cNvPr id="4" name="Content Placeholder 3" descr="A green pie chart with white text&#10;&#10;Description automatically generated">
            <a:extLst>
              <a:ext uri="{FF2B5EF4-FFF2-40B4-BE49-F238E27FC236}">
                <a16:creationId xmlns:a16="http://schemas.microsoft.com/office/drawing/2014/main" id="{1955E38C-E41A-C2EA-6B86-1A732834CD45}"/>
              </a:ext>
            </a:extLst>
          </p:cNvPr>
          <p:cNvPicPr>
            <a:picLocks noGrp="1" noChangeAspect="1"/>
          </p:cNvPicPr>
          <p:nvPr>
            <p:ph idx="1"/>
          </p:nvPr>
        </p:nvPicPr>
        <p:blipFill>
          <a:blip r:embed="rId2"/>
          <a:stretch>
            <a:fillRect/>
          </a:stretch>
        </p:blipFill>
        <p:spPr>
          <a:xfrm>
            <a:off x="681673" y="1403476"/>
            <a:ext cx="8361903" cy="5180635"/>
          </a:xfrm>
        </p:spPr>
      </p:pic>
    </p:spTree>
    <p:extLst>
      <p:ext uri="{BB962C8B-B14F-4D97-AF65-F5344CB8AC3E}">
        <p14:creationId xmlns:p14="http://schemas.microsoft.com/office/powerpoint/2010/main" val="34516447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529B2-51AA-D2E7-407C-CB213A2E9345}"/>
              </a:ext>
            </a:extLst>
          </p:cNvPr>
          <p:cNvSpPr>
            <a:spLocks noGrp="1"/>
          </p:cNvSpPr>
          <p:nvPr>
            <p:ph type="ctrTitle"/>
          </p:nvPr>
        </p:nvSpPr>
        <p:spPr/>
        <p:txBody>
          <a:bodyPr/>
          <a:lstStyle/>
          <a:p>
            <a:r>
              <a:rPr lang="en-US"/>
              <a:t>The Multiplier Effect and Estimates</a:t>
            </a:r>
          </a:p>
        </p:txBody>
      </p:sp>
      <p:sp>
        <p:nvSpPr>
          <p:cNvPr id="3" name="Subtitle 2">
            <a:extLst>
              <a:ext uri="{FF2B5EF4-FFF2-40B4-BE49-F238E27FC236}">
                <a16:creationId xmlns:a16="http://schemas.microsoft.com/office/drawing/2014/main" id="{2A50312D-BEF3-38E7-D392-8534EE1C6FB4}"/>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2037805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4E690-7F9E-BC53-0ECE-E153E173B59A}"/>
              </a:ext>
            </a:extLst>
          </p:cNvPr>
          <p:cNvSpPr>
            <a:spLocks noGrp="1"/>
          </p:cNvSpPr>
          <p:nvPr>
            <p:ph type="title"/>
          </p:nvPr>
        </p:nvSpPr>
        <p:spPr>
          <a:xfrm>
            <a:off x="243635" y="90292"/>
            <a:ext cx="8596668" cy="671644"/>
          </a:xfrm>
        </p:spPr>
        <p:txBody>
          <a:bodyPr>
            <a:normAutofit fontScale="90000"/>
          </a:bodyPr>
          <a:lstStyle/>
          <a:p>
            <a:r>
              <a:rPr lang="en-US"/>
              <a:t>Multiplier Effect </a:t>
            </a:r>
          </a:p>
        </p:txBody>
      </p:sp>
      <p:sp>
        <p:nvSpPr>
          <p:cNvPr id="3" name="Text Placeholder 2">
            <a:extLst>
              <a:ext uri="{FF2B5EF4-FFF2-40B4-BE49-F238E27FC236}">
                <a16:creationId xmlns:a16="http://schemas.microsoft.com/office/drawing/2014/main" id="{473F99A9-151D-7AF8-129A-B363543FC938}"/>
              </a:ext>
            </a:extLst>
          </p:cNvPr>
          <p:cNvSpPr>
            <a:spLocks noGrp="1"/>
          </p:cNvSpPr>
          <p:nvPr>
            <p:ph type="body" idx="1"/>
          </p:nvPr>
        </p:nvSpPr>
        <p:spPr/>
        <p:txBody>
          <a:bodyPr/>
          <a:lstStyle/>
          <a:p>
            <a:endParaRPr lang="en-US"/>
          </a:p>
        </p:txBody>
      </p:sp>
      <p:pic>
        <p:nvPicPr>
          <p:cNvPr id="4" name="Picture 3" descr="A diagram of a government investment&#10;&#10;Description automatically generated">
            <a:extLst>
              <a:ext uri="{FF2B5EF4-FFF2-40B4-BE49-F238E27FC236}">
                <a16:creationId xmlns:a16="http://schemas.microsoft.com/office/drawing/2014/main" id="{9851598C-04E6-5099-0431-564EAA310612}"/>
              </a:ext>
            </a:extLst>
          </p:cNvPr>
          <p:cNvPicPr>
            <a:picLocks noChangeAspect="1"/>
          </p:cNvPicPr>
          <p:nvPr/>
        </p:nvPicPr>
        <p:blipFill>
          <a:blip r:embed="rId2"/>
          <a:stretch>
            <a:fillRect/>
          </a:stretch>
        </p:blipFill>
        <p:spPr>
          <a:xfrm>
            <a:off x="243635" y="827719"/>
            <a:ext cx="9374036" cy="5309944"/>
          </a:xfrm>
          <a:prstGeom prst="rect">
            <a:avLst/>
          </a:prstGeom>
        </p:spPr>
      </p:pic>
      <p:sp>
        <p:nvSpPr>
          <p:cNvPr id="5" name="TextBox 4">
            <a:extLst>
              <a:ext uri="{FF2B5EF4-FFF2-40B4-BE49-F238E27FC236}">
                <a16:creationId xmlns:a16="http://schemas.microsoft.com/office/drawing/2014/main" id="{F43CF521-9B79-54E7-888B-FDBFCA0F233A}"/>
              </a:ext>
            </a:extLst>
          </p:cNvPr>
          <p:cNvSpPr txBox="1"/>
          <p:nvPr/>
        </p:nvSpPr>
        <p:spPr>
          <a:xfrm>
            <a:off x="819150" y="6327904"/>
            <a:ext cx="7744428" cy="369332"/>
          </a:xfrm>
          <a:prstGeom prst="rect">
            <a:avLst/>
          </a:prstGeom>
          <a:noFill/>
        </p:spPr>
        <p:txBody>
          <a:bodyPr wrap="none" rtlCol="0">
            <a:spAutoFit/>
          </a:bodyPr>
          <a:lstStyle/>
          <a:p>
            <a:r>
              <a:rPr lang="en-US"/>
              <a:t>How the multiplier effect works with a 3-billion-pound initial investment</a:t>
            </a:r>
          </a:p>
        </p:txBody>
      </p:sp>
    </p:spTree>
    <p:extLst>
      <p:ext uri="{BB962C8B-B14F-4D97-AF65-F5344CB8AC3E}">
        <p14:creationId xmlns:p14="http://schemas.microsoft.com/office/powerpoint/2010/main" val="23911507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7266F6-19E8-FA63-BE97-E3EEA1DFFD1A}"/>
              </a:ext>
            </a:extLst>
          </p:cNvPr>
          <p:cNvSpPr>
            <a:spLocks noGrp="1"/>
          </p:cNvSpPr>
          <p:nvPr>
            <p:ph type="title"/>
          </p:nvPr>
        </p:nvSpPr>
        <p:spPr>
          <a:xfrm>
            <a:off x="159751" y="141697"/>
            <a:ext cx="8912969" cy="820166"/>
          </a:xfrm>
        </p:spPr>
        <p:txBody>
          <a:bodyPr>
            <a:normAutofit/>
          </a:bodyPr>
          <a:lstStyle/>
          <a:p>
            <a:r>
              <a:rPr lang="en-US" sz="4400"/>
              <a:t>Multiplier Effect Pt2</a:t>
            </a:r>
          </a:p>
        </p:txBody>
      </p:sp>
      <p:sp>
        <p:nvSpPr>
          <p:cNvPr id="3" name="Text Placeholder 2">
            <a:extLst>
              <a:ext uri="{FF2B5EF4-FFF2-40B4-BE49-F238E27FC236}">
                <a16:creationId xmlns:a16="http://schemas.microsoft.com/office/drawing/2014/main" id="{15349684-5DC8-2D9B-6E8A-034E545BD28B}"/>
              </a:ext>
            </a:extLst>
          </p:cNvPr>
          <p:cNvSpPr>
            <a:spLocks noGrp="1"/>
          </p:cNvSpPr>
          <p:nvPr>
            <p:ph type="body" idx="1"/>
          </p:nvPr>
        </p:nvSpPr>
        <p:spPr>
          <a:xfrm flipH="1">
            <a:off x="14984" y="6353372"/>
            <a:ext cx="1625634" cy="558476"/>
          </a:xfrm>
        </p:spPr>
        <p:txBody>
          <a:bodyPr/>
          <a:lstStyle/>
          <a:p>
            <a:endParaRPr lang="en-US"/>
          </a:p>
        </p:txBody>
      </p:sp>
      <p:pic>
        <p:nvPicPr>
          <p:cNvPr id="4" name="Picture 3" descr="A diagram of a graph&#10;&#10;Description automatically generated">
            <a:extLst>
              <a:ext uri="{FF2B5EF4-FFF2-40B4-BE49-F238E27FC236}">
                <a16:creationId xmlns:a16="http://schemas.microsoft.com/office/drawing/2014/main" id="{6AC51FB6-3293-C551-FE6E-91FC5AC4400B}"/>
              </a:ext>
            </a:extLst>
          </p:cNvPr>
          <p:cNvPicPr>
            <a:picLocks noChangeAspect="1"/>
          </p:cNvPicPr>
          <p:nvPr/>
        </p:nvPicPr>
        <p:blipFill>
          <a:blip r:embed="rId2"/>
          <a:stretch>
            <a:fillRect/>
          </a:stretch>
        </p:blipFill>
        <p:spPr>
          <a:xfrm>
            <a:off x="822798" y="1400356"/>
            <a:ext cx="6333838" cy="5171483"/>
          </a:xfrm>
          <a:prstGeom prst="rect">
            <a:avLst/>
          </a:prstGeom>
        </p:spPr>
      </p:pic>
      <p:sp>
        <p:nvSpPr>
          <p:cNvPr id="5" name="TextBox 4">
            <a:extLst>
              <a:ext uri="{FF2B5EF4-FFF2-40B4-BE49-F238E27FC236}">
                <a16:creationId xmlns:a16="http://schemas.microsoft.com/office/drawing/2014/main" id="{E943C139-85D2-E126-F361-BD660FFC9C9A}"/>
              </a:ext>
            </a:extLst>
          </p:cNvPr>
          <p:cNvSpPr txBox="1"/>
          <p:nvPr/>
        </p:nvSpPr>
        <p:spPr>
          <a:xfrm>
            <a:off x="7492817" y="2184034"/>
            <a:ext cx="1789330" cy="2308324"/>
          </a:xfrm>
          <a:prstGeom prst="rect">
            <a:avLst/>
          </a:prstGeom>
          <a:noFill/>
        </p:spPr>
        <p:txBody>
          <a:bodyPr wrap="square" rtlCol="0">
            <a:spAutoFit/>
          </a:bodyPr>
          <a:lstStyle/>
          <a:p>
            <a:r>
              <a:rPr lang="en-US"/>
              <a:t>Multiplier Effect on Aggregate Demand, Reflecting outside spending in an economy</a:t>
            </a:r>
          </a:p>
        </p:txBody>
      </p:sp>
    </p:spTree>
    <p:extLst>
      <p:ext uri="{BB962C8B-B14F-4D97-AF65-F5344CB8AC3E}">
        <p14:creationId xmlns:p14="http://schemas.microsoft.com/office/powerpoint/2010/main" val="22129836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53597-87D5-9137-47FB-BA226B71439C}"/>
              </a:ext>
            </a:extLst>
          </p:cNvPr>
          <p:cNvSpPr>
            <a:spLocks noGrp="1"/>
          </p:cNvSpPr>
          <p:nvPr>
            <p:ph type="title"/>
          </p:nvPr>
        </p:nvSpPr>
        <p:spPr/>
        <p:txBody>
          <a:bodyPr>
            <a:normAutofit/>
          </a:bodyPr>
          <a:lstStyle/>
          <a:p>
            <a:r>
              <a:rPr lang="en-US" sz="2800"/>
              <a:t>How The Estimates Are Created</a:t>
            </a:r>
          </a:p>
        </p:txBody>
      </p:sp>
      <p:sp>
        <p:nvSpPr>
          <p:cNvPr id="3" name="Content Placeholder 2">
            <a:extLst>
              <a:ext uri="{FF2B5EF4-FFF2-40B4-BE49-F238E27FC236}">
                <a16:creationId xmlns:a16="http://schemas.microsoft.com/office/drawing/2014/main" id="{D47C0987-853B-096F-CE8D-66170AE886E0}"/>
              </a:ext>
            </a:extLst>
          </p:cNvPr>
          <p:cNvSpPr>
            <a:spLocks noGrp="1"/>
          </p:cNvSpPr>
          <p:nvPr>
            <p:ph idx="1"/>
          </p:nvPr>
        </p:nvSpPr>
        <p:spPr>
          <a:xfrm>
            <a:off x="5017019" y="1416169"/>
            <a:ext cx="4513541" cy="4879378"/>
          </a:xfrm>
        </p:spPr>
        <p:txBody>
          <a:bodyPr/>
          <a:lstStyle/>
          <a:p>
            <a:r>
              <a:rPr lang="en-US"/>
              <a:t>JC population 71,278</a:t>
            </a:r>
          </a:p>
          <a:p>
            <a:r>
              <a:rPr lang="en-US"/>
              <a:t>Population Density in Thousands=0.407</a:t>
            </a:r>
          </a:p>
          <a:p>
            <a:r>
              <a:rPr lang="en-US"/>
              <a:t>Chang’s Multiplier: 1.566+0.6*ln(Pop)-0.009(</a:t>
            </a:r>
            <a:r>
              <a:rPr lang="en-US" err="1"/>
              <a:t>PopDen</a:t>
            </a:r>
            <a:r>
              <a:rPr lang="en-US"/>
              <a:t>)</a:t>
            </a:r>
          </a:p>
          <a:p>
            <a:r>
              <a:rPr lang="en-US"/>
              <a:t>Using our values this yielded: 1.4583</a:t>
            </a:r>
          </a:p>
          <a:p>
            <a:r>
              <a:rPr lang="en-US"/>
              <a:t>We also add a capture rate of 60-70% to account for leakages in the local economy </a:t>
            </a:r>
          </a:p>
          <a:p>
            <a:r>
              <a:rPr lang="en-US"/>
              <a:t>This allows for an initial impact assessment </a:t>
            </a:r>
          </a:p>
          <a:p>
            <a:endParaRPr lang="en-US"/>
          </a:p>
          <a:p>
            <a:endParaRPr lang="en-US"/>
          </a:p>
        </p:txBody>
      </p:sp>
      <p:sp>
        <p:nvSpPr>
          <p:cNvPr id="4" name="Text Placeholder 3">
            <a:extLst>
              <a:ext uri="{FF2B5EF4-FFF2-40B4-BE49-F238E27FC236}">
                <a16:creationId xmlns:a16="http://schemas.microsoft.com/office/drawing/2014/main" id="{CBC7D7A4-03DA-34B3-6E35-DCCF768BF8EA}"/>
              </a:ext>
            </a:extLst>
          </p:cNvPr>
          <p:cNvSpPr>
            <a:spLocks noGrp="1"/>
          </p:cNvSpPr>
          <p:nvPr>
            <p:ph type="body" sz="half" idx="2"/>
          </p:nvPr>
        </p:nvSpPr>
        <p:spPr/>
        <p:txBody>
          <a:bodyPr/>
          <a:lstStyle/>
          <a:p>
            <a:r>
              <a:rPr lang="en-US"/>
              <a:t>Utilizing a secondary study, we find a Multiplier for use with our data that doesn’t use the input/output model typically used. </a:t>
            </a:r>
          </a:p>
        </p:txBody>
      </p:sp>
    </p:spTree>
    <p:extLst>
      <p:ext uri="{BB962C8B-B14F-4D97-AF65-F5344CB8AC3E}">
        <p14:creationId xmlns:p14="http://schemas.microsoft.com/office/powerpoint/2010/main" val="13501573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FDCBB-6FF4-FC77-BF58-3252A52E718A}"/>
              </a:ext>
            </a:extLst>
          </p:cNvPr>
          <p:cNvSpPr>
            <a:spLocks noGrp="1"/>
          </p:cNvSpPr>
          <p:nvPr>
            <p:ph type="title"/>
          </p:nvPr>
        </p:nvSpPr>
        <p:spPr>
          <a:xfrm>
            <a:off x="91855" y="75652"/>
            <a:ext cx="8596668" cy="620564"/>
          </a:xfrm>
        </p:spPr>
        <p:txBody>
          <a:bodyPr>
            <a:normAutofit fontScale="90000"/>
          </a:bodyPr>
          <a:lstStyle/>
          <a:p>
            <a:r>
              <a:rPr lang="en-US"/>
              <a:t>Adjusted Spending Totals </a:t>
            </a:r>
          </a:p>
        </p:txBody>
      </p:sp>
      <p:sp>
        <p:nvSpPr>
          <p:cNvPr id="6" name="TextBox 5">
            <a:extLst>
              <a:ext uri="{FF2B5EF4-FFF2-40B4-BE49-F238E27FC236}">
                <a16:creationId xmlns:a16="http://schemas.microsoft.com/office/drawing/2014/main" id="{172701F7-E9C6-1B6E-33F3-09823CAAEBB3}"/>
              </a:ext>
            </a:extLst>
          </p:cNvPr>
          <p:cNvSpPr txBox="1"/>
          <p:nvPr/>
        </p:nvSpPr>
        <p:spPr>
          <a:xfrm>
            <a:off x="605214" y="6275810"/>
            <a:ext cx="7616444" cy="369332"/>
          </a:xfrm>
          <a:prstGeom prst="rect">
            <a:avLst/>
          </a:prstGeom>
          <a:noFill/>
        </p:spPr>
        <p:txBody>
          <a:bodyPr wrap="none" rtlCol="0">
            <a:spAutoFit/>
          </a:bodyPr>
          <a:lstStyle/>
          <a:p>
            <a:r>
              <a:rPr lang="en-US"/>
              <a:t>Whisker Plot displays new range calculated for Revenue using Multiplier</a:t>
            </a:r>
          </a:p>
        </p:txBody>
      </p:sp>
      <p:pic>
        <p:nvPicPr>
          <p:cNvPr id="7" name="Content Placeholder 6" descr="A graph showing the difference between a multiplier and direct spending&#10;&#10;Description automatically generated">
            <a:extLst>
              <a:ext uri="{FF2B5EF4-FFF2-40B4-BE49-F238E27FC236}">
                <a16:creationId xmlns:a16="http://schemas.microsoft.com/office/drawing/2014/main" id="{3B118259-9CB8-6127-B8C5-8F5AA0A18BD0}"/>
              </a:ext>
            </a:extLst>
          </p:cNvPr>
          <p:cNvPicPr>
            <a:picLocks noGrp="1" noChangeAspect="1"/>
          </p:cNvPicPr>
          <p:nvPr>
            <p:ph idx="1"/>
          </p:nvPr>
        </p:nvPicPr>
        <p:blipFill>
          <a:blip r:embed="rId2"/>
          <a:stretch>
            <a:fillRect/>
          </a:stretch>
        </p:blipFill>
        <p:spPr>
          <a:xfrm>
            <a:off x="279429" y="790040"/>
            <a:ext cx="9036325" cy="4990197"/>
          </a:xfrm>
        </p:spPr>
      </p:pic>
    </p:spTree>
    <p:extLst>
      <p:ext uri="{BB962C8B-B14F-4D97-AF65-F5344CB8AC3E}">
        <p14:creationId xmlns:p14="http://schemas.microsoft.com/office/powerpoint/2010/main" val="610611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66375-0CEE-47ED-968E-16A8FDEB658B}"/>
              </a:ext>
            </a:extLst>
          </p:cNvPr>
          <p:cNvSpPr>
            <a:spLocks noGrp="1"/>
          </p:cNvSpPr>
          <p:nvPr>
            <p:ph type="title"/>
          </p:nvPr>
        </p:nvSpPr>
        <p:spPr>
          <a:xfrm>
            <a:off x="230002" y="149111"/>
            <a:ext cx="8596668" cy="752132"/>
          </a:xfrm>
        </p:spPr>
        <p:txBody>
          <a:bodyPr/>
          <a:lstStyle/>
          <a:p>
            <a:r>
              <a:rPr lang="en-US"/>
              <a:t>Adjusted Tax Revenues </a:t>
            </a:r>
          </a:p>
        </p:txBody>
      </p:sp>
      <p:sp>
        <p:nvSpPr>
          <p:cNvPr id="6" name="TextBox 5">
            <a:extLst>
              <a:ext uri="{FF2B5EF4-FFF2-40B4-BE49-F238E27FC236}">
                <a16:creationId xmlns:a16="http://schemas.microsoft.com/office/drawing/2014/main" id="{D6596651-B89F-1376-8E67-776CC8DE2B4C}"/>
              </a:ext>
            </a:extLst>
          </p:cNvPr>
          <p:cNvSpPr txBox="1"/>
          <p:nvPr/>
        </p:nvSpPr>
        <p:spPr>
          <a:xfrm>
            <a:off x="927557" y="6157399"/>
            <a:ext cx="7917552" cy="646331"/>
          </a:xfrm>
          <a:prstGeom prst="rect">
            <a:avLst/>
          </a:prstGeom>
          <a:noFill/>
        </p:spPr>
        <p:txBody>
          <a:bodyPr wrap="none" lIns="91440" tIns="45720" rIns="91440" bIns="45720" rtlCol="0" anchor="t">
            <a:spAutoFit/>
          </a:bodyPr>
          <a:lstStyle/>
          <a:p>
            <a:r>
              <a:rPr lang="en-US"/>
              <a:t>Whisker Plot of adjusted tax revenue, found using spending total per year </a:t>
            </a:r>
          </a:p>
          <a:p>
            <a:r>
              <a:rPr lang="en-US"/>
              <a:t>Multiplied by tax rate of 2.5% for local revenues</a:t>
            </a:r>
          </a:p>
        </p:txBody>
      </p:sp>
      <p:pic>
        <p:nvPicPr>
          <p:cNvPr id="7" name="Content Placeholder 6" descr="A graph showing the number of tax revenue&#10;&#10;Description automatically generated">
            <a:extLst>
              <a:ext uri="{FF2B5EF4-FFF2-40B4-BE49-F238E27FC236}">
                <a16:creationId xmlns:a16="http://schemas.microsoft.com/office/drawing/2014/main" id="{7D706F01-1019-501C-021B-BAA67C985879}"/>
              </a:ext>
            </a:extLst>
          </p:cNvPr>
          <p:cNvPicPr>
            <a:picLocks noGrp="1" noChangeAspect="1"/>
          </p:cNvPicPr>
          <p:nvPr>
            <p:ph idx="1"/>
          </p:nvPr>
        </p:nvPicPr>
        <p:blipFill>
          <a:blip r:embed="rId3"/>
          <a:stretch>
            <a:fillRect/>
          </a:stretch>
        </p:blipFill>
        <p:spPr>
          <a:xfrm>
            <a:off x="231604" y="777764"/>
            <a:ext cx="9611031" cy="4901198"/>
          </a:xfrm>
        </p:spPr>
      </p:pic>
    </p:spTree>
    <p:extLst>
      <p:ext uri="{BB962C8B-B14F-4D97-AF65-F5344CB8AC3E}">
        <p14:creationId xmlns:p14="http://schemas.microsoft.com/office/powerpoint/2010/main" val="41937070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D71DF-160C-3599-5523-F836FFA4E28F}"/>
              </a:ext>
            </a:extLst>
          </p:cNvPr>
          <p:cNvSpPr>
            <a:spLocks noGrp="1"/>
          </p:cNvSpPr>
          <p:nvPr>
            <p:ph type="ctrTitle"/>
          </p:nvPr>
        </p:nvSpPr>
        <p:spPr/>
        <p:txBody>
          <a:bodyPr/>
          <a:lstStyle/>
          <a:p>
            <a:r>
              <a:rPr lang="en-US"/>
              <a:t>A Brief Look At Input Output Models </a:t>
            </a:r>
          </a:p>
        </p:txBody>
      </p:sp>
      <p:sp>
        <p:nvSpPr>
          <p:cNvPr id="3" name="Subtitle 2">
            <a:extLst>
              <a:ext uri="{FF2B5EF4-FFF2-40B4-BE49-F238E27FC236}">
                <a16:creationId xmlns:a16="http://schemas.microsoft.com/office/drawing/2014/main" id="{80942D80-8D6A-28A6-C9E4-18B64FCC03D6}"/>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4687947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C7FD4-B179-A8A8-66CE-2F52A7F6428B}"/>
              </a:ext>
            </a:extLst>
          </p:cNvPr>
          <p:cNvSpPr>
            <a:spLocks noGrp="1"/>
          </p:cNvSpPr>
          <p:nvPr>
            <p:ph type="title"/>
          </p:nvPr>
        </p:nvSpPr>
        <p:spPr>
          <a:xfrm>
            <a:off x="567694" y="395801"/>
            <a:ext cx="8596668" cy="1320800"/>
          </a:xfrm>
        </p:spPr>
        <p:txBody>
          <a:bodyPr/>
          <a:lstStyle/>
          <a:p>
            <a:r>
              <a:rPr lang="en-US"/>
              <a:t>RIMS II Table Example w/Final Demand Multipliers</a:t>
            </a:r>
          </a:p>
        </p:txBody>
      </p:sp>
      <p:sp>
        <p:nvSpPr>
          <p:cNvPr id="6" name="TextBox 5">
            <a:extLst>
              <a:ext uri="{FF2B5EF4-FFF2-40B4-BE49-F238E27FC236}">
                <a16:creationId xmlns:a16="http://schemas.microsoft.com/office/drawing/2014/main" id="{78B28445-F130-3BD5-8BA9-45CC8E68FA90}"/>
              </a:ext>
            </a:extLst>
          </p:cNvPr>
          <p:cNvSpPr txBox="1"/>
          <p:nvPr/>
        </p:nvSpPr>
        <p:spPr>
          <a:xfrm>
            <a:off x="569797" y="6075291"/>
            <a:ext cx="8790227" cy="646331"/>
          </a:xfrm>
          <a:prstGeom prst="rect">
            <a:avLst/>
          </a:prstGeom>
          <a:noFill/>
        </p:spPr>
        <p:txBody>
          <a:bodyPr wrap="none" rtlCol="0">
            <a:spAutoFit/>
          </a:bodyPr>
          <a:lstStyle/>
          <a:p>
            <a:r>
              <a:rPr lang="en-US"/>
              <a:t>RIMS II Multiplier for the Johnson City area. This example shows how the multiplier</a:t>
            </a:r>
          </a:p>
          <a:p>
            <a:r>
              <a:rPr lang="en-US"/>
              <a:t>table takes in to account the specific production of a region. </a:t>
            </a:r>
          </a:p>
        </p:txBody>
      </p:sp>
      <p:pic>
        <p:nvPicPr>
          <p:cNvPr id="7" name="Content Placeholder 6" descr="A close-up of a document&#10;&#10;Description automatically generated">
            <a:extLst>
              <a:ext uri="{FF2B5EF4-FFF2-40B4-BE49-F238E27FC236}">
                <a16:creationId xmlns:a16="http://schemas.microsoft.com/office/drawing/2014/main" id="{ADBDC42C-8DE9-1C42-4156-EFCE2C57F7E6}"/>
              </a:ext>
            </a:extLst>
          </p:cNvPr>
          <p:cNvPicPr>
            <a:picLocks noGrp="1" noChangeAspect="1"/>
          </p:cNvPicPr>
          <p:nvPr>
            <p:ph idx="1"/>
          </p:nvPr>
        </p:nvPicPr>
        <p:blipFill>
          <a:blip r:embed="rId3"/>
          <a:stretch>
            <a:fillRect/>
          </a:stretch>
        </p:blipFill>
        <p:spPr>
          <a:xfrm>
            <a:off x="304800" y="1563189"/>
            <a:ext cx="9540240" cy="4441371"/>
          </a:xfrm>
        </p:spPr>
      </p:pic>
    </p:spTree>
    <p:extLst>
      <p:ext uri="{BB962C8B-B14F-4D97-AF65-F5344CB8AC3E}">
        <p14:creationId xmlns:p14="http://schemas.microsoft.com/office/powerpoint/2010/main" val="14843415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A87989-17BE-57AB-F739-5AEA0BC8404A}"/>
              </a:ext>
            </a:extLst>
          </p:cNvPr>
          <p:cNvSpPr>
            <a:spLocks noGrp="1"/>
          </p:cNvSpPr>
          <p:nvPr>
            <p:ph type="title"/>
          </p:nvPr>
        </p:nvSpPr>
        <p:spPr>
          <a:xfrm>
            <a:off x="344026" y="554780"/>
            <a:ext cx="10197494" cy="1099457"/>
          </a:xfrm>
        </p:spPr>
        <p:txBody>
          <a:bodyPr>
            <a:normAutofit/>
          </a:bodyPr>
          <a:lstStyle/>
          <a:p>
            <a:r>
              <a:rPr lang="en-US"/>
              <a:t>Assumptions made when Using I/O model</a:t>
            </a:r>
          </a:p>
        </p:txBody>
      </p:sp>
      <p:graphicFrame>
        <p:nvGraphicFramePr>
          <p:cNvPr id="5" name="Content Placeholder 2">
            <a:extLst>
              <a:ext uri="{FF2B5EF4-FFF2-40B4-BE49-F238E27FC236}">
                <a16:creationId xmlns:a16="http://schemas.microsoft.com/office/drawing/2014/main" id="{63DF9885-D780-F8C1-2AB3-369FFF7DC1DC}"/>
              </a:ext>
            </a:extLst>
          </p:cNvPr>
          <p:cNvGraphicFramePr>
            <a:graphicFrameLocks noGrp="1"/>
          </p:cNvGraphicFramePr>
          <p:nvPr>
            <p:ph idx="1"/>
            <p:extLst>
              <p:ext uri="{D42A27DB-BD31-4B8C-83A1-F6EECF244321}">
                <p14:modId xmlns:p14="http://schemas.microsoft.com/office/powerpoint/2010/main" val="1484233597"/>
              </p:ext>
            </p:extLst>
          </p:nvPr>
        </p:nvGraphicFramePr>
        <p:xfrm>
          <a:off x="463078" y="1715375"/>
          <a:ext cx="8938364" cy="389613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457157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44EBE2-E9B3-96AF-7ACE-5898D36B8030}"/>
              </a:ext>
            </a:extLst>
          </p:cNvPr>
          <p:cNvSpPr>
            <a:spLocks noGrp="1"/>
          </p:cNvSpPr>
          <p:nvPr>
            <p:ph type="title"/>
          </p:nvPr>
        </p:nvSpPr>
        <p:spPr>
          <a:xfrm>
            <a:off x="289206" y="445140"/>
            <a:ext cx="10197494" cy="1099457"/>
          </a:xfrm>
        </p:spPr>
        <p:txBody>
          <a:bodyPr>
            <a:normAutofit/>
          </a:bodyPr>
          <a:lstStyle/>
          <a:p>
            <a:r>
              <a:rPr lang="en-US"/>
              <a:t>Additional RIMS II information</a:t>
            </a:r>
          </a:p>
        </p:txBody>
      </p:sp>
      <p:graphicFrame>
        <p:nvGraphicFramePr>
          <p:cNvPr id="5" name="Content Placeholder 2">
            <a:extLst>
              <a:ext uri="{FF2B5EF4-FFF2-40B4-BE49-F238E27FC236}">
                <a16:creationId xmlns:a16="http://schemas.microsoft.com/office/drawing/2014/main" id="{6E21BF5C-5984-A4ED-A53D-B094EB466BB2}"/>
              </a:ext>
            </a:extLst>
          </p:cNvPr>
          <p:cNvGraphicFramePr>
            <a:graphicFrameLocks noGrp="1"/>
          </p:cNvGraphicFramePr>
          <p:nvPr>
            <p:ph idx="1"/>
            <p:extLst>
              <p:ext uri="{D42A27DB-BD31-4B8C-83A1-F6EECF244321}">
                <p14:modId xmlns:p14="http://schemas.microsoft.com/office/powerpoint/2010/main" val="1558785519"/>
              </p:ext>
            </p:extLst>
          </p:nvPr>
        </p:nvGraphicFramePr>
        <p:xfrm>
          <a:off x="344027" y="1647032"/>
          <a:ext cx="9080896" cy="378649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515995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BDF76-6D04-3914-E39D-7C38A592D15B}"/>
              </a:ext>
            </a:extLst>
          </p:cNvPr>
          <p:cNvSpPr>
            <a:spLocks noGrp="1"/>
          </p:cNvSpPr>
          <p:nvPr>
            <p:ph type="title"/>
          </p:nvPr>
        </p:nvSpPr>
        <p:spPr/>
        <p:txBody>
          <a:bodyPr/>
          <a:lstStyle/>
          <a:p>
            <a:r>
              <a:rPr lang="en-US"/>
              <a:t>Spending by Sport: Softball </a:t>
            </a:r>
          </a:p>
        </p:txBody>
      </p:sp>
      <p:sp>
        <p:nvSpPr>
          <p:cNvPr id="6" name="Content Placeholder 5">
            <a:extLst>
              <a:ext uri="{FF2B5EF4-FFF2-40B4-BE49-F238E27FC236}">
                <a16:creationId xmlns:a16="http://schemas.microsoft.com/office/drawing/2014/main" id="{186B8AB9-5F06-251D-9EF3-639FA18A8CA6}"/>
              </a:ext>
            </a:extLst>
          </p:cNvPr>
          <p:cNvSpPr>
            <a:spLocks noGrp="1"/>
          </p:cNvSpPr>
          <p:nvPr>
            <p:ph sz="half" idx="2"/>
          </p:nvPr>
        </p:nvSpPr>
        <p:spPr>
          <a:xfrm>
            <a:off x="539039" y="4295323"/>
            <a:ext cx="8513198" cy="1268202"/>
          </a:xfrm>
        </p:spPr>
        <p:txBody>
          <a:bodyPr vert="horz" lIns="91440" tIns="45720" rIns="91440" bIns="45720" rtlCol="0" anchor="t">
            <a:normAutofit fontScale="92500" lnSpcReduction="10000"/>
          </a:bodyPr>
          <a:lstStyle/>
          <a:p>
            <a:r>
              <a:rPr lang="en-US"/>
              <a:t>Estimates for visitor spending isolating softball and looking at 1 field, 5 field, and 9 field results. Month and Year are both direct estimates. Chang's applies the previously found 1.4583 to the estimates, and RIMS II applies the multipliers via appropriate methods, 10 year is based on multiplying the avg yearly amount, and tax is based on 2.5% tax rate applied to the 10 year projected value. </a:t>
            </a:r>
          </a:p>
        </p:txBody>
      </p:sp>
      <p:pic>
        <p:nvPicPr>
          <p:cNvPr id="5" name="Content Placeholder 4" descr="A green and black text on a green background&#10;&#10;Description automatically generated">
            <a:extLst>
              <a:ext uri="{FF2B5EF4-FFF2-40B4-BE49-F238E27FC236}">
                <a16:creationId xmlns:a16="http://schemas.microsoft.com/office/drawing/2014/main" id="{376F5237-83CD-9DDF-D25C-7F61FDC0E49D}"/>
              </a:ext>
            </a:extLst>
          </p:cNvPr>
          <p:cNvPicPr>
            <a:picLocks noGrp="1" noChangeAspect="1"/>
          </p:cNvPicPr>
          <p:nvPr>
            <p:ph sz="half" idx="1"/>
          </p:nvPr>
        </p:nvPicPr>
        <p:blipFill>
          <a:blip r:embed="rId3"/>
          <a:stretch>
            <a:fillRect/>
          </a:stretch>
        </p:blipFill>
        <p:spPr>
          <a:xfrm>
            <a:off x="65481" y="1469175"/>
            <a:ext cx="11971854" cy="2409680"/>
          </a:xfrm>
        </p:spPr>
      </p:pic>
    </p:spTree>
    <p:extLst>
      <p:ext uri="{BB962C8B-B14F-4D97-AF65-F5344CB8AC3E}">
        <p14:creationId xmlns:p14="http://schemas.microsoft.com/office/powerpoint/2010/main" val="17960656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FCFDD-A787-1562-55E5-CEE515B3933A}"/>
              </a:ext>
            </a:extLst>
          </p:cNvPr>
          <p:cNvSpPr>
            <a:spLocks noGrp="1"/>
          </p:cNvSpPr>
          <p:nvPr>
            <p:ph type="title"/>
          </p:nvPr>
        </p:nvSpPr>
        <p:spPr/>
        <p:txBody>
          <a:bodyPr/>
          <a:lstStyle/>
          <a:p>
            <a:r>
              <a:rPr lang="en-US"/>
              <a:t>Spending by Sport: Baseball</a:t>
            </a:r>
          </a:p>
        </p:txBody>
      </p:sp>
      <p:graphicFrame>
        <p:nvGraphicFramePr>
          <p:cNvPr id="4" name="Content Placeholder 3">
            <a:extLst>
              <a:ext uri="{FF2B5EF4-FFF2-40B4-BE49-F238E27FC236}">
                <a16:creationId xmlns:a16="http://schemas.microsoft.com/office/drawing/2014/main" id="{B6AA8C15-65CE-231A-DA9C-3C7C85166C48}"/>
              </a:ext>
            </a:extLst>
          </p:cNvPr>
          <p:cNvGraphicFramePr>
            <a:graphicFrameLocks noGrp="1"/>
          </p:cNvGraphicFramePr>
          <p:nvPr>
            <p:ph idx="1"/>
            <p:extLst>
              <p:ext uri="{D42A27DB-BD31-4B8C-83A1-F6EECF244321}">
                <p14:modId xmlns:p14="http://schemas.microsoft.com/office/powerpoint/2010/main" val="427604644"/>
              </p:ext>
            </p:extLst>
          </p:nvPr>
        </p:nvGraphicFramePr>
        <p:xfrm>
          <a:off x="137885" y="1930399"/>
          <a:ext cx="11920047" cy="2430681"/>
        </p:xfrm>
        <a:graphic>
          <a:graphicData uri="http://schemas.openxmlformats.org/drawingml/2006/table">
            <a:tbl>
              <a:tblPr firstRow="1" bandRow="1">
                <a:tableStyleId>{B301B821-A1FF-4177-AEE7-76D212191A09}</a:tableStyleId>
              </a:tblPr>
              <a:tblGrid>
                <a:gridCol w="1564436">
                  <a:extLst>
                    <a:ext uri="{9D8B030D-6E8A-4147-A177-3AD203B41FA5}">
                      <a16:colId xmlns:a16="http://schemas.microsoft.com/office/drawing/2014/main" val="2446967171"/>
                    </a:ext>
                  </a:extLst>
                </a:gridCol>
                <a:gridCol w="1643490">
                  <a:extLst>
                    <a:ext uri="{9D8B030D-6E8A-4147-A177-3AD203B41FA5}">
                      <a16:colId xmlns:a16="http://schemas.microsoft.com/office/drawing/2014/main" val="3336488402"/>
                    </a:ext>
                  </a:extLst>
                </a:gridCol>
                <a:gridCol w="1741919">
                  <a:extLst>
                    <a:ext uri="{9D8B030D-6E8A-4147-A177-3AD203B41FA5}">
                      <a16:colId xmlns:a16="http://schemas.microsoft.com/office/drawing/2014/main" val="1951536422"/>
                    </a:ext>
                  </a:extLst>
                </a:gridCol>
                <a:gridCol w="1772752">
                  <a:extLst>
                    <a:ext uri="{9D8B030D-6E8A-4147-A177-3AD203B41FA5}">
                      <a16:colId xmlns:a16="http://schemas.microsoft.com/office/drawing/2014/main" val="3932032978"/>
                    </a:ext>
                  </a:extLst>
                </a:gridCol>
                <a:gridCol w="1736737">
                  <a:extLst>
                    <a:ext uri="{9D8B030D-6E8A-4147-A177-3AD203B41FA5}">
                      <a16:colId xmlns:a16="http://schemas.microsoft.com/office/drawing/2014/main" val="1503457712"/>
                    </a:ext>
                  </a:extLst>
                </a:gridCol>
                <a:gridCol w="1799771">
                  <a:extLst>
                    <a:ext uri="{9D8B030D-6E8A-4147-A177-3AD203B41FA5}">
                      <a16:colId xmlns:a16="http://schemas.microsoft.com/office/drawing/2014/main" val="4282242828"/>
                    </a:ext>
                  </a:extLst>
                </a:gridCol>
                <a:gridCol w="1660942">
                  <a:extLst>
                    <a:ext uri="{9D8B030D-6E8A-4147-A177-3AD203B41FA5}">
                      <a16:colId xmlns:a16="http://schemas.microsoft.com/office/drawing/2014/main" val="242845517"/>
                    </a:ext>
                  </a:extLst>
                </a:gridCol>
              </a:tblGrid>
              <a:tr h="450126">
                <a:tc gridSpan="7">
                  <a:txBody>
                    <a:bodyPr/>
                    <a:lstStyle/>
                    <a:p>
                      <a:pPr lvl="0" algn="ctr">
                        <a:buNone/>
                      </a:pPr>
                      <a:r>
                        <a:rPr lang="en-US"/>
                        <a:t>Table: Baseball Estimations</a:t>
                      </a:r>
                    </a:p>
                  </a:txBody>
                  <a:tcPr>
                    <a:lnL w="12700">
                      <a:solidFill>
                        <a:schemeClr val="tx1"/>
                      </a:solidFill>
                    </a:lnL>
                    <a:lnR w="12700">
                      <a:solidFill>
                        <a:schemeClr val="tx1"/>
                      </a:solidFill>
                    </a:lnR>
                    <a:lnT w="12700">
                      <a:solidFill>
                        <a:schemeClr val="tx1"/>
                      </a:solidFill>
                    </a:lnT>
                    <a:lnB w="12700">
                      <a:solidFill>
                        <a:schemeClr val="tx1"/>
                      </a:solidFill>
                    </a:lnB>
                  </a:tcPr>
                </a:tc>
                <a:tc hMerge="1">
                  <a:txBody>
                    <a:bodyPr/>
                    <a:lstStyle/>
                    <a:p>
                      <a:endParaRPr lang="en-US"/>
                    </a:p>
                  </a:txBody>
                  <a:tcPr marL="0" marR="0" marT="0" marB="0" horzOverflow="overflow"/>
                </a:tc>
                <a:tc hMerge="1">
                  <a:txBody>
                    <a:bodyPr/>
                    <a:lstStyle/>
                    <a:p>
                      <a:endParaRPr lang="en-US"/>
                    </a:p>
                  </a:txBody>
                  <a:tcPr marL="0" marR="0" marT="0" marB="0" horzOverflow="overflow"/>
                </a:tc>
                <a:tc hMerge="1">
                  <a:txBody>
                    <a:bodyPr/>
                    <a:lstStyle/>
                    <a:p>
                      <a:endParaRPr lang="en-US"/>
                    </a:p>
                  </a:txBody>
                  <a:tcPr marL="0" marR="0" marT="0" marB="0" horzOverflow="overflow"/>
                </a:tc>
                <a:tc hMerge="1">
                  <a:txBody>
                    <a:bodyPr/>
                    <a:lstStyle/>
                    <a:p>
                      <a:endParaRPr lang="en-US"/>
                    </a:p>
                  </a:txBody>
                  <a:tcPr marL="0" marR="0" marT="0" marB="0" horzOverflow="overflow"/>
                </a:tc>
                <a:tc hMerge="1">
                  <a:txBody>
                    <a:bodyPr/>
                    <a:lstStyle/>
                    <a:p>
                      <a:endParaRPr lang="en-US"/>
                    </a:p>
                  </a:txBody>
                  <a:tcPr marL="0" marR="0" marT="0" marB="0" horzOverflow="overflow"/>
                </a:tc>
                <a:tc hMerge="1">
                  <a:txBody>
                    <a:bodyPr/>
                    <a:lstStyle/>
                    <a:p>
                      <a:endParaRPr lang="en-US"/>
                    </a:p>
                  </a:txBody>
                  <a:tcPr marL="0" marR="0" marT="0" marB="0" horzOverflow="overflow"/>
                </a:tc>
                <a:extLst>
                  <a:ext uri="{0D108BD9-81ED-4DB2-BD59-A6C34878D82A}">
                    <a16:rowId xmlns:a16="http://schemas.microsoft.com/office/drawing/2014/main" val="2657608738"/>
                  </a:ext>
                </a:extLst>
              </a:tr>
              <a:tr h="660185">
                <a:tc>
                  <a:txBody>
                    <a:bodyPr/>
                    <a:lstStyle/>
                    <a:p>
                      <a:endParaRPr lang="en-US"/>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r>
                        <a:rPr lang="en-US"/>
                        <a:t>Average </a:t>
                      </a:r>
                    </a:p>
                    <a:p>
                      <a:pPr lvl="0">
                        <a:buNone/>
                      </a:pPr>
                      <a:r>
                        <a:rPr lang="en-US"/>
                        <a:t>Month</a:t>
                      </a: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r>
                        <a:rPr lang="en-US"/>
                        <a:t>Average </a:t>
                      </a:r>
                    </a:p>
                    <a:p>
                      <a:pPr lvl="0">
                        <a:buNone/>
                      </a:pPr>
                      <a:r>
                        <a:rPr lang="en-US"/>
                        <a:t>Direct</a:t>
                      </a: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r>
                        <a:rPr lang="en-US"/>
                        <a:t>Avg Year: </a:t>
                      </a:r>
                    </a:p>
                    <a:p>
                      <a:pPr lvl="0">
                        <a:buNone/>
                      </a:pPr>
                      <a:r>
                        <a:rPr lang="en-US" sz="1800" err="1"/>
                        <a:t>Changs</a:t>
                      </a:r>
                      <a:endParaRPr lang="en-US" sz="1800"/>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r>
                        <a:rPr lang="en-US"/>
                        <a:t>Avg Year: </a:t>
                      </a:r>
                    </a:p>
                    <a:p>
                      <a:pPr lvl="0">
                        <a:buNone/>
                      </a:pPr>
                      <a:r>
                        <a:rPr lang="en-US"/>
                        <a:t>RIMS II</a:t>
                      </a: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r>
                        <a:rPr lang="en-US"/>
                        <a:t>10 Year Projected</a:t>
                      </a: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r>
                        <a:rPr lang="en-US" sz="1700"/>
                        <a:t>2.5% Tax </a:t>
                      </a:r>
                      <a:r>
                        <a:rPr lang="en-US" sz="1600"/>
                        <a:t>on 10 Year Projected</a:t>
                      </a:r>
                    </a:p>
                  </a:txBody>
                  <a:tcP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4271242811"/>
                  </a:ext>
                </a:extLst>
              </a:tr>
              <a:tr h="660185">
                <a:tc>
                  <a:txBody>
                    <a:bodyPr/>
                    <a:lstStyle/>
                    <a:p>
                      <a:r>
                        <a:rPr lang="en-US"/>
                        <a:t>5 Baseball Fields</a:t>
                      </a: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r>
                        <a:rPr lang="en-US"/>
                        <a:t>$153,547.41</a:t>
                      </a: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r>
                        <a:rPr lang="en-US"/>
                        <a:t>$1,842,568.87</a:t>
                      </a: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r>
                        <a:rPr lang="en-US"/>
                        <a:t>$2,687,018.18</a:t>
                      </a: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r>
                        <a:rPr lang="en-US"/>
                        <a:t>$2,634,311.51</a:t>
                      </a: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r>
                        <a:rPr lang="en-US"/>
                        <a:t>$26,343,115.10</a:t>
                      </a: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r>
                        <a:rPr lang="en-US"/>
                        <a:t>$658,577.88</a:t>
                      </a:r>
                    </a:p>
                  </a:txBody>
                  <a:tcP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1815948348"/>
                  </a:ext>
                </a:extLst>
              </a:tr>
              <a:tr h="660185">
                <a:tc>
                  <a:txBody>
                    <a:bodyPr/>
                    <a:lstStyle/>
                    <a:p>
                      <a:r>
                        <a:rPr lang="en-US"/>
                        <a:t>9 Baseball Fields</a:t>
                      </a: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r>
                        <a:rPr lang="en-US"/>
                        <a:t>$314,470.30</a:t>
                      </a: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r>
                        <a:rPr lang="en-US"/>
                        <a:t>$3,773,643.60</a:t>
                      </a: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r>
                        <a:rPr lang="en-US"/>
                        <a:t>$5,503,104.46</a:t>
                      </a: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r>
                        <a:rPr lang="en-US"/>
                        <a:t>$5,395,159.38</a:t>
                      </a: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r>
                        <a:rPr lang="en-US"/>
                        <a:t>$53,951,593.80</a:t>
                      </a: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r>
                        <a:rPr lang="en-US"/>
                        <a:t>$1,348,789.85</a:t>
                      </a:r>
                    </a:p>
                  </a:txBody>
                  <a:tcP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131775470"/>
                  </a:ext>
                </a:extLst>
              </a:tr>
            </a:tbl>
          </a:graphicData>
        </a:graphic>
      </p:graphicFrame>
      <p:sp>
        <p:nvSpPr>
          <p:cNvPr id="3" name="TextBox 2">
            <a:extLst>
              <a:ext uri="{FF2B5EF4-FFF2-40B4-BE49-F238E27FC236}">
                <a16:creationId xmlns:a16="http://schemas.microsoft.com/office/drawing/2014/main" id="{9F047AAA-F6B4-2D7D-3838-D9539427EB5A}"/>
              </a:ext>
            </a:extLst>
          </p:cNvPr>
          <p:cNvSpPr txBox="1"/>
          <p:nvPr/>
        </p:nvSpPr>
        <p:spPr>
          <a:xfrm>
            <a:off x="464457" y="4775199"/>
            <a:ext cx="9027884"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Bef>
                <a:spcPct val="0"/>
              </a:spcBef>
            </a:pPr>
            <a:r>
              <a:rPr lang="en-US"/>
              <a:t>Estimates are found using the following base equation for day trip events: </a:t>
            </a:r>
          </a:p>
          <a:p>
            <a:pPr>
              <a:spcBef>
                <a:spcPct val="0"/>
              </a:spcBef>
            </a:pPr>
            <a:r>
              <a:rPr lang="en-US"/>
              <a:t>number of teams x 15 players per team x 2.14 attendees per player x $132 per person x 0.86 non-local attendees</a:t>
            </a:r>
          </a:p>
          <a:p>
            <a:pPr>
              <a:spcBef>
                <a:spcPct val="0"/>
              </a:spcBef>
            </a:pPr>
            <a:endParaRPr lang="en-US"/>
          </a:p>
          <a:p>
            <a:pPr>
              <a:spcBef>
                <a:spcPct val="0"/>
              </a:spcBef>
            </a:pPr>
            <a:r>
              <a:rPr lang="en-US"/>
              <a:t>To estimate the number of teams for the 9 fields, the average number of baseball teams from tournaments held in 2021-2023 is divided by 5 to calculate the average number of teams per field.</a:t>
            </a:r>
          </a:p>
        </p:txBody>
      </p:sp>
    </p:spTree>
    <p:extLst>
      <p:ext uri="{BB962C8B-B14F-4D97-AF65-F5344CB8AC3E}">
        <p14:creationId xmlns:p14="http://schemas.microsoft.com/office/powerpoint/2010/main" val="27129302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CA51E-D39B-F3DA-073C-DEEEE6695A34}"/>
              </a:ext>
            </a:extLst>
          </p:cNvPr>
          <p:cNvSpPr>
            <a:spLocks noGrp="1"/>
          </p:cNvSpPr>
          <p:nvPr>
            <p:ph type="title"/>
          </p:nvPr>
        </p:nvSpPr>
        <p:spPr>
          <a:xfrm>
            <a:off x="147247" y="87796"/>
            <a:ext cx="8596668" cy="666474"/>
          </a:xfrm>
        </p:spPr>
        <p:txBody>
          <a:bodyPr/>
          <a:lstStyle/>
          <a:p>
            <a:r>
              <a:rPr lang="en-US"/>
              <a:t>A Brief Look at the Fiscal Outcome </a:t>
            </a:r>
          </a:p>
        </p:txBody>
      </p:sp>
      <p:pic>
        <p:nvPicPr>
          <p:cNvPr id="4" name="Content Placeholder 3" descr="A screenshot of a graph&#10;&#10;Description automatically generated">
            <a:extLst>
              <a:ext uri="{FF2B5EF4-FFF2-40B4-BE49-F238E27FC236}">
                <a16:creationId xmlns:a16="http://schemas.microsoft.com/office/drawing/2014/main" id="{EDDF744E-DC89-1FAA-AF1E-A30424390E8A}"/>
              </a:ext>
            </a:extLst>
          </p:cNvPr>
          <p:cNvPicPr>
            <a:picLocks noGrp="1" noChangeAspect="1"/>
          </p:cNvPicPr>
          <p:nvPr>
            <p:ph idx="1"/>
          </p:nvPr>
        </p:nvPicPr>
        <p:blipFill>
          <a:blip r:embed="rId2"/>
          <a:stretch>
            <a:fillRect/>
          </a:stretch>
        </p:blipFill>
        <p:spPr>
          <a:xfrm>
            <a:off x="342403" y="753092"/>
            <a:ext cx="8393917" cy="4901379"/>
          </a:xfrm>
        </p:spPr>
      </p:pic>
      <p:sp>
        <p:nvSpPr>
          <p:cNvPr id="5" name="TextBox 4">
            <a:extLst>
              <a:ext uri="{FF2B5EF4-FFF2-40B4-BE49-F238E27FC236}">
                <a16:creationId xmlns:a16="http://schemas.microsoft.com/office/drawing/2014/main" id="{369874C4-3421-FA26-5C0C-F674C8B6CB55}"/>
              </a:ext>
            </a:extLst>
          </p:cNvPr>
          <p:cNvSpPr txBox="1"/>
          <p:nvPr/>
        </p:nvSpPr>
        <p:spPr>
          <a:xfrm>
            <a:off x="540775" y="5917790"/>
            <a:ext cx="8077198"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The park expansion is expected to run ~$17.1 million. But how will this investment affect the parks bottom line?</a:t>
            </a:r>
          </a:p>
        </p:txBody>
      </p:sp>
    </p:spTree>
    <p:extLst>
      <p:ext uri="{BB962C8B-B14F-4D97-AF65-F5344CB8AC3E}">
        <p14:creationId xmlns:p14="http://schemas.microsoft.com/office/powerpoint/2010/main" val="20402301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7A20E-62F9-F2C1-A39F-99C7B25BAAFE}"/>
              </a:ext>
            </a:extLst>
          </p:cNvPr>
          <p:cNvSpPr>
            <a:spLocks noGrp="1"/>
          </p:cNvSpPr>
          <p:nvPr>
            <p:ph type="title"/>
          </p:nvPr>
        </p:nvSpPr>
        <p:spPr>
          <a:xfrm>
            <a:off x="345495" y="228600"/>
            <a:ext cx="8596668" cy="1320800"/>
          </a:xfrm>
        </p:spPr>
        <p:txBody>
          <a:bodyPr/>
          <a:lstStyle/>
          <a:p>
            <a:r>
              <a:rPr lang="en-US"/>
              <a:t>Projection for Park Revenue over the next 10 Years</a:t>
            </a:r>
          </a:p>
        </p:txBody>
      </p:sp>
      <p:pic>
        <p:nvPicPr>
          <p:cNvPr id="4" name="Content Placeholder 3" descr="A green and white rectangular paper with black text&#10;&#10;Description automatically generated">
            <a:extLst>
              <a:ext uri="{FF2B5EF4-FFF2-40B4-BE49-F238E27FC236}">
                <a16:creationId xmlns:a16="http://schemas.microsoft.com/office/drawing/2014/main" id="{F174A7A1-01F6-DD57-8CC1-08F06CBCFD66}"/>
              </a:ext>
            </a:extLst>
          </p:cNvPr>
          <p:cNvPicPr>
            <a:picLocks noGrp="1" noChangeAspect="1"/>
          </p:cNvPicPr>
          <p:nvPr>
            <p:ph idx="1"/>
          </p:nvPr>
        </p:nvPicPr>
        <p:blipFill>
          <a:blip r:embed="rId2"/>
          <a:stretch>
            <a:fillRect/>
          </a:stretch>
        </p:blipFill>
        <p:spPr>
          <a:xfrm>
            <a:off x="-1911" y="1869447"/>
            <a:ext cx="10459062" cy="2902185"/>
          </a:xfrm>
        </p:spPr>
      </p:pic>
      <p:sp>
        <p:nvSpPr>
          <p:cNvPr id="5" name="TextBox 4">
            <a:extLst>
              <a:ext uri="{FF2B5EF4-FFF2-40B4-BE49-F238E27FC236}">
                <a16:creationId xmlns:a16="http://schemas.microsoft.com/office/drawing/2014/main" id="{76B75E4F-BD3C-1DD8-6498-CA9F786D6C8D}"/>
              </a:ext>
            </a:extLst>
          </p:cNvPr>
          <p:cNvSpPr txBox="1"/>
          <p:nvPr/>
        </p:nvSpPr>
        <p:spPr>
          <a:xfrm>
            <a:off x="503904" y="5180370"/>
            <a:ext cx="8912941"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In the table we can see the projected revenue income using the multiplied estimates for each sport and summed together to create an average. The field cost are based on provided and projected cost associated with current and replacement fields. </a:t>
            </a:r>
          </a:p>
        </p:txBody>
      </p:sp>
    </p:spTree>
    <p:extLst>
      <p:ext uri="{BB962C8B-B14F-4D97-AF65-F5344CB8AC3E}">
        <p14:creationId xmlns:p14="http://schemas.microsoft.com/office/powerpoint/2010/main" val="7054301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7D452C-4313-DC34-F612-1B15DFD4B8FD}"/>
              </a:ext>
            </a:extLst>
          </p:cNvPr>
          <p:cNvSpPr>
            <a:spLocks noGrp="1"/>
          </p:cNvSpPr>
          <p:nvPr>
            <p:ph type="title"/>
          </p:nvPr>
        </p:nvSpPr>
        <p:spPr>
          <a:xfrm>
            <a:off x="64231" y="127876"/>
            <a:ext cx="8596668" cy="733973"/>
          </a:xfrm>
        </p:spPr>
        <p:txBody>
          <a:bodyPr/>
          <a:lstStyle/>
          <a:p>
            <a:r>
              <a:rPr lang="en-US"/>
              <a:t>Conclusions from Estimates </a:t>
            </a:r>
          </a:p>
        </p:txBody>
      </p:sp>
      <p:sp>
        <p:nvSpPr>
          <p:cNvPr id="3" name="Content Placeholder 2">
            <a:extLst>
              <a:ext uri="{FF2B5EF4-FFF2-40B4-BE49-F238E27FC236}">
                <a16:creationId xmlns:a16="http://schemas.microsoft.com/office/drawing/2014/main" id="{F366ED3D-D3DE-4EC5-F1D3-DA898CB60D5D}"/>
              </a:ext>
            </a:extLst>
          </p:cNvPr>
          <p:cNvSpPr>
            <a:spLocks noGrp="1"/>
          </p:cNvSpPr>
          <p:nvPr>
            <p:ph idx="1"/>
          </p:nvPr>
        </p:nvSpPr>
        <p:spPr>
          <a:xfrm>
            <a:off x="677334" y="916865"/>
            <a:ext cx="8596668" cy="5124497"/>
          </a:xfrm>
        </p:spPr>
        <p:txBody>
          <a:bodyPr vert="horz" lIns="91440" tIns="45720" rIns="91440" bIns="45720" rtlCol="0" anchor="t">
            <a:normAutofit/>
          </a:bodyPr>
          <a:lstStyle/>
          <a:p>
            <a:r>
              <a:rPr lang="en-US"/>
              <a:t>With current revenues and expenses for the park, the park should be able to accomplish break even with cost within 15 years. (~12 years from end date)</a:t>
            </a:r>
          </a:p>
          <a:p>
            <a:r>
              <a:rPr lang="en-US"/>
              <a:t>With current fee structure park revenues are greater than park expenses when using generalized expense data. </a:t>
            </a:r>
          </a:p>
          <a:p>
            <a:r>
              <a:rPr lang="en-US"/>
              <a:t>Between fees and taxes park will be able to replace artificial turf fields with revenues from the fields without having to use additional fund for their upkeep.</a:t>
            </a:r>
          </a:p>
        </p:txBody>
      </p:sp>
    </p:spTree>
    <p:extLst>
      <p:ext uri="{BB962C8B-B14F-4D97-AF65-F5344CB8AC3E}">
        <p14:creationId xmlns:p14="http://schemas.microsoft.com/office/powerpoint/2010/main" val="38605279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D65AE-3455-5B4C-0F42-7C03ED9147E3}"/>
              </a:ext>
            </a:extLst>
          </p:cNvPr>
          <p:cNvSpPr>
            <a:spLocks noGrp="1"/>
          </p:cNvSpPr>
          <p:nvPr>
            <p:ph type="title"/>
          </p:nvPr>
        </p:nvSpPr>
        <p:spPr/>
        <p:txBody>
          <a:bodyPr/>
          <a:lstStyle/>
          <a:p>
            <a:r>
              <a:rPr lang="en-US"/>
              <a:t>Future Calculations </a:t>
            </a:r>
          </a:p>
        </p:txBody>
      </p:sp>
      <p:sp>
        <p:nvSpPr>
          <p:cNvPr id="3" name="Content Placeholder 2">
            <a:extLst>
              <a:ext uri="{FF2B5EF4-FFF2-40B4-BE49-F238E27FC236}">
                <a16:creationId xmlns:a16="http://schemas.microsoft.com/office/drawing/2014/main" id="{EDBF1A3E-980D-EEC0-0886-EFAB7EBC9C67}"/>
              </a:ext>
            </a:extLst>
          </p:cNvPr>
          <p:cNvSpPr>
            <a:spLocks noGrp="1"/>
          </p:cNvSpPr>
          <p:nvPr>
            <p:ph idx="1"/>
          </p:nvPr>
        </p:nvSpPr>
        <p:spPr/>
        <p:txBody>
          <a:bodyPr vert="horz" lIns="91440" tIns="45720" rIns="91440" bIns="45720" rtlCol="0" anchor="t">
            <a:normAutofit/>
          </a:bodyPr>
          <a:lstStyle/>
          <a:p>
            <a:r>
              <a:rPr lang="en-US"/>
              <a:t>Work performed here can be expanded on as additional data is brought in. </a:t>
            </a:r>
          </a:p>
          <a:p>
            <a:r>
              <a:rPr lang="en-US"/>
              <a:t>Continue to track number of teams and participating in each tournament, but start classifying type of sport for each tournament </a:t>
            </a:r>
          </a:p>
          <a:p>
            <a:r>
              <a:rPr lang="en-US"/>
              <a:t>Continue to work with </a:t>
            </a:r>
            <a:r>
              <a:rPr lang="en-US" err="1"/>
              <a:t>VisitiJC</a:t>
            </a:r>
            <a:r>
              <a:rPr lang="en-US"/>
              <a:t> in order to obtain information about Visitor spending habits like industry breakdowns</a:t>
            </a:r>
          </a:p>
          <a:p>
            <a:r>
              <a:rPr lang="en-US"/>
              <a:t>Expand maintenance data kept such as additional work required per tournament such as pitchers mounds, rain outs, light usage, etc. To better account for all expenses the park faces in operation. </a:t>
            </a:r>
          </a:p>
          <a:p>
            <a:r>
              <a:rPr lang="en-US"/>
              <a:t>Additional information can be passed into existing calculations to obtain new estimate for additional years of data </a:t>
            </a:r>
          </a:p>
        </p:txBody>
      </p:sp>
    </p:spTree>
    <p:extLst>
      <p:ext uri="{BB962C8B-B14F-4D97-AF65-F5344CB8AC3E}">
        <p14:creationId xmlns:p14="http://schemas.microsoft.com/office/powerpoint/2010/main" val="13612602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30E672-D5ED-50BD-AC7F-FF74A6708ABF}"/>
              </a:ext>
            </a:extLst>
          </p:cNvPr>
          <p:cNvSpPr>
            <a:spLocks noGrp="1"/>
          </p:cNvSpPr>
          <p:nvPr>
            <p:ph type="title"/>
          </p:nvPr>
        </p:nvSpPr>
        <p:spPr/>
        <p:txBody>
          <a:bodyPr>
            <a:normAutofit/>
          </a:bodyPr>
          <a:lstStyle/>
          <a:p>
            <a:r>
              <a:rPr lang="en-US" sz="6000"/>
              <a:t>Questions? </a:t>
            </a:r>
          </a:p>
        </p:txBody>
      </p:sp>
    </p:spTree>
    <p:extLst>
      <p:ext uri="{BB962C8B-B14F-4D97-AF65-F5344CB8AC3E}">
        <p14:creationId xmlns:p14="http://schemas.microsoft.com/office/powerpoint/2010/main" val="1502788509"/>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8C59B386-999D-4CB6-B907-9F3997C027C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18A0498-6641-479D-8115-8BC7C8E6B1B8}">
  <ds:schemaRefs>
    <ds:schemaRef ds:uri="http://schemas.microsoft.com/sharepoint/v3/contenttype/forms"/>
  </ds:schemaRefs>
</ds:datastoreItem>
</file>

<file path=customXml/itemProps2.xml><?xml version="1.0" encoding="utf-8"?>
<ds:datastoreItem xmlns:ds="http://schemas.openxmlformats.org/officeDocument/2006/customXml" ds:itemID="{EA73794D-D7EA-4048-9998-F5D6224939BE}">
  <ds:schemaRefs>
    <ds:schemaRef ds:uri="16c05727-aa75-4e4a-9b5f-8a80a1165891"/>
    <ds:schemaRef ds:uri="230e9df3-be65-4c73-a93b-d1236ebd677e"/>
    <ds:schemaRef ds:uri="71af3243-3dd4-4a8d-8c0d-dd76da1f02a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3FAC3131-8810-4A91-9F94-92262D4BBD0E}">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Facet</Template>
  <Application>Microsoft Office PowerPoint</Application>
  <PresentationFormat>Widescreen</PresentationFormat>
  <Slides>34</Slides>
  <Notes>13</Notes>
  <HiddenSlides>0</HiddenSlides>
  <ScaleCrop>false</ScaleCrop>
  <HeadingPairs>
    <vt:vector size="4" baseType="variant">
      <vt:variant>
        <vt:lpstr>Theme</vt:lpstr>
      </vt:variant>
      <vt:variant>
        <vt:i4>1</vt:i4>
      </vt:variant>
      <vt:variant>
        <vt:lpstr>Slide Titles</vt:lpstr>
      </vt:variant>
      <vt:variant>
        <vt:i4>34</vt:i4>
      </vt:variant>
    </vt:vector>
  </HeadingPairs>
  <TitlesOfParts>
    <vt:vector size="35" baseType="lpstr">
      <vt:lpstr>Facet</vt:lpstr>
      <vt:lpstr>Winged Deer Park Economic Impact Study</vt:lpstr>
      <vt:lpstr>Outline</vt:lpstr>
      <vt:lpstr>Project Goals</vt:lpstr>
      <vt:lpstr>Initial Data Analysis</vt:lpstr>
      <vt:lpstr>Number of Tournaments by Event Type per Year</vt:lpstr>
      <vt:lpstr>Number of Teams by Month </vt:lpstr>
      <vt:lpstr>Visitor Spending Totals by Month</vt:lpstr>
      <vt:lpstr>Average Spending by Team </vt:lpstr>
      <vt:lpstr>Average Spending per Team by Year</vt:lpstr>
      <vt:lpstr>Total Spending by Year</vt:lpstr>
      <vt:lpstr>Average Maintenance Cost per Type of Tournament</vt:lpstr>
      <vt:lpstr>Field Type Comparison</vt:lpstr>
      <vt:lpstr>USA Softball 18U National Championship July 2023 Data</vt:lpstr>
      <vt:lpstr>USA Softball 18U National Championship Attendee Type</vt:lpstr>
      <vt:lpstr>USA Softball 18U National Championship Economic Impact Details</vt:lpstr>
      <vt:lpstr>USA Softball 18U National Championship Direct Business Sales</vt:lpstr>
      <vt:lpstr>USA Softball 18U National Championship Direct Business Sales by Industry</vt:lpstr>
      <vt:lpstr>The Multiplier Effect and Estimates</vt:lpstr>
      <vt:lpstr>Multiplier Effect </vt:lpstr>
      <vt:lpstr>Multiplier Effect Pt2</vt:lpstr>
      <vt:lpstr>How The Estimates Are Created</vt:lpstr>
      <vt:lpstr>Adjusted Spending Totals </vt:lpstr>
      <vt:lpstr>Adjusted Tax Revenues </vt:lpstr>
      <vt:lpstr>A Brief Look At Input Output Models </vt:lpstr>
      <vt:lpstr>RIMS II Table Example w/Final Demand Multipliers</vt:lpstr>
      <vt:lpstr>Assumptions made when Using I/O model</vt:lpstr>
      <vt:lpstr>Additional RIMS II information</vt:lpstr>
      <vt:lpstr>Spending by Sport: Softball </vt:lpstr>
      <vt:lpstr>Spending by Sport: Baseball</vt:lpstr>
      <vt:lpstr>A Brief Look at the Fiscal Outcome </vt:lpstr>
      <vt:lpstr>Projection for Park Revenue over the next 10 Years</vt:lpstr>
      <vt:lpstr>Conclusions from Estimates </vt:lpstr>
      <vt:lpstr>Future Calculations </vt:lpstr>
      <vt:lpstr>Questions?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dc:creator>Kent Roller</dc:creator>
  <cp:revision>1</cp:revision>
  <dcterms:created xsi:type="dcterms:W3CDTF">2023-10-06T00:37:02Z</dcterms:created>
  <dcterms:modified xsi:type="dcterms:W3CDTF">2023-12-11T17:11:37Z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