
<file path=[Content_Types].xml><?xml version="1.0" encoding="utf-8"?>
<Types xmlns="http://schemas.openxmlformats.org/package/2006/content-types">
  <Default Extension="emf" ContentType="image/x-emf"/>
  <Default Extension="jpeg" ContentType="image/jpeg"/>
  <Default Extension="m4a" ContentType="audi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44" r:id="rId4"/>
  </p:sldMasterIdLst>
  <p:notesMasterIdLst>
    <p:notesMasterId r:id="rId16"/>
  </p:notesMasterIdLst>
  <p:handoutMasterIdLst>
    <p:handoutMasterId r:id="rId17"/>
  </p:handoutMasterIdLst>
  <p:sldIdLst>
    <p:sldId id="256" r:id="rId5"/>
    <p:sldId id="275" r:id="rId6"/>
    <p:sldId id="276" r:id="rId7"/>
    <p:sldId id="277" r:id="rId8"/>
    <p:sldId id="278" r:id="rId9"/>
    <p:sldId id="279" r:id="rId10"/>
    <p:sldId id="280" r:id="rId11"/>
    <p:sldId id="281" r:id="rId12"/>
    <p:sldId id="282" r:id="rId13"/>
    <p:sldId id="283" r:id="rId14"/>
    <p:sldId id="27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1D047C-30C0-43A3-9E55-43C1B7B31FC3}" v="17" dt="2025-03-21T02:29:33.6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0" autoAdjust="0"/>
    <p:restoredTop sz="95033" autoAdjust="0"/>
  </p:normalViewPr>
  <p:slideViewPr>
    <p:cSldViewPr snapToGrid="0" snapToObjects="1">
      <p:cViewPr varScale="1">
        <p:scale>
          <a:sx n="145" d="100"/>
          <a:sy n="145" d="100"/>
        </p:scale>
        <p:origin x="96" y="268"/>
      </p:cViewPr>
      <p:guideLst>
        <p:guide orient="horz" pos="2160"/>
        <p:guide pos="3840"/>
      </p:guideLst>
    </p:cSldViewPr>
  </p:slideViewPr>
  <p:notesTextViewPr>
    <p:cViewPr>
      <p:scale>
        <a:sx n="1" d="1"/>
        <a:sy n="1" d="1"/>
      </p:scale>
      <p:origin x="0" y="0"/>
    </p:cViewPr>
  </p:notesTextViewPr>
  <p:notesViewPr>
    <p:cSldViewPr snapToGrid="0" snapToObjects="1">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nt Roller" userId="817c41d8bb86f71b" providerId="LiveId" clId="{331D047C-30C0-43A3-9E55-43C1B7B31FC3}"/>
    <pc:docChg chg="custSel delSld modSld">
      <pc:chgData name="Kent Roller" userId="817c41d8bb86f71b" providerId="LiveId" clId="{331D047C-30C0-43A3-9E55-43C1B7B31FC3}" dt="2025-03-21T02:29:33.637" v="1630"/>
      <pc:docMkLst>
        <pc:docMk/>
      </pc:docMkLst>
      <pc:sldChg chg="addSp delSp modSp mod modTransition modAnim">
        <pc:chgData name="Kent Roller" userId="817c41d8bb86f71b" providerId="LiveId" clId="{331D047C-30C0-43A3-9E55-43C1B7B31FC3}" dt="2025-03-21T02:29:33.637" v="1630"/>
        <pc:sldMkLst>
          <pc:docMk/>
          <pc:sldMk cId="3417721485" sldId="256"/>
        </pc:sldMkLst>
        <pc:picChg chg="add del mod">
          <ac:chgData name="Kent Roller" userId="817c41d8bb86f71b" providerId="LiveId" clId="{331D047C-30C0-43A3-9E55-43C1B7B31FC3}" dt="2025-03-21T02:01:36.169" v="1594"/>
          <ac:picMkLst>
            <pc:docMk/>
            <pc:sldMk cId="3417721485" sldId="256"/>
            <ac:picMk id="8" creationId="{13C6E0AB-B1D9-CEEA-C942-2C177A17644F}"/>
          </ac:picMkLst>
        </pc:picChg>
        <pc:picChg chg="add del mod ord">
          <ac:chgData name="Kent Roller" userId="817c41d8bb86f71b" providerId="LiveId" clId="{331D047C-30C0-43A3-9E55-43C1B7B31FC3}" dt="2025-03-21T02:03:21.639" v="1595"/>
          <ac:picMkLst>
            <pc:docMk/>
            <pc:sldMk cId="3417721485" sldId="256"/>
            <ac:picMk id="9" creationId="{4ECD6378-DE80-2DFD-B1F3-46B5B49A4520}"/>
          </ac:picMkLst>
        </pc:picChg>
        <pc:picChg chg="add del mod">
          <ac:chgData name="Kent Roller" userId="817c41d8bb86f71b" providerId="LiveId" clId="{331D047C-30C0-43A3-9E55-43C1B7B31FC3}" dt="2025-03-21T02:03:26.108" v="1599"/>
          <ac:picMkLst>
            <pc:docMk/>
            <pc:sldMk cId="3417721485" sldId="256"/>
            <ac:picMk id="10" creationId="{DB372D07-91C3-B94E-28FF-717D5046BBA9}"/>
          </ac:picMkLst>
        </pc:picChg>
        <pc:picChg chg="add del mod ord">
          <ac:chgData name="Kent Roller" userId="817c41d8bb86f71b" providerId="LiveId" clId="{331D047C-30C0-43A3-9E55-43C1B7B31FC3}" dt="2025-03-21T02:04:17.865" v="1600"/>
          <ac:picMkLst>
            <pc:docMk/>
            <pc:sldMk cId="3417721485" sldId="256"/>
            <ac:picMk id="11" creationId="{BC2F5F99-82AF-1F23-F85B-3666FAC6D64A}"/>
          </ac:picMkLst>
        </pc:picChg>
        <pc:picChg chg="add del mod">
          <ac:chgData name="Kent Roller" userId="817c41d8bb86f71b" providerId="LiveId" clId="{331D047C-30C0-43A3-9E55-43C1B7B31FC3}" dt="2025-03-21T02:04:38.230" v="1603"/>
          <ac:picMkLst>
            <pc:docMk/>
            <pc:sldMk cId="3417721485" sldId="256"/>
            <ac:picMk id="12" creationId="{43788EB5-B70C-C771-F5FC-1F1D699D628E}"/>
          </ac:picMkLst>
        </pc:picChg>
        <pc:picChg chg="add del mod ord">
          <ac:chgData name="Kent Roller" userId="817c41d8bb86f71b" providerId="LiveId" clId="{331D047C-30C0-43A3-9E55-43C1B7B31FC3}" dt="2025-03-21T02:04:47.320" v="1604"/>
          <ac:picMkLst>
            <pc:docMk/>
            <pc:sldMk cId="3417721485" sldId="256"/>
            <ac:picMk id="13" creationId="{7075BAF1-2D74-5DAF-DFAB-B3C21B92EE89}"/>
          </ac:picMkLst>
        </pc:picChg>
        <pc:picChg chg="add del mod">
          <ac:chgData name="Kent Roller" userId="817c41d8bb86f71b" providerId="LiveId" clId="{331D047C-30C0-43A3-9E55-43C1B7B31FC3}" dt="2025-03-21T02:04:49.943" v="1606"/>
          <ac:picMkLst>
            <pc:docMk/>
            <pc:sldMk cId="3417721485" sldId="256"/>
            <ac:picMk id="14" creationId="{840B6181-7446-2CDC-0FBB-7C76F091DB39}"/>
          </ac:picMkLst>
        </pc:picChg>
        <pc:picChg chg="add del mod ord">
          <ac:chgData name="Kent Roller" userId="817c41d8bb86f71b" providerId="LiveId" clId="{331D047C-30C0-43A3-9E55-43C1B7B31FC3}" dt="2025-03-21T02:05:01.742" v="1607"/>
          <ac:picMkLst>
            <pc:docMk/>
            <pc:sldMk cId="3417721485" sldId="256"/>
            <ac:picMk id="17" creationId="{E38C8735-E6EB-AC66-462C-D2FF1512781A}"/>
          </ac:picMkLst>
        </pc:picChg>
        <pc:picChg chg="add del mod">
          <ac:chgData name="Kent Roller" userId="817c41d8bb86f71b" providerId="LiveId" clId="{331D047C-30C0-43A3-9E55-43C1B7B31FC3}" dt="2025-03-21T02:05:04.809" v="1609"/>
          <ac:picMkLst>
            <pc:docMk/>
            <pc:sldMk cId="3417721485" sldId="256"/>
            <ac:picMk id="18" creationId="{2FE0C836-2BD5-8164-5D2B-91904E8C0587}"/>
          </ac:picMkLst>
        </pc:picChg>
        <pc:picChg chg="add del mod ord">
          <ac:chgData name="Kent Roller" userId="817c41d8bb86f71b" providerId="LiveId" clId="{331D047C-30C0-43A3-9E55-43C1B7B31FC3}" dt="2025-03-21T02:05:47.624" v="1610"/>
          <ac:picMkLst>
            <pc:docMk/>
            <pc:sldMk cId="3417721485" sldId="256"/>
            <ac:picMk id="21" creationId="{A5998D21-44C5-3ABA-10F0-267015C481A9}"/>
          </ac:picMkLst>
        </pc:picChg>
        <pc:picChg chg="add del mod">
          <ac:chgData name="Kent Roller" userId="817c41d8bb86f71b" providerId="LiveId" clId="{331D047C-30C0-43A3-9E55-43C1B7B31FC3}" dt="2025-03-21T02:05:50.959" v="1612"/>
          <ac:picMkLst>
            <pc:docMk/>
            <pc:sldMk cId="3417721485" sldId="256"/>
            <ac:picMk id="22" creationId="{BCA27A27-9899-5647-41AB-7E552FB67D0C}"/>
          </ac:picMkLst>
        </pc:picChg>
        <pc:picChg chg="add del mod ord">
          <ac:chgData name="Kent Roller" userId="817c41d8bb86f71b" providerId="LiveId" clId="{331D047C-30C0-43A3-9E55-43C1B7B31FC3}" dt="2025-03-21T02:15:21.408" v="1613"/>
          <ac:picMkLst>
            <pc:docMk/>
            <pc:sldMk cId="3417721485" sldId="256"/>
            <ac:picMk id="25" creationId="{0A2B5342-DA5C-E030-9AC1-1D0610E686C1}"/>
          </ac:picMkLst>
        </pc:picChg>
        <pc:picChg chg="add del mod">
          <ac:chgData name="Kent Roller" userId="817c41d8bb86f71b" providerId="LiveId" clId="{331D047C-30C0-43A3-9E55-43C1B7B31FC3}" dt="2025-03-21T02:20:29.269" v="1625"/>
          <ac:picMkLst>
            <pc:docMk/>
            <pc:sldMk cId="3417721485" sldId="256"/>
            <ac:picMk id="26" creationId="{43F4D70A-47E6-76B9-E6B8-DB53131E1FF8}"/>
          </ac:picMkLst>
        </pc:picChg>
        <pc:picChg chg="add del mod ord">
          <ac:chgData name="Kent Roller" userId="817c41d8bb86f71b" providerId="LiveId" clId="{331D047C-30C0-43A3-9E55-43C1B7B31FC3}" dt="2025-03-21T02:20:49.389" v="1626"/>
          <ac:picMkLst>
            <pc:docMk/>
            <pc:sldMk cId="3417721485" sldId="256"/>
            <ac:picMk id="28" creationId="{123A1735-B4F8-6DA9-5906-80515CE58822}"/>
          </ac:picMkLst>
        </pc:picChg>
        <pc:picChg chg="add del mod">
          <ac:chgData name="Kent Roller" userId="817c41d8bb86f71b" providerId="LiveId" clId="{331D047C-30C0-43A3-9E55-43C1B7B31FC3}" dt="2025-03-21T02:20:53.618" v="1629"/>
          <ac:picMkLst>
            <pc:docMk/>
            <pc:sldMk cId="3417721485" sldId="256"/>
            <ac:picMk id="29" creationId="{5063D3F5-D015-BEDE-F853-2F4AC783757C}"/>
          </ac:picMkLst>
        </pc:picChg>
        <pc:picChg chg="add del mod ord">
          <ac:chgData name="Kent Roller" userId="817c41d8bb86f71b" providerId="LiveId" clId="{331D047C-30C0-43A3-9E55-43C1B7B31FC3}" dt="2025-03-21T02:29:33.637" v="1630"/>
          <ac:picMkLst>
            <pc:docMk/>
            <pc:sldMk cId="3417721485" sldId="256"/>
            <ac:picMk id="30" creationId="{07601DD1-C24E-A4C2-2234-6372BF99BA91}"/>
          </ac:picMkLst>
        </pc:picChg>
        <pc:picChg chg="add mod">
          <ac:chgData name="Kent Roller" userId="817c41d8bb86f71b" providerId="LiveId" clId="{331D047C-30C0-43A3-9E55-43C1B7B31FC3}" dt="2025-03-21T02:29:33.637" v="1630"/>
          <ac:picMkLst>
            <pc:docMk/>
            <pc:sldMk cId="3417721485" sldId="256"/>
            <ac:picMk id="31" creationId="{3A68A23F-DD5B-C627-C8FF-EB889799B69D}"/>
          </ac:picMkLst>
        </pc:picChg>
      </pc:sldChg>
      <pc:sldChg chg="del">
        <pc:chgData name="Kent Roller" userId="817c41d8bb86f71b" providerId="LiveId" clId="{331D047C-30C0-43A3-9E55-43C1B7B31FC3}" dt="2025-03-20T22:19:09.435" v="0" actId="47"/>
        <pc:sldMkLst>
          <pc:docMk/>
          <pc:sldMk cId="1429390259" sldId="260"/>
        </pc:sldMkLst>
      </pc:sldChg>
      <pc:sldChg chg="del">
        <pc:chgData name="Kent Roller" userId="817c41d8bb86f71b" providerId="LiveId" clId="{331D047C-30C0-43A3-9E55-43C1B7B31FC3}" dt="2025-03-20T22:19:12.065" v="1" actId="47"/>
        <pc:sldMkLst>
          <pc:docMk/>
          <pc:sldMk cId="1974828406" sldId="264"/>
        </pc:sldMkLst>
      </pc:sldChg>
      <pc:sldChg chg="addSp delSp modSp mod modTransition setBg modAnim">
        <pc:chgData name="Kent Roller" userId="817c41d8bb86f71b" providerId="LiveId" clId="{331D047C-30C0-43A3-9E55-43C1B7B31FC3}" dt="2025-03-21T02:29:33.637" v="1630"/>
        <pc:sldMkLst>
          <pc:docMk/>
          <pc:sldMk cId="2939930866" sldId="274"/>
        </pc:sldMkLst>
        <pc:spChg chg="mod">
          <ac:chgData name="Kent Roller" userId="817c41d8bb86f71b" providerId="LiveId" clId="{331D047C-30C0-43A3-9E55-43C1B7B31FC3}" dt="2025-03-20T22:27:39.957" v="1590" actId="26606"/>
          <ac:spMkLst>
            <pc:docMk/>
            <pc:sldMk cId="2939930866" sldId="274"/>
            <ac:spMk id="2" creationId="{D44BCB7C-A6FC-4118-9027-468ECFDE6455}"/>
          </ac:spMkLst>
        </pc:spChg>
        <pc:spChg chg="mod">
          <ac:chgData name="Kent Roller" userId="817c41d8bb86f71b" providerId="LiveId" clId="{331D047C-30C0-43A3-9E55-43C1B7B31FC3}" dt="2025-03-20T22:27:39.957" v="1590" actId="26606"/>
          <ac:spMkLst>
            <pc:docMk/>
            <pc:sldMk cId="2939930866" sldId="274"/>
            <ac:spMk id="3" creationId="{4B64FA72-B055-4AE3-A6FD-8071BD687CBE}"/>
          </ac:spMkLst>
        </pc:spChg>
        <pc:spChg chg="add">
          <ac:chgData name="Kent Roller" userId="817c41d8bb86f71b" providerId="LiveId" clId="{331D047C-30C0-43A3-9E55-43C1B7B31FC3}" dt="2025-03-20T22:27:39.957" v="1590" actId="26606"/>
          <ac:spMkLst>
            <pc:docMk/>
            <pc:sldMk cId="2939930866" sldId="274"/>
            <ac:spMk id="10" creationId="{94961B61-03D2-49E9-BD4B-B3A93E5A2CD9}"/>
          </ac:spMkLst>
        </pc:spChg>
        <pc:spChg chg="add">
          <ac:chgData name="Kent Roller" userId="817c41d8bb86f71b" providerId="LiveId" clId="{331D047C-30C0-43A3-9E55-43C1B7B31FC3}" dt="2025-03-20T22:27:39.957" v="1590" actId="26606"/>
          <ac:spMkLst>
            <pc:docMk/>
            <pc:sldMk cId="2939930866" sldId="274"/>
            <ac:spMk id="14" creationId="{E8AF3458-709F-4682-8E3C-FA8FECC8ECC6}"/>
          </ac:spMkLst>
        </pc:spChg>
        <pc:picChg chg="mod">
          <ac:chgData name="Kent Roller" userId="817c41d8bb86f71b" providerId="LiveId" clId="{331D047C-30C0-43A3-9E55-43C1B7B31FC3}" dt="2025-03-20T22:27:39.957" v="1590" actId="26606"/>
          <ac:picMkLst>
            <pc:docMk/>
            <pc:sldMk cId="2939930866" sldId="274"/>
            <ac:picMk id="5" creationId="{20A520D0-11CF-4639-8537-F56A8A2FDCFD}"/>
          </ac:picMkLst>
        </pc:picChg>
        <pc:picChg chg="add del mod">
          <ac:chgData name="Kent Roller" userId="817c41d8bb86f71b" providerId="LiveId" clId="{331D047C-30C0-43A3-9E55-43C1B7B31FC3}" dt="2025-03-21T02:20:29.269" v="1625"/>
          <ac:picMkLst>
            <pc:docMk/>
            <pc:sldMk cId="2939930866" sldId="274"/>
            <ac:picMk id="6" creationId="{91247B8E-DC7A-9A44-4DE9-C796252BFFF7}"/>
          </ac:picMkLst>
        </pc:picChg>
        <pc:picChg chg="add del mod ord">
          <ac:chgData name="Kent Roller" userId="817c41d8bb86f71b" providerId="LiveId" clId="{331D047C-30C0-43A3-9E55-43C1B7B31FC3}" dt="2025-03-21T02:29:33.637" v="1630"/>
          <ac:picMkLst>
            <pc:docMk/>
            <pc:sldMk cId="2939930866" sldId="274"/>
            <ac:picMk id="9" creationId="{B92FDC28-09A9-DD6B-B815-27EA3806778D}"/>
          </ac:picMkLst>
        </pc:picChg>
        <pc:picChg chg="add mod">
          <ac:chgData name="Kent Roller" userId="817c41d8bb86f71b" providerId="LiveId" clId="{331D047C-30C0-43A3-9E55-43C1B7B31FC3}" dt="2025-03-21T02:29:33.637" v="1630"/>
          <ac:picMkLst>
            <pc:docMk/>
            <pc:sldMk cId="2939930866" sldId="274"/>
            <ac:picMk id="11" creationId="{58031347-54E4-4BCB-C349-E4171B8CFA7C}"/>
          </ac:picMkLst>
        </pc:picChg>
        <pc:picChg chg="add">
          <ac:chgData name="Kent Roller" userId="817c41d8bb86f71b" providerId="LiveId" clId="{331D047C-30C0-43A3-9E55-43C1B7B31FC3}" dt="2025-03-20T22:27:39.957" v="1590" actId="26606"/>
          <ac:picMkLst>
            <pc:docMk/>
            <pc:sldMk cId="2939930866" sldId="274"/>
            <ac:picMk id="12" creationId="{F719563D-93CB-4148-9B1C-AB39FA117B48}"/>
          </ac:picMkLst>
        </pc:picChg>
      </pc:sldChg>
      <pc:sldChg chg="addSp delSp modSp mod modTransition modAnim">
        <pc:chgData name="Kent Roller" userId="817c41d8bb86f71b" providerId="LiveId" clId="{331D047C-30C0-43A3-9E55-43C1B7B31FC3}" dt="2025-03-21T02:29:33.637" v="1630"/>
        <pc:sldMkLst>
          <pc:docMk/>
          <pc:sldMk cId="2228254797" sldId="275"/>
        </pc:sldMkLst>
        <pc:picChg chg="add del mod">
          <ac:chgData name="Kent Roller" userId="817c41d8bb86f71b" providerId="LiveId" clId="{331D047C-30C0-43A3-9E55-43C1B7B31FC3}" dt="2025-03-21T02:01:36.169" v="1594"/>
          <ac:picMkLst>
            <pc:docMk/>
            <pc:sldMk cId="2228254797" sldId="275"/>
            <ac:picMk id="6" creationId="{106D1DAC-5DFF-4550-F1E3-4A8D2F0EC011}"/>
          </ac:picMkLst>
        </pc:picChg>
        <pc:picChg chg="add del mod ord">
          <ac:chgData name="Kent Roller" userId="817c41d8bb86f71b" providerId="LiveId" clId="{331D047C-30C0-43A3-9E55-43C1B7B31FC3}" dt="2025-03-21T02:03:21.639" v="1595"/>
          <ac:picMkLst>
            <pc:docMk/>
            <pc:sldMk cId="2228254797" sldId="275"/>
            <ac:picMk id="11" creationId="{33B60938-6729-FBEA-C215-8513445729B5}"/>
          </ac:picMkLst>
        </pc:picChg>
        <pc:picChg chg="add del mod">
          <ac:chgData name="Kent Roller" userId="817c41d8bb86f71b" providerId="LiveId" clId="{331D047C-30C0-43A3-9E55-43C1B7B31FC3}" dt="2025-03-21T02:03:26.108" v="1599"/>
          <ac:picMkLst>
            <pc:docMk/>
            <pc:sldMk cId="2228254797" sldId="275"/>
            <ac:picMk id="12" creationId="{60ACF306-82F9-E42D-220D-42C2608AE2AE}"/>
          </ac:picMkLst>
        </pc:picChg>
        <pc:picChg chg="add del mod ord">
          <ac:chgData name="Kent Roller" userId="817c41d8bb86f71b" providerId="LiveId" clId="{331D047C-30C0-43A3-9E55-43C1B7B31FC3}" dt="2025-03-21T02:04:17.865" v="1600"/>
          <ac:picMkLst>
            <pc:docMk/>
            <pc:sldMk cId="2228254797" sldId="275"/>
            <ac:picMk id="13" creationId="{319C28E5-5F50-76D0-A8C8-6D3EA2F5B624}"/>
          </ac:picMkLst>
        </pc:picChg>
        <pc:picChg chg="add del mod">
          <ac:chgData name="Kent Roller" userId="817c41d8bb86f71b" providerId="LiveId" clId="{331D047C-30C0-43A3-9E55-43C1B7B31FC3}" dt="2025-03-21T02:04:38.230" v="1603"/>
          <ac:picMkLst>
            <pc:docMk/>
            <pc:sldMk cId="2228254797" sldId="275"/>
            <ac:picMk id="14" creationId="{207BE340-9BEB-F3F2-3612-0509BE04456E}"/>
          </ac:picMkLst>
        </pc:picChg>
        <pc:picChg chg="add del mod ord">
          <ac:chgData name="Kent Roller" userId="817c41d8bb86f71b" providerId="LiveId" clId="{331D047C-30C0-43A3-9E55-43C1B7B31FC3}" dt="2025-03-21T02:15:21.408" v="1613"/>
          <ac:picMkLst>
            <pc:docMk/>
            <pc:sldMk cId="2228254797" sldId="275"/>
            <ac:picMk id="17" creationId="{FB787466-D273-6D9D-FD86-30A95512BE08}"/>
          </ac:picMkLst>
        </pc:picChg>
        <pc:picChg chg="add del mod">
          <ac:chgData name="Kent Roller" userId="817c41d8bb86f71b" providerId="LiveId" clId="{331D047C-30C0-43A3-9E55-43C1B7B31FC3}" dt="2025-03-21T02:20:29.269" v="1625"/>
          <ac:picMkLst>
            <pc:docMk/>
            <pc:sldMk cId="2228254797" sldId="275"/>
            <ac:picMk id="18" creationId="{9E73A03F-5618-C6E8-588E-F1A319ECEEA1}"/>
          </ac:picMkLst>
        </pc:picChg>
        <pc:picChg chg="add del mod ord">
          <ac:chgData name="Kent Roller" userId="817c41d8bb86f71b" providerId="LiveId" clId="{331D047C-30C0-43A3-9E55-43C1B7B31FC3}" dt="2025-03-21T02:20:49.389" v="1626"/>
          <ac:picMkLst>
            <pc:docMk/>
            <pc:sldMk cId="2228254797" sldId="275"/>
            <ac:picMk id="20" creationId="{F77B2716-A6F4-543F-C55B-21D12A69A7A0}"/>
          </ac:picMkLst>
        </pc:picChg>
        <pc:picChg chg="add del mod">
          <ac:chgData name="Kent Roller" userId="817c41d8bb86f71b" providerId="LiveId" clId="{331D047C-30C0-43A3-9E55-43C1B7B31FC3}" dt="2025-03-21T02:20:53.618" v="1629"/>
          <ac:picMkLst>
            <pc:docMk/>
            <pc:sldMk cId="2228254797" sldId="275"/>
            <ac:picMk id="21" creationId="{C5BCB5BB-566E-9D47-AFA9-E8F8961DE95C}"/>
          </ac:picMkLst>
        </pc:picChg>
        <pc:picChg chg="add del mod ord">
          <ac:chgData name="Kent Roller" userId="817c41d8bb86f71b" providerId="LiveId" clId="{331D047C-30C0-43A3-9E55-43C1B7B31FC3}" dt="2025-03-21T02:29:33.637" v="1630"/>
          <ac:picMkLst>
            <pc:docMk/>
            <pc:sldMk cId="2228254797" sldId="275"/>
            <ac:picMk id="24" creationId="{1DAB4397-646C-780F-CCA8-AE736A76B0CD}"/>
          </ac:picMkLst>
        </pc:picChg>
        <pc:picChg chg="add mod">
          <ac:chgData name="Kent Roller" userId="817c41d8bb86f71b" providerId="LiveId" clId="{331D047C-30C0-43A3-9E55-43C1B7B31FC3}" dt="2025-03-21T02:29:33.637" v="1630"/>
          <ac:picMkLst>
            <pc:docMk/>
            <pc:sldMk cId="2228254797" sldId="275"/>
            <ac:picMk id="25" creationId="{FAF021F2-B536-B337-24E6-E287B52A4D10}"/>
          </ac:picMkLst>
        </pc:picChg>
      </pc:sldChg>
      <pc:sldChg chg="addSp delSp modSp mod modTransition modAnim">
        <pc:chgData name="Kent Roller" userId="817c41d8bb86f71b" providerId="LiveId" clId="{331D047C-30C0-43A3-9E55-43C1B7B31FC3}" dt="2025-03-21T02:29:33.637" v="1630"/>
        <pc:sldMkLst>
          <pc:docMk/>
          <pc:sldMk cId="884369992" sldId="276"/>
        </pc:sldMkLst>
        <pc:picChg chg="add del mod">
          <ac:chgData name="Kent Roller" userId="817c41d8bb86f71b" providerId="LiveId" clId="{331D047C-30C0-43A3-9E55-43C1B7B31FC3}" dt="2025-03-21T02:03:26.108" v="1599"/>
          <ac:picMkLst>
            <pc:docMk/>
            <pc:sldMk cId="884369992" sldId="276"/>
            <ac:picMk id="7" creationId="{0CA4D59C-007C-040C-87EB-A8969EDDC83B}"/>
          </ac:picMkLst>
        </pc:picChg>
        <pc:picChg chg="add del mod ord">
          <ac:chgData name="Kent Roller" userId="817c41d8bb86f71b" providerId="LiveId" clId="{331D047C-30C0-43A3-9E55-43C1B7B31FC3}" dt="2025-03-21T02:15:21.408" v="1613"/>
          <ac:picMkLst>
            <pc:docMk/>
            <pc:sldMk cId="884369992" sldId="276"/>
            <ac:picMk id="10" creationId="{0AAC7134-E929-C535-2633-2ED693512946}"/>
          </ac:picMkLst>
        </pc:picChg>
        <pc:picChg chg="add del mod">
          <ac:chgData name="Kent Roller" userId="817c41d8bb86f71b" providerId="LiveId" clId="{331D047C-30C0-43A3-9E55-43C1B7B31FC3}" dt="2025-03-21T02:20:29.269" v="1625"/>
          <ac:picMkLst>
            <pc:docMk/>
            <pc:sldMk cId="884369992" sldId="276"/>
            <ac:picMk id="11" creationId="{E39558DB-9A9C-57E4-6FC5-AB6CE6E63E0D}"/>
          </ac:picMkLst>
        </pc:picChg>
        <pc:picChg chg="add del mod ord">
          <ac:chgData name="Kent Roller" userId="817c41d8bb86f71b" providerId="LiveId" clId="{331D047C-30C0-43A3-9E55-43C1B7B31FC3}" dt="2025-03-21T02:29:33.637" v="1630"/>
          <ac:picMkLst>
            <pc:docMk/>
            <pc:sldMk cId="884369992" sldId="276"/>
            <ac:picMk id="12" creationId="{BD2F7346-C661-72D0-3517-0F779BCC89D1}"/>
          </ac:picMkLst>
        </pc:picChg>
        <pc:picChg chg="add mod">
          <ac:chgData name="Kent Roller" userId="817c41d8bb86f71b" providerId="LiveId" clId="{331D047C-30C0-43A3-9E55-43C1B7B31FC3}" dt="2025-03-21T02:29:33.637" v="1630"/>
          <ac:picMkLst>
            <pc:docMk/>
            <pc:sldMk cId="884369992" sldId="276"/>
            <ac:picMk id="13" creationId="{766C8413-DA72-AEEF-2B24-6BC3C21830B6}"/>
          </ac:picMkLst>
        </pc:picChg>
      </pc:sldChg>
      <pc:sldChg chg="addSp delSp modSp mod modTransition modAnim">
        <pc:chgData name="Kent Roller" userId="817c41d8bb86f71b" providerId="LiveId" clId="{331D047C-30C0-43A3-9E55-43C1B7B31FC3}" dt="2025-03-21T02:29:33.637" v="1630"/>
        <pc:sldMkLst>
          <pc:docMk/>
          <pc:sldMk cId="2178986901" sldId="277"/>
        </pc:sldMkLst>
        <pc:picChg chg="add del mod">
          <ac:chgData name="Kent Roller" userId="817c41d8bb86f71b" providerId="LiveId" clId="{331D047C-30C0-43A3-9E55-43C1B7B31FC3}" dt="2025-03-21T02:20:29.269" v="1625"/>
          <ac:picMkLst>
            <pc:docMk/>
            <pc:sldMk cId="2178986901" sldId="277"/>
            <ac:picMk id="5" creationId="{0AD87D3B-1CAC-A99D-211F-5717764A684E}"/>
          </ac:picMkLst>
        </pc:picChg>
        <pc:picChg chg="add del mod ord">
          <ac:chgData name="Kent Roller" userId="817c41d8bb86f71b" providerId="LiveId" clId="{331D047C-30C0-43A3-9E55-43C1B7B31FC3}" dt="2025-03-21T02:29:33.637" v="1630"/>
          <ac:picMkLst>
            <pc:docMk/>
            <pc:sldMk cId="2178986901" sldId="277"/>
            <ac:picMk id="6" creationId="{2DD966FD-71B8-8B6F-C8B4-A42FE8638A0D}"/>
          </ac:picMkLst>
        </pc:picChg>
        <pc:picChg chg="add mod">
          <ac:chgData name="Kent Roller" userId="817c41d8bb86f71b" providerId="LiveId" clId="{331D047C-30C0-43A3-9E55-43C1B7B31FC3}" dt="2025-03-21T02:29:33.637" v="1630"/>
          <ac:picMkLst>
            <pc:docMk/>
            <pc:sldMk cId="2178986901" sldId="277"/>
            <ac:picMk id="7" creationId="{7656C443-A1F8-E606-3EB8-07687B11CD53}"/>
          </ac:picMkLst>
        </pc:picChg>
      </pc:sldChg>
      <pc:sldChg chg="addSp delSp modSp mod modTransition modAnim">
        <pc:chgData name="Kent Roller" userId="817c41d8bb86f71b" providerId="LiveId" clId="{331D047C-30C0-43A3-9E55-43C1B7B31FC3}" dt="2025-03-21T02:29:33.637" v="1630"/>
        <pc:sldMkLst>
          <pc:docMk/>
          <pc:sldMk cId="1113816287" sldId="278"/>
        </pc:sldMkLst>
        <pc:picChg chg="add del mod">
          <ac:chgData name="Kent Roller" userId="817c41d8bb86f71b" providerId="LiveId" clId="{331D047C-30C0-43A3-9E55-43C1B7B31FC3}" dt="2025-03-21T02:20:29.269" v="1625"/>
          <ac:picMkLst>
            <pc:docMk/>
            <pc:sldMk cId="1113816287" sldId="278"/>
            <ac:picMk id="6" creationId="{C7A9B356-EC20-B30B-7417-AE0579EA9E05}"/>
          </ac:picMkLst>
        </pc:picChg>
        <pc:picChg chg="add del mod ord">
          <ac:chgData name="Kent Roller" userId="817c41d8bb86f71b" providerId="LiveId" clId="{331D047C-30C0-43A3-9E55-43C1B7B31FC3}" dt="2025-03-21T02:29:33.637" v="1630"/>
          <ac:picMkLst>
            <pc:docMk/>
            <pc:sldMk cId="1113816287" sldId="278"/>
            <ac:picMk id="7" creationId="{6233DC20-9F3C-6CAE-8AE8-FD585EF20014}"/>
          </ac:picMkLst>
        </pc:picChg>
        <pc:picChg chg="add mod">
          <ac:chgData name="Kent Roller" userId="817c41d8bb86f71b" providerId="LiveId" clId="{331D047C-30C0-43A3-9E55-43C1B7B31FC3}" dt="2025-03-21T02:29:33.637" v="1630"/>
          <ac:picMkLst>
            <pc:docMk/>
            <pc:sldMk cId="1113816287" sldId="278"/>
            <ac:picMk id="8" creationId="{5CAC7CB6-C1E3-1603-5E9B-DE116FCEFEE3}"/>
          </ac:picMkLst>
        </pc:picChg>
      </pc:sldChg>
      <pc:sldChg chg="addSp delSp modSp mod modTransition modAnim">
        <pc:chgData name="Kent Roller" userId="817c41d8bb86f71b" providerId="LiveId" clId="{331D047C-30C0-43A3-9E55-43C1B7B31FC3}" dt="2025-03-21T02:29:33.637" v="1630"/>
        <pc:sldMkLst>
          <pc:docMk/>
          <pc:sldMk cId="1285683191" sldId="279"/>
        </pc:sldMkLst>
        <pc:picChg chg="add del mod">
          <ac:chgData name="Kent Roller" userId="817c41d8bb86f71b" providerId="LiveId" clId="{331D047C-30C0-43A3-9E55-43C1B7B31FC3}" dt="2025-03-21T02:20:29.269" v="1625"/>
          <ac:picMkLst>
            <pc:docMk/>
            <pc:sldMk cId="1285683191" sldId="279"/>
            <ac:picMk id="6" creationId="{836B4A83-97D3-07E0-C757-42C0D161B5EA}"/>
          </ac:picMkLst>
        </pc:picChg>
        <pc:picChg chg="add del mod ord">
          <ac:chgData name="Kent Roller" userId="817c41d8bb86f71b" providerId="LiveId" clId="{331D047C-30C0-43A3-9E55-43C1B7B31FC3}" dt="2025-03-21T02:29:33.637" v="1630"/>
          <ac:picMkLst>
            <pc:docMk/>
            <pc:sldMk cId="1285683191" sldId="279"/>
            <ac:picMk id="7" creationId="{2F8BD033-D9BA-A8F5-53DC-BA197BDB4DAB}"/>
          </ac:picMkLst>
        </pc:picChg>
        <pc:picChg chg="add mod">
          <ac:chgData name="Kent Roller" userId="817c41d8bb86f71b" providerId="LiveId" clId="{331D047C-30C0-43A3-9E55-43C1B7B31FC3}" dt="2025-03-21T02:29:33.637" v="1630"/>
          <ac:picMkLst>
            <pc:docMk/>
            <pc:sldMk cId="1285683191" sldId="279"/>
            <ac:picMk id="8" creationId="{CA59BE48-3937-1459-4968-48D55E7FA7A5}"/>
          </ac:picMkLst>
        </pc:picChg>
      </pc:sldChg>
      <pc:sldChg chg="addSp delSp modSp mod modTransition modAnim">
        <pc:chgData name="Kent Roller" userId="817c41d8bb86f71b" providerId="LiveId" clId="{331D047C-30C0-43A3-9E55-43C1B7B31FC3}" dt="2025-03-21T02:29:33.637" v="1630"/>
        <pc:sldMkLst>
          <pc:docMk/>
          <pc:sldMk cId="1653524763" sldId="280"/>
        </pc:sldMkLst>
        <pc:picChg chg="add del mod">
          <ac:chgData name="Kent Roller" userId="817c41d8bb86f71b" providerId="LiveId" clId="{331D047C-30C0-43A3-9E55-43C1B7B31FC3}" dt="2025-03-21T02:20:29.269" v="1625"/>
          <ac:picMkLst>
            <pc:docMk/>
            <pc:sldMk cId="1653524763" sldId="280"/>
            <ac:picMk id="4" creationId="{987E9D37-6C70-6B2B-CDEA-8A3CEF6736AE}"/>
          </ac:picMkLst>
        </pc:picChg>
        <pc:picChg chg="add del mod ord">
          <ac:chgData name="Kent Roller" userId="817c41d8bb86f71b" providerId="LiveId" clId="{331D047C-30C0-43A3-9E55-43C1B7B31FC3}" dt="2025-03-21T02:29:33.637" v="1630"/>
          <ac:picMkLst>
            <pc:docMk/>
            <pc:sldMk cId="1653524763" sldId="280"/>
            <ac:picMk id="7" creationId="{1174677A-1C48-97EA-56C0-8CBF71E6CFBF}"/>
          </ac:picMkLst>
        </pc:picChg>
        <pc:picChg chg="add mod">
          <ac:chgData name="Kent Roller" userId="817c41d8bb86f71b" providerId="LiveId" clId="{331D047C-30C0-43A3-9E55-43C1B7B31FC3}" dt="2025-03-21T02:29:33.637" v="1630"/>
          <ac:picMkLst>
            <pc:docMk/>
            <pc:sldMk cId="1653524763" sldId="280"/>
            <ac:picMk id="8" creationId="{DAA47E4A-4DF0-2B65-3610-0CF88C33E090}"/>
          </ac:picMkLst>
        </pc:picChg>
      </pc:sldChg>
      <pc:sldChg chg="addSp delSp modSp mod modTransition modAnim">
        <pc:chgData name="Kent Roller" userId="817c41d8bb86f71b" providerId="LiveId" clId="{331D047C-30C0-43A3-9E55-43C1B7B31FC3}" dt="2025-03-21T02:29:33.637" v="1630"/>
        <pc:sldMkLst>
          <pc:docMk/>
          <pc:sldMk cId="969080259" sldId="281"/>
        </pc:sldMkLst>
        <pc:picChg chg="add del mod">
          <ac:chgData name="Kent Roller" userId="817c41d8bb86f71b" providerId="LiveId" clId="{331D047C-30C0-43A3-9E55-43C1B7B31FC3}" dt="2025-03-21T02:20:29.269" v="1625"/>
          <ac:picMkLst>
            <pc:docMk/>
            <pc:sldMk cId="969080259" sldId="281"/>
            <ac:picMk id="6" creationId="{8137BFD7-994F-C9F0-CD0D-862CCE6152E0}"/>
          </ac:picMkLst>
        </pc:picChg>
        <pc:picChg chg="add del mod ord">
          <ac:chgData name="Kent Roller" userId="817c41d8bb86f71b" providerId="LiveId" clId="{331D047C-30C0-43A3-9E55-43C1B7B31FC3}" dt="2025-03-21T02:29:33.637" v="1630"/>
          <ac:picMkLst>
            <pc:docMk/>
            <pc:sldMk cId="969080259" sldId="281"/>
            <ac:picMk id="7" creationId="{D56345C6-659B-B347-F070-A58FC0B0A5F5}"/>
          </ac:picMkLst>
        </pc:picChg>
        <pc:picChg chg="add mod">
          <ac:chgData name="Kent Roller" userId="817c41d8bb86f71b" providerId="LiveId" clId="{331D047C-30C0-43A3-9E55-43C1B7B31FC3}" dt="2025-03-21T02:29:33.637" v="1630"/>
          <ac:picMkLst>
            <pc:docMk/>
            <pc:sldMk cId="969080259" sldId="281"/>
            <ac:picMk id="8" creationId="{6C5A19B5-885A-03BA-51D9-D9D2C1EFC1C3}"/>
          </ac:picMkLst>
        </pc:picChg>
      </pc:sldChg>
      <pc:sldChg chg="addSp delSp modSp mod modTransition modAnim">
        <pc:chgData name="Kent Roller" userId="817c41d8bb86f71b" providerId="LiveId" clId="{331D047C-30C0-43A3-9E55-43C1B7B31FC3}" dt="2025-03-21T02:29:33.637" v="1630"/>
        <pc:sldMkLst>
          <pc:docMk/>
          <pc:sldMk cId="2216761563" sldId="282"/>
        </pc:sldMkLst>
        <pc:picChg chg="add del mod">
          <ac:chgData name="Kent Roller" userId="817c41d8bb86f71b" providerId="LiveId" clId="{331D047C-30C0-43A3-9E55-43C1B7B31FC3}" dt="2025-03-21T02:20:29.269" v="1625"/>
          <ac:picMkLst>
            <pc:docMk/>
            <pc:sldMk cId="2216761563" sldId="282"/>
            <ac:picMk id="7" creationId="{CA733AA7-3455-E140-F2F4-D2D684526C27}"/>
          </ac:picMkLst>
        </pc:picChg>
        <pc:picChg chg="add del mod ord">
          <ac:chgData name="Kent Roller" userId="817c41d8bb86f71b" providerId="LiveId" clId="{331D047C-30C0-43A3-9E55-43C1B7B31FC3}" dt="2025-03-21T02:29:33.637" v="1630"/>
          <ac:picMkLst>
            <pc:docMk/>
            <pc:sldMk cId="2216761563" sldId="282"/>
            <ac:picMk id="8" creationId="{F244C26F-6D32-1A39-C44A-6A5DEEF54A0C}"/>
          </ac:picMkLst>
        </pc:picChg>
        <pc:picChg chg="add mod">
          <ac:chgData name="Kent Roller" userId="817c41d8bb86f71b" providerId="LiveId" clId="{331D047C-30C0-43A3-9E55-43C1B7B31FC3}" dt="2025-03-21T02:29:33.637" v="1630"/>
          <ac:picMkLst>
            <pc:docMk/>
            <pc:sldMk cId="2216761563" sldId="282"/>
            <ac:picMk id="9" creationId="{66378800-B552-5154-3299-6D2773BD588F}"/>
          </ac:picMkLst>
        </pc:picChg>
      </pc:sldChg>
      <pc:sldChg chg="addSp delSp modSp mod modTransition modAnim">
        <pc:chgData name="Kent Roller" userId="817c41d8bb86f71b" providerId="LiveId" clId="{331D047C-30C0-43A3-9E55-43C1B7B31FC3}" dt="2025-03-21T02:29:33.637" v="1630"/>
        <pc:sldMkLst>
          <pc:docMk/>
          <pc:sldMk cId="2720531173" sldId="283"/>
        </pc:sldMkLst>
        <pc:spChg chg="del mod">
          <ac:chgData name="Kent Roller" userId="817c41d8bb86f71b" providerId="LiveId" clId="{331D047C-30C0-43A3-9E55-43C1B7B31FC3}" dt="2025-03-20T22:27:24.556" v="1589" actId="26606"/>
          <ac:spMkLst>
            <pc:docMk/>
            <pc:sldMk cId="2720531173" sldId="283"/>
            <ac:spMk id="3" creationId="{3878DCDA-A8AE-EB08-7BB3-24A72DCC7C9A}"/>
          </ac:spMkLst>
        </pc:spChg>
        <pc:graphicFrameChg chg="add">
          <ac:chgData name="Kent Roller" userId="817c41d8bb86f71b" providerId="LiveId" clId="{331D047C-30C0-43A3-9E55-43C1B7B31FC3}" dt="2025-03-20T22:27:24.556" v="1589" actId="26606"/>
          <ac:graphicFrameMkLst>
            <pc:docMk/>
            <pc:sldMk cId="2720531173" sldId="283"/>
            <ac:graphicFrameMk id="5" creationId="{7FA1CDF8-C0D0-4EB2-2E20-CE46C72713B3}"/>
          </ac:graphicFrameMkLst>
        </pc:graphicFrameChg>
        <pc:picChg chg="add del mod">
          <ac:chgData name="Kent Roller" userId="817c41d8bb86f71b" providerId="LiveId" clId="{331D047C-30C0-43A3-9E55-43C1B7B31FC3}" dt="2025-03-21T02:20:29.269" v="1625"/>
          <ac:picMkLst>
            <pc:docMk/>
            <pc:sldMk cId="2720531173" sldId="283"/>
            <ac:picMk id="4" creationId="{8B50ED9F-343C-D11E-0FF5-EC081D542AE9}"/>
          </ac:picMkLst>
        </pc:picChg>
        <pc:picChg chg="add del mod ord">
          <ac:chgData name="Kent Roller" userId="817c41d8bb86f71b" providerId="LiveId" clId="{331D047C-30C0-43A3-9E55-43C1B7B31FC3}" dt="2025-03-21T02:29:33.637" v="1630"/>
          <ac:picMkLst>
            <pc:docMk/>
            <pc:sldMk cId="2720531173" sldId="283"/>
            <ac:picMk id="6" creationId="{803A5A39-20F1-E5D6-D84F-FA9A22B31C92}"/>
          </ac:picMkLst>
        </pc:picChg>
        <pc:picChg chg="add mod">
          <ac:chgData name="Kent Roller" userId="817c41d8bb86f71b" providerId="LiveId" clId="{331D047C-30C0-43A3-9E55-43C1B7B31FC3}" dt="2025-03-21T02:29:33.637" v="1630"/>
          <ac:picMkLst>
            <pc:docMk/>
            <pc:sldMk cId="2720531173" sldId="283"/>
            <ac:picMk id="7" creationId="{78CCFD72-A10D-01A9-7BCA-3C70DD94B1D7}"/>
          </ac:picMkLst>
        </pc:pic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s>
</file>

<file path=ppt/diagrams/_rels/drawing1.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3389879-5D83-4D67-8C51-8DBA868038E2}"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7BA8B3F8-D3AF-44AD-BFC0-566C09B3269B}">
      <dgm:prSet/>
      <dgm:spPr/>
      <dgm:t>
        <a:bodyPr/>
        <a:lstStyle/>
        <a:p>
          <a:pPr>
            <a:lnSpc>
              <a:spcPct val="100000"/>
            </a:lnSpc>
          </a:pPr>
          <a:r>
            <a:rPr lang="en-US"/>
            <a:t>Model performance was on par with sentiment analysis results, both of which were below performance threshold. </a:t>
          </a:r>
        </a:p>
      </dgm:t>
    </dgm:pt>
    <dgm:pt modelId="{C8312330-DE78-427C-939D-3C54C2495F9F}" type="parTrans" cxnId="{A0B93577-8883-4500-9326-02719AFD70A2}">
      <dgm:prSet/>
      <dgm:spPr/>
      <dgm:t>
        <a:bodyPr/>
        <a:lstStyle/>
        <a:p>
          <a:endParaRPr lang="en-US"/>
        </a:p>
      </dgm:t>
    </dgm:pt>
    <dgm:pt modelId="{94BE1EC0-7909-4BE5-9513-D85157FB416A}" type="sibTrans" cxnId="{A0B93577-8883-4500-9326-02719AFD70A2}">
      <dgm:prSet/>
      <dgm:spPr/>
      <dgm:t>
        <a:bodyPr/>
        <a:lstStyle/>
        <a:p>
          <a:endParaRPr lang="en-US"/>
        </a:p>
      </dgm:t>
    </dgm:pt>
    <dgm:pt modelId="{EC6B3CD5-0789-4F1A-848C-B099EB34B05B}">
      <dgm:prSet/>
      <dgm:spPr/>
      <dgm:t>
        <a:bodyPr/>
        <a:lstStyle/>
        <a:p>
          <a:pPr>
            <a:lnSpc>
              <a:spcPct val="100000"/>
            </a:lnSpc>
          </a:pPr>
          <a:r>
            <a:rPr lang="en-US"/>
            <a:t>Conflicting and contradictory statements within songs may be causing issues such as “I made up my mind im better off being alone” coming from a positive label and “All eyes on you my magician” coming from a negative label makes consistent weighting of words difficult as context changes per observation. </a:t>
          </a:r>
        </a:p>
      </dgm:t>
    </dgm:pt>
    <dgm:pt modelId="{4055BD0C-C470-4F2D-9A29-011592529E67}" type="parTrans" cxnId="{51CF0F75-7E9D-4E43-BC0B-3F63EE342AE2}">
      <dgm:prSet/>
      <dgm:spPr/>
      <dgm:t>
        <a:bodyPr/>
        <a:lstStyle/>
        <a:p>
          <a:endParaRPr lang="en-US"/>
        </a:p>
      </dgm:t>
    </dgm:pt>
    <dgm:pt modelId="{B60CD01E-383A-45FB-BC50-B842900D9605}" type="sibTrans" cxnId="{51CF0F75-7E9D-4E43-BC0B-3F63EE342AE2}">
      <dgm:prSet/>
      <dgm:spPr/>
      <dgm:t>
        <a:bodyPr/>
        <a:lstStyle/>
        <a:p>
          <a:endParaRPr lang="en-US"/>
        </a:p>
      </dgm:t>
    </dgm:pt>
    <dgm:pt modelId="{62309247-5CC6-47FF-B20A-7FD6BB464775}">
      <dgm:prSet/>
      <dgm:spPr/>
      <dgm:t>
        <a:bodyPr/>
        <a:lstStyle/>
        <a:p>
          <a:pPr>
            <a:lnSpc>
              <a:spcPct val="100000"/>
            </a:lnSpc>
          </a:pPr>
          <a:r>
            <a:rPr lang="en-US"/>
            <a:t>Limited dataset may be hindering performance and wider range of artist from an entire genre should have been selected in order to construct initial labels with fine tuning per artist later. </a:t>
          </a:r>
        </a:p>
      </dgm:t>
    </dgm:pt>
    <dgm:pt modelId="{BF5200F2-6AFB-4A39-A198-839F3599E92D}" type="parTrans" cxnId="{9216F341-D859-4DE5-B64D-3D0711FEDD07}">
      <dgm:prSet/>
      <dgm:spPr/>
      <dgm:t>
        <a:bodyPr/>
        <a:lstStyle/>
        <a:p>
          <a:endParaRPr lang="en-US"/>
        </a:p>
      </dgm:t>
    </dgm:pt>
    <dgm:pt modelId="{E1DC3F63-D139-45BE-B320-54D090251EAE}" type="sibTrans" cxnId="{9216F341-D859-4DE5-B64D-3D0711FEDD07}">
      <dgm:prSet/>
      <dgm:spPr/>
      <dgm:t>
        <a:bodyPr/>
        <a:lstStyle/>
        <a:p>
          <a:endParaRPr lang="en-US"/>
        </a:p>
      </dgm:t>
    </dgm:pt>
    <dgm:pt modelId="{0C7B4DE0-2DF6-4487-8709-F4329E8D8C61}">
      <dgm:prSet/>
      <dgm:spPr/>
      <dgm:t>
        <a:bodyPr/>
        <a:lstStyle/>
        <a:p>
          <a:pPr>
            <a:lnSpc>
              <a:spcPct val="100000"/>
            </a:lnSpc>
          </a:pPr>
          <a:r>
            <a:rPr lang="en-US"/>
            <a:t>The analysis using individual features and word weighting may be erasing context from the statement in which the word was based, as such, a method that allows weighting of entire statements to retain some level of context may offer better performance. </a:t>
          </a:r>
        </a:p>
      </dgm:t>
    </dgm:pt>
    <dgm:pt modelId="{E8FA9F3B-98E5-49A0-ADA2-1FB5ECE358D8}" type="parTrans" cxnId="{A88FF6A5-E505-45C6-8A75-9ACD55C13868}">
      <dgm:prSet/>
      <dgm:spPr/>
      <dgm:t>
        <a:bodyPr/>
        <a:lstStyle/>
        <a:p>
          <a:endParaRPr lang="en-US"/>
        </a:p>
      </dgm:t>
    </dgm:pt>
    <dgm:pt modelId="{A8EBEDD7-967A-42A8-8FA8-31CBB6A3C5B5}" type="sibTrans" cxnId="{A88FF6A5-E505-45C6-8A75-9ACD55C13868}">
      <dgm:prSet/>
      <dgm:spPr/>
      <dgm:t>
        <a:bodyPr/>
        <a:lstStyle/>
        <a:p>
          <a:endParaRPr lang="en-US"/>
        </a:p>
      </dgm:t>
    </dgm:pt>
    <dgm:pt modelId="{3F27824A-BF77-4A5D-9150-FF250279DD0F}">
      <dgm:prSet/>
      <dgm:spPr/>
      <dgm:t>
        <a:bodyPr/>
        <a:lstStyle/>
        <a:p>
          <a:pPr>
            <a:lnSpc>
              <a:spcPct val="100000"/>
            </a:lnSpc>
          </a:pPr>
          <a:r>
            <a:rPr lang="en-US"/>
            <a:t>While not the length of a novel, songs tend to be longer and more complex than reviews or tweets, which means that in reviews or tweet one point is usually focused on in a concise manner so extracting meaning is more straight forward than with songs which are longer and don’t necessarily focus on a theme using language consistent with that theme. </a:t>
          </a:r>
        </a:p>
      </dgm:t>
    </dgm:pt>
    <dgm:pt modelId="{1FF98C5B-514A-4977-89B1-8E24C208318F}" type="parTrans" cxnId="{27C9BDCB-2EC3-4E06-8B89-FF49BC2996BE}">
      <dgm:prSet/>
      <dgm:spPr/>
      <dgm:t>
        <a:bodyPr/>
        <a:lstStyle/>
        <a:p>
          <a:endParaRPr lang="en-US"/>
        </a:p>
      </dgm:t>
    </dgm:pt>
    <dgm:pt modelId="{5989AB46-087C-496E-95CB-64108391D351}" type="sibTrans" cxnId="{27C9BDCB-2EC3-4E06-8B89-FF49BC2996BE}">
      <dgm:prSet/>
      <dgm:spPr/>
      <dgm:t>
        <a:bodyPr/>
        <a:lstStyle/>
        <a:p>
          <a:endParaRPr lang="en-US"/>
        </a:p>
      </dgm:t>
    </dgm:pt>
    <dgm:pt modelId="{07917C4E-5666-47B5-B0B0-A747E1FDFDCC}" type="pres">
      <dgm:prSet presAssocID="{E3389879-5D83-4D67-8C51-8DBA868038E2}" presName="root" presStyleCnt="0">
        <dgm:presLayoutVars>
          <dgm:dir/>
          <dgm:resizeHandles val="exact"/>
        </dgm:presLayoutVars>
      </dgm:prSet>
      <dgm:spPr/>
    </dgm:pt>
    <dgm:pt modelId="{6BE2B6D4-C5CD-4020-91CA-555263C8BD36}" type="pres">
      <dgm:prSet presAssocID="{7BA8B3F8-D3AF-44AD-BFC0-566C09B3269B}" presName="compNode" presStyleCnt="0"/>
      <dgm:spPr/>
    </dgm:pt>
    <dgm:pt modelId="{691D2F9D-B210-495D-9ACA-3B67B772B310}" type="pres">
      <dgm:prSet presAssocID="{7BA8B3F8-D3AF-44AD-BFC0-566C09B3269B}"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tatistics"/>
        </a:ext>
      </dgm:extLst>
    </dgm:pt>
    <dgm:pt modelId="{E0C4CB26-8D6B-4CF9-8374-07C19179A0AD}" type="pres">
      <dgm:prSet presAssocID="{7BA8B3F8-D3AF-44AD-BFC0-566C09B3269B}" presName="spaceRect" presStyleCnt="0"/>
      <dgm:spPr/>
    </dgm:pt>
    <dgm:pt modelId="{A208F160-ABD1-40B5-827B-B85113A172BF}" type="pres">
      <dgm:prSet presAssocID="{7BA8B3F8-D3AF-44AD-BFC0-566C09B3269B}" presName="textRect" presStyleLbl="revTx" presStyleIdx="0" presStyleCnt="5">
        <dgm:presLayoutVars>
          <dgm:chMax val="1"/>
          <dgm:chPref val="1"/>
        </dgm:presLayoutVars>
      </dgm:prSet>
      <dgm:spPr/>
    </dgm:pt>
    <dgm:pt modelId="{765C444F-D338-4BFF-AAE4-E7730B96D85D}" type="pres">
      <dgm:prSet presAssocID="{94BE1EC0-7909-4BE5-9513-D85157FB416A}" presName="sibTrans" presStyleCnt="0"/>
      <dgm:spPr/>
    </dgm:pt>
    <dgm:pt modelId="{AE0FED80-9371-41C4-AC37-045CA6656BD2}" type="pres">
      <dgm:prSet presAssocID="{EC6B3CD5-0789-4F1A-848C-B099EB34B05B}" presName="compNode" presStyleCnt="0"/>
      <dgm:spPr/>
    </dgm:pt>
    <dgm:pt modelId="{433C1D18-8CCC-4A2C-9165-1C7BB7CE417F}" type="pres">
      <dgm:prSet presAssocID="{EC6B3CD5-0789-4F1A-848C-B099EB34B05B}"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reble clef"/>
        </a:ext>
      </dgm:extLst>
    </dgm:pt>
    <dgm:pt modelId="{8917926C-E0C1-48C5-82FF-5EA92A808BC3}" type="pres">
      <dgm:prSet presAssocID="{EC6B3CD5-0789-4F1A-848C-B099EB34B05B}" presName="spaceRect" presStyleCnt="0"/>
      <dgm:spPr/>
    </dgm:pt>
    <dgm:pt modelId="{CDBA7279-4746-4CA1-855D-43640757AA3F}" type="pres">
      <dgm:prSet presAssocID="{EC6B3CD5-0789-4F1A-848C-B099EB34B05B}" presName="textRect" presStyleLbl="revTx" presStyleIdx="1" presStyleCnt="5">
        <dgm:presLayoutVars>
          <dgm:chMax val="1"/>
          <dgm:chPref val="1"/>
        </dgm:presLayoutVars>
      </dgm:prSet>
      <dgm:spPr/>
    </dgm:pt>
    <dgm:pt modelId="{C1E8D7BC-11AF-41B9-900E-CD308B3D8F82}" type="pres">
      <dgm:prSet presAssocID="{B60CD01E-383A-45FB-BC50-B842900D9605}" presName="sibTrans" presStyleCnt="0"/>
      <dgm:spPr/>
    </dgm:pt>
    <dgm:pt modelId="{ECBB4764-3FB2-4E37-BA4C-AAFB2BF067BE}" type="pres">
      <dgm:prSet presAssocID="{62309247-5CC6-47FF-B20A-7FD6BB464775}" presName="compNode" presStyleCnt="0"/>
      <dgm:spPr/>
    </dgm:pt>
    <dgm:pt modelId="{F5BD7F49-7DE2-4EA5-9859-58D7E56ECD8E}" type="pres">
      <dgm:prSet presAssocID="{62309247-5CC6-47FF-B20A-7FD6BB464775}"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alette"/>
        </a:ext>
      </dgm:extLst>
    </dgm:pt>
    <dgm:pt modelId="{575B27AB-DDD8-4FB7-800C-89A9569ED9AD}" type="pres">
      <dgm:prSet presAssocID="{62309247-5CC6-47FF-B20A-7FD6BB464775}" presName="spaceRect" presStyleCnt="0"/>
      <dgm:spPr/>
    </dgm:pt>
    <dgm:pt modelId="{96C202A6-ED3C-4370-8755-B7455BB11BC1}" type="pres">
      <dgm:prSet presAssocID="{62309247-5CC6-47FF-B20A-7FD6BB464775}" presName="textRect" presStyleLbl="revTx" presStyleIdx="2" presStyleCnt="5">
        <dgm:presLayoutVars>
          <dgm:chMax val="1"/>
          <dgm:chPref val="1"/>
        </dgm:presLayoutVars>
      </dgm:prSet>
      <dgm:spPr/>
    </dgm:pt>
    <dgm:pt modelId="{654EE741-8D2B-495F-A1C2-1E5FDB33A723}" type="pres">
      <dgm:prSet presAssocID="{E1DC3F63-D139-45BE-B320-54D090251EAE}" presName="sibTrans" presStyleCnt="0"/>
      <dgm:spPr/>
    </dgm:pt>
    <dgm:pt modelId="{8594A127-D221-4F18-8AB0-E8765B97BCAA}" type="pres">
      <dgm:prSet presAssocID="{0C7B4DE0-2DF6-4487-8709-F4329E8D8C61}" presName="compNode" presStyleCnt="0"/>
      <dgm:spPr/>
    </dgm:pt>
    <dgm:pt modelId="{C7504D2D-4005-43A9-9E4E-A34D3A1761F8}" type="pres">
      <dgm:prSet presAssocID="{0C7B4DE0-2DF6-4487-8709-F4329E8D8C61}"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Light Bulb and Gear"/>
        </a:ext>
      </dgm:extLst>
    </dgm:pt>
    <dgm:pt modelId="{27EA1DCB-DA05-41F1-891B-9C3B462B8CE3}" type="pres">
      <dgm:prSet presAssocID="{0C7B4DE0-2DF6-4487-8709-F4329E8D8C61}" presName="spaceRect" presStyleCnt="0"/>
      <dgm:spPr/>
    </dgm:pt>
    <dgm:pt modelId="{949FC715-732C-4138-B179-443197829CD7}" type="pres">
      <dgm:prSet presAssocID="{0C7B4DE0-2DF6-4487-8709-F4329E8D8C61}" presName="textRect" presStyleLbl="revTx" presStyleIdx="3" presStyleCnt="5">
        <dgm:presLayoutVars>
          <dgm:chMax val="1"/>
          <dgm:chPref val="1"/>
        </dgm:presLayoutVars>
      </dgm:prSet>
      <dgm:spPr/>
    </dgm:pt>
    <dgm:pt modelId="{9877924F-D21E-46B3-A4C0-E6FAF204A2A3}" type="pres">
      <dgm:prSet presAssocID="{A8EBEDD7-967A-42A8-8FA8-31CBB6A3C5B5}" presName="sibTrans" presStyleCnt="0"/>
      <dgm:spPr/>
    </dgm:pt>
    <dgm:pt modelId="{C55113C8-7FF5-438D-8F5C-4406A9A84125}" type="pres">
      <dgm:prSet presAssocID="{3F27824A-BF77-4A5D-9150-FF250279DD0F}" presName="compNode" presStyleCnt="0"/>
      <dgm:spPr/>
    </dgm:pt>
    <dgm:pt modelId="{8359E914-F6B4-4E73-8723-78F44A17C3E6}" type="pres">
      <dgm:prSet presAssocID="{3F27824A-BF77-4A5D-9150-FF250279DD0F}"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Music Notes"/>
        </a:ext>
      </dgm:extLst>
    </dgm:pt>
    <dgm:pt modelId="{1842B473-165E-4FD0-95A7-DC60BD6CBB5A}" type="pres">
      <dgm:prSet presAssocID="{3F27824A-BF77-4A5D-9150-FF250279DD0F}" presName="spaceRect" presStyleCnt="0"/>
      <dgm:spPr/>
    </dgm:pt>
    <dgm:pt modelId="{3EBFD93C-D9C5-43EB-B647-162B587E7B72}" type="pres">
      <dgm:prSet presAssocID="{3F27824A-BF77-4A5D-9150-FF250279DD0F}" presName="textRect" presStyleLbl="revTx" presStyleIdx="4" presStyleCnt="5">
        <dgm:presLayoutVars>
          <dgm:chMax val="1"/>
          <dgm:chPref val="1"/>
        </dgm:presLayoutVars>
      </dgm:prSet>
      <dgm:spPr/>
    </dgm:pt>
  </dgm:ptLst>
  <dgm:cxnLst>
    <dgm:cxn modelId="{558C3114-5E00-4992-8115-2861BF708903}" type="presOf" srcId="{3F27824A-BF77-4A5D-9150-FF250279DD0F}" destId="{3EBFD93C-D9C5-43EB-B647-162B587E7B72}" srcOrd="0" destOrd="0" presId="urn:microsoft.com/office/officeart/2018/2/layout/IconLabelList"/>
    <dgm:cxn modelId="{6C833F37-CD32-4E70-ABC6-B4B793AE7C0F}" type="presOf" srcId="{E3389879-5D83-4D67-8C51-8DBA868038E2}" destId="{07917C4E-5666-47B5-B0B0-A747E1FDFDCC}" srcOrd="0" destOrd="0" presId="urn:microsoft.com/office/officeart/2018/2/layout/IconLabelList"/>
    <dgm:cxn modelId="{5DB9D460-F8D7-4DE3-9521-6A2DC0B966A4}" type="presOf" srcId="{EC6B3CD5-0789-4F1A-848C-B099EB34B05B}" destId="{CDBA7279-4746-4CA1-855D-43640757AA3F}" srcOrd="0" destOrd="0" presId="urn:microsoft.com/office/officeart/2018/2/layout/IconLabelList"/>
    <dgm:cxn modelId="{9216F341-D859-4DE5-B64D-3D0711FEDD07}" srcId="{E3389879-5D83-4D67-8C51-8DBA868038E2}" destId="{62309247-5CC6-47FF-B20A-7FD6BB464775}" srcOrd="2" destOrd="0" parTransId="{BF5200F2-6AFB-4A39-A198-839F3599E92D}" sibTransId="{E1DC3F63-D139-45BE-B320-54D090251EAE}"/>
    <dgm:cxn modelId="{2E9B1C42-2A09-4B93-B116-7F8264419EDE}" type="presOf" srcId="{7BA8B3F8-D3AF-44AD-BFC0-566C09B3269B}" destId="{A208F160-ABD1-40B5-827B-B85113A172BF}" srcOrd="0" destOrd="0" presId="urn:microsoft.com/office/officeart/2018/2/layout/IconLabelList"/>
    <dgm:cxn modelId="{265D2143-9218-4DC2-8F50-C9BA406F8301}" type="presOf" srcId="{62309247-5CC6-47FF-B20A-7FD6BB464775}" destId="{96C202A6-ED3C-4370-8755-B7455BB11BC1}" srcOrd="0" destOrd="0" presId="urn:microsoft.com/office/officeart/2018/2/layout/IconLabelList"/>
    <dgm:cxn modelId="{57A8F96A-9E7E-48F9-BE44-8D5E515CC49C}" type="presOf" srcId="{0C7B4DE0-2DF6-4487-8709-F4329E8D8C61}" destId="{949FC715-732C-4138-B179-443197829CD7}" srcOrd="0" destOrd="0" presId="urn:microsoft.com/office/officeart/2018/2/layout/IconLabelList"/>
    <dgm:cxn modelId="{51CF0F75-7E9D-4E43-BC0B-3F63EE342AE2}" srcId="{E3389879-5D83-4D67-8C51-8DBA868038E2}" destId="{EC6B3CD5-0789-4F1A-848C-B099EB34B05B}" srcOrd="1" destOrd="0" parTransId="{4055BD0C-C470-4F2D-9A29-011592529E67}" sibTransId="{B60CD01E-383A-45FB-BC50-B842900D9605}"/>
    <dgm:cxn modelId="{A0B93577-8883-4500-9326-02719AFD70A2}" srcId="{E3389879-5D83-4D67-8C51-8DBA868038E2}" destId="{7BA8B3F8-D3AF-44AD-BFC0-566C09B3269B}" srcOrd="0" destOrd="0" parTransId="{C8312330-DE78-427C-939D-3C54C2495F9F}" sibTransId="{94BE1EC0-7909-4BE5-9513-D85157FB416A}"/>
    <dgm:cxn modelId="{A88FF6A5-E505-45C6-8A75-9ACD55C13868}" srcId="{E3389879-5D83-4D67-8C51-8DBA868038E2}" destId="{0C7B4DE0-2DF6-4487-8709-F4329E8D8C61}" srcOrd="3" destOrd="0" parTransId="{E8FA9F3B-98E5-49A0-ADA2-1FB5ECE358D8}" sibTransId="{A8EBEDD7-967A-42A8-8FA8-31CBB6A3C5B5}"/>
    <dgm:cxn modelId="{27C9BDCB-2EC3-4E06-8B89-FF49BC2996BE}" srcId="{E3389879-5D83-4D67-8C51-8DBA868038E2}" destId="{3F27824A-BF77-4A5D-9150-FF250279DD0F}" srcOrd="4" destOrd="0" parTransId="{1FF98C5B-514A-4977-89B1-8E24C208318F}" sibTransId="{5989AB46-087C-496E-95CB-64108391D351}"/>
    <dgm:cxn modelId="{0EF6BA91-C949-43C0-ACB4-E429E64A63FD}" type="presParOf" srcId="{07917C4E-5666-47B5-B0B0-A747E1FDFDCC}" destId="{6BE2B6D4-C5CD-4020-91CA-555263C8BD36}" srcOrd="0" destOrd="0" presId="urn:microsoft.com/office/officeart/2018/2/layout/IconLabelList"/>
    <dgm:cxn modelId="{F08EBDA9-B17E-48AC-BFA7-FFCAB46EB627}" type="presParOf" srcId="{6BE2B6D4-C5CD-4020-91CA-555263C8BD36}" destId="{691D2F9D-B210-495D-9ACA-3B67B772B310}" srcOrd="0" destOrd="0" presId="urn:microsoft.com/office/officeart/2018/2/layout/IconLabelList"/>
    <dgm:cxn modelId="{1AD8CE1A-96DF-4C76-9616-78A37BAFBC94}" type="presParOf" srcId="{6BE2B6D4-C5CD-4020-91CA-555263C8BD36}" destId="{E0C4CB26-8D6B-4CF9-8374-07C19179A0AD}" srcOrd="1" destOrd="0" presId="urn:microsoft.com/office/officeart/2018/2/layout/IconLabelList"/>
    <dgm:cxn modelId="{E6427237-C082-4AE8-8749-1DF2E118C536}" type="presParOf" srcId="{6BE2B6D4-C5CD-4020-91CA-555263C8BD36}" destId="{A208F160-ABD1-40B5-827B-B85113A172BF}" srcOrd="2" destOrd="0" presId="urn:microsoft.com/office/officeart/2018/2/layout/IconLabelList"/>
    <dgm:cxn modelId="{B6432455-B45F-4338-8AC0-2F7DF0EF45E5}" type="presParOf" srcId="{07917C4E-5666-47B5-B0B0-A747E1FDFDCC}" destId="{765C444F-D338-4BFF-AAE4-E7730B96D85D}" srcOrd="1" destOrd="0" presId="urn:microsoft.com/office/officeart/2018/2/layout/IconLabelList"/>
    <dgm:cxn modelId="{A259D42A-8275-4B51-9D4C-14C826EF3BE3}" type="presParOf" srcId="{07917C4E-5666-47B5-B0B0-A747E1FDFDCC}" destId="{AE0FED80-9371-41C4-AC37-045CA6656BD2}" srcOrd="2" destOrd="0" presId="urn:microsoft.com/office/officeart/2018/2/layout/IconLabelList"/>
    <dgm:cxn modelId="{F39B109B-6CE3-49D5-8804-63204C6DFAE2}" type="presParOf" srcId="{AE0FED80-9371-41C4-AC37-045CA6656BD2}" destId="{433C1D18-8CCC-4A2C-9165-1C7BB7CE417F}" srcOrd="0" destOrd="0" presId="urn:microsoft.com/office/officeart/2018/2/layout/IconLabelList"/>
    <dgm:cxn modelId="{BE577183-3303-415D-900F-E5166DFCC84A}" type="presParOf" srcId="{AE0FED80-9371-41C4-AC37-045CA6656BD2}" destId="{8917926C-E0C1-48C5-82FF-5EA92A808BC3}" srcOrd="1" destOrd="0" presId="urn:microsoft.com/office/officeart/2018/2/layout/IconLabelList"/>
    <dgm:cxn modelId="{0903BBDE-433D-47D5-812F-493E33EF0AC5}" type="presParOf" srcId="{AE0FED80-9371-41C4-AC37-045CA6656BD2}" destId="{CDBA7279-4746-4CA1-855D-43640757AA3F}" srcOrd="2" destOrd="0" presId="urn:microsoft.com/office/officeart/2018/2/layout/IconLabelList"/>
    <dgm:cxn modelId="{948CF61A-E48D-4070-879A-C4D13E013553}" type="presParOf" srcId="{07917C4E-5666-47B5-B0B0-A747E1FDFDCC}" destId="{C1E8D7BC-11AF-41B9-900E-CD308B3D8F82}" srcOrd="3" destOrd="0" presId="urn:microsoft.com/office/officeart/2018/2/layout/IconLabelList"/>
    <dgm:cxn modelId="{C5924267-DAD3-4158-8CEE-B195B0120FFC}" type="presParOf" srcId="{07917C4E-5666-47B5-B0B0-A747E1FDFDCC}" destId="{ECBB4764-3FB2-4E37-BA4C-AAFB2BF067BE}" srcOrd="4" destOrd="0" presId="urn:microsoft.com/office/officeart/2018/2/layout/IconLabelList"/>
    <dgm:cxn modelId="{036F2ABE-A344-4A8E-AF34-DEF1C5A8822D}" type="presParOf" srcId="{ECBB4764-3FB2-4E37-BA4C-AAFB2BF067BE}" destId="{F5BD7F49-7DE2-4EA5-9859-58D7E56ECD8E}" srcOrd="0" destOrd="0" presId="urn:microsoft.com/office/officeart/2018/2/layout/IconLabelList"/>
    <dgm:cxn modelId="{9016428A-FF4C-4A1E-87AC-A940591C7261}" type="presParOf" srcId="{ECBB4764-3FB2-4E37-BA4C-AAFB2BF067BE}" destId="{575B27AB-DDD8-4FB7-800C-89A9569ED9AD}" srcOrd="1" destOrd="0" presId="urn:microsoft.com/office/officeart/2018/2/layout/IconLabelList"/>
    <dgm:cxn modelId="{84D5B83A-D0FB-427A-943E-3759AB523AEA}" type="presParOf" srcId="{ECBB4764-3FB2-4E37-BA4C-AAFB2BF067BE}" destId="{96C202A6-ED3C-4370-8755-B7455BB11BC1}" srcOrd="2" destOrd="0" presId="urn:microsoft.com/office/officeart/2018/2/layout/IconLabelList"/>
    <dgm:cxn modelId="{105DD0DB-EF21-4DFE-BDC7-36C68E101A28}" type="presParOf" srcId="{07917C4E-5666-47B5-B0B0-A747E1FDFDCC}" destId="{654EE741-8D2B-495F-A1C2-1E5FDB33A723}" srcOrd="5" destOrd="0" presId="urn:microsoft.com/office/officeart/2018/2/layout/IconLabelList"/>
    <dgm:cxn modelId="{4764ED30-AC38-4ECA-A186-DFEAD15F976D}" type="presParOf" srcId="{07917C4E-5666-47B5-B0B0-A747E1FDFDCC}" destId="{8594A127-D221-4F18-8AB0-E8765B97BCAA}" srcOrd="6" destOrd="0" presId="urn:microsoft.com/office/officeart/2018/2/layout/IconLabelList"/>
    <dgm:cxn modelId="{23CE6DF8-B694-4687-8438-DEE3553103F1}" type="presParOf" srcId="{8594A127-D221-4F18-8AB0-E8765B97BCAA}" destId="{C7504D2D-4005-43A9-9E4E-A34D3A1761F8}" srcOrd="0" destOrd="0" presId="urn:microsoft.com/office/officeart/2018/2/layout/IconLabelList"/>
    <dgm:cxn modelId="{5430452F-2053-45AF-8D3C-06C998E52EDA}" type="presParOf" srcId="{8594A127-D221-4F18-8AB0-E8765B97BCAA}" destId="{27EA1DCB-DA05-41F1-891B-9C3B462B8CE3}" srcOrd="1" destOrd="0" presId="urn:microsoft.com/office/officeart/2018/2/layout/IconLabelList"/>
    <dgm:cxn modelId="{23D417D6-AFA2-42FD-97CE-D8B909D7FB89}" type="presParOf" srcId="{8594A127-D221-4F18-8AB0-E8765B97BCAA}" destId="{949FC715-732C-4138-B179-443197829CD7}" srcOrd="2" destOrd="0" presId="urn:microsoft.com/office/officeart/2018/2/layout/IconLabelList"/>
    <dgm:cxn modelId="{91185516-0503-4EE8-8FC7-B2CBCF08D7A6}" type="presParOf" srcId="{07917C4E-5666-47B5-B0B0-A747E1FDFDCC}" destId="{9877924F-D21E-46B3-A4C0-E6FAF204A2A3}" srcOrd="7" destOrd="0" presId="urn:microsoft.com/office/officeart/2018/2/layout/IconLabelList"/>
    <dgm:cxn modelId="{5DBEB443-0CB1-402F-98A5-06414A316F5F}" type="presParOf" srcId="{07917C4E-5666-47B5-B0B0-A747E1FDFDCC}" destId="{C55113C8-7FF5-438D-8F5C-4406A9A84125}" srcOrd="8" destOrd="0" presId="urn:microsoft.com/office/officeart/2018/2/layout/IconLabelList"/>
    <dgm:cxn modelId="{E5B34CDB-C684-41B5-B612-B23E82BBC02D}" type="presParOf" srcId="{C55113C8-7FF5-438D-8F5C-4406A9A84125}" destId="{8359E914-F6B4-4E73-8723-78F44A17C3E6}" srcOrd="0" destOrd="0" presId="urn:microsoft.com/office/officeart/2018/2/layout/IconLabelList"/>
    <dgm:cxn modelId="{8F74F581-A072-40B2-A4DC-6BF20BC8F551}" type="presParOf" srcId="{C55113C8-7FF5-438D-8F5C-4406A9A84125}" destId="{1842B473-165E-4FD0-95A7-DC60BD6CBB5A}" srcOrd="1" destOrd="0" presId="urn:microsoft.com/office/officeart/2018/2/layout/IconLabelList"/>
    <dgm:cxn modelId="{B6136BBE-21B1-448C-8126-D7AAB3712EA9}" type="presParOf" srcId="{C55113C8-7FF5-438D-8F5C-4406A9A84125}" destId="{3EBFD93C-D9C5-43EB-B647-162B587E7B72}" srcOrd="2" destOrd="0" presId="urn:microsoft.com/office/officeart/2018/2/layout/Icon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1D2F9D-B210-495D-9ACA-3B67B772B310}">
      <dsp:nvSpPr>
        <dsp:cNvPr id="0" name=""/>
        <dsp:cNvSpPr/>
      </dsp:nvSpPr>
      <dsp:spPr>
        <a:xfrm>
          <a:off x="629872" y="204809"/>
          <a:ext cx="775195" cy="77519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208F160-ABD1-40B5-827B-B85113A172BF}">
      <dsp:nvSpPr>
        <dsp:cNvPr id="0" name=""/>
        <dsp:cNvSpPr/>
      </dsp:nvSpPr>
      <dsp:spPr>
        <a:xfrm>
          <a:off x="156142" y="1465960"/>
          <a:ext cx="1722656" cy="1978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Model performance was on par with sentiment analysis results, both of which were below performance threshold. </a:t>
          </a:r>
        </a:p>
      </dsp:txBody>
      <dsp:txXfrm>
        <a:off x="156142" y="1465960"/>
        <a:ext cx="1722656" cy="1978363"/>
      </dsp:txXfrm>
    </dsp:sp>
    <dsp:sp modelId="{433C1D18-8CCC-4A2C-9165-1C7BB7CE417F}">
      <dsp:nvSpPr>
        <dsp:cNvPr id="0" name=""/>
        <dsp:cNvSpPr/>
      </dsp:nvSpPr>
      <dsp:spPr>
        <a:xfrm>
          <a:off x="2653993" y="204809"/>
          <a:ext cx="775195" cy="77519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DBA7279-4746-4CA1-855D-43640757AA3F}">
      <dsp:nvSpPr>
        <dsp:cNvPr id="0" name=""/>
        <dsp:cNvSpPr/>
      </dsp:nvSpPr>
      <dsp:spPr>
        <a:xfrm>
          <a:off x="2180263" y="1465960"/>
          <a:ext cx="1722656" cy="1978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Conflicting and contradictory statements within songs may be causing issues such as “I made up my mind im better off being alone” coming from a positive label and “All eyes on you my magician” coming from a negative label makes consistent weighting of words difficult as context changes per observation. </a:t>
          </a:r>
        </a:p>
      </dsp:txBody>
      <dsp:txXfrm>
        <a:off x="2180263" y="1465960"/>
        <a:ext cx="1722656" cy="1978363"/>
      </dsp:txXfrm>
    </dsp:sp>
    <dsp:sp modelId="{F5BD7F49-7DE2-4EA5-9859-58D7E56ECD8E}">
      <dsp:nvSpPr>
        <dsp:cNvPr id="0" name=""/>
        <dsp:cNvSpPr/>
      </dsp:nvSpPr>
      <dsp:spPr>
        <a:xfrm>
          <a:off x="4678114" y="204809"/>
          <a:ext cx="775195" cy="77519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6C202A6-ED3C-4370-8755-B7455BB11BC1}">
      <dsp:nvSpPr>
        <dsp:cNvPr id="0" name=""/>
        <dsp:cNvSpPr/>
      </dsp:nvSpPr>
      <dsp:spPr>
        <a:xfrm>
          <a:off x="4204384" y="1465960"/>
          <a:ext cx="1722656" cy="1978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Limited dataset may be hindering performance and wider range of artist from an entire genre should have been selected in order to construct initial labels with fine tuning per artist later. </a:t>
          </a:r>
        </a:p>
      </dsp:txBody>
      <dsp:txXfrm>
        <a:off x="4204384" y="1465960"/>
        <a:ext cx="1722656" cy="1978363"/>
      </dsp:txXfrm>
    </dsp:sp>
    <dsp:sp modelId="{C7504D2D-4005-43A9-9E4E-A34D3A1761F8}">
      <dsp:nvSpPr>
        <dsp:cNvPr id="0" name=""/>
        <dsp:cNvSpPr/>
      </dsp:nvSpPr>
      <dsp:spPr>
        <a:xfrm>
          <a:off x="6702235" y="204809"/>
          <a:ext cx="775195" cy="77519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49FC715-732C-4138-B179-443197829CD7}">
      <dsp:nvSpPr>
        <dsp:cNvPr id="0" name=""/>
        <dsp:cNvSpPr/>
      </dsp:nvSpPr>
      <dsp:spPr>
        <a:xfrm>
          <a:off x="6228505" y="1465960"/>
          <a:ext cx="1722656" cy="1978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The analysis using individual features and word weighting may be erasing context from the statement in which the word was based, as such, a method that allows weighting of entire statements to retain some level of context may offer better performance. </a:t>
          </a:r>
        </a:p>
      </dsp:txBody>
      <dsp:txXfrm>
        <a:off x="6228505" y="1465960"/>
        <a:ext cx="1722656" cy="1978363"/>
      </dsp:txXfrm>
    </dsp:sp>
    <dsp:sp modelId="{8359E914-F6B4-4E73-8723-78F44A17C3E6}">
      <dsp:nvSpPr>
        <dsp:cNvPr id="0" name=""/>
        <dsp:cNvSpPr/>
      </dsp:nvSpPr>
      <dsp:spPr>
        <a:xfrm>
          <a:off x="8726357" y="204809"/>
          <a:ext cx="775195" cy="77519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EBFD93C-D9C5-43EB-B647-162B587E7B72}">
      <dsp:nvSpPr>
        <dsp:cNvPr id="0" name=""/>
        <dsp:cNvSpPr/>
      </dsp:nvSpPr>
      <dsp:spPr>
        <a:xfrm>
          <a:off x="8252626" y="1465960"/>
          <a:ext cx="1722656" cy="1978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t>While not the length of a novel, songs tend to be longer and more complex than reviews or tweets, which means that in reviews or tweet one point is usually focused on in a concise manner so extracting meaning is more straight forward than with songs which are longer and don’t necessarily focus on a theme using language consistent with that theme. </a:t>
          </a:r>
        </a:p>
      </dsp:txBody>
      <dsp:txXfrm>
        <a:off x="8252626" y="1465960"/>
        <a:ext cx="1722656" cy="1978363"/>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37F2D40-DF92-4ADE-A761-CBF896599CA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74F42E9-55BA-437C-85B3-324B4E2BF2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6D81A9-CFC2-4640-899E-DD3E177BE50A}" type="datetimeFigureOut">
              <a:rPr lang="en-US" smtClean="0"/>
              <a:t>3/20/2025</a:t>
            </a:fld>
            <a:endParaRPr lang="en-US" dirty="0"/>
          </a:p>
        </p:txBody>
      </p:sp>
      <p:sp>
        <p:nvSpPr>
          <p:cNvPr id="4" name="Footer Placeholder 3">
            <a:extLst>
              <a:ext uri="{FF2B5EF4-FFF2-40B4-BE49-F238E27FC236}">
                <a16:creationId xmlns:a16="http://schemas.microsoft.com/office/drawing/2014/main" id="{407DF0FD-84A5-462F-A0AC-B2CEF6020C4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5D85C710-014C-4C89-9B64-843B9863CEB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EC605DA-80A8-4B7B-B889-6C5700BB4CEA}" type="slidenum">
              <a:rPr lang="en-US" smtClean="0"/>
              <a:t>‹#›</a:t>
            </a:fld>
            <a:endParaRPr lang="en-US" dirty="0"/>
          </a:p>
        </p:txBody>
      </p:sp>
    </p:spTree>
    <p:extLst>
      <p:ext uri="{BB962C8B-B14F-4D97-AF65-F5344CB8AC3E}">
        <p14:creationId xmlns:p14="http://schemas.microsoft.com/office/powerpoint/2010/main" val="21665392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1E50F4-C55A-473A-A70B-4B042EF011A9}" type="datetimeFigureOut">
              <a:rPr lang="en-US" smtClean="0"/>
              <a:t>3/20/2025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544625-0ADF-4414-89A2-9E135F0C849F}" type="slidenum">
              <a:rPr lang="en-US" smtClean="0"/>
              <a:t>‹#›</a:t>
            </a:fld>
            <a:endParaRPr lang="en-US" dirty="0"/>
          </a:p>
        </p:txBody>
      </p:sp>
    </p:spTree>
    <p:extLst>
      <p:ext uri="{BB962C8B-B14F-4D97-AF65-F5344CB8AC3E}">
        <p14:creationId xmlns:p14="http://schemas.microsoft.com/office/powerpoint/2010/main" val="11222280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1</a:t>
            </a:fld>
            <a:endParaRPr lang="en-US" dirty="0"/>
          </a:p>
        </p:txBody>
      </p:sp>
    </p:spTree>
    <p:extLst>
      <p:ext uri="{BB962C8B-B14F-4D97-AF65-F5344CB8AC3E}">
        <p14:creationId xmlns:p14="http://schemas.microsoft.com/office/powerpoint/2010/main" val="37498086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11</a:t>
            </a:fld>
            <a:endParaRPr lang="en-US" dirty="0"/>
          </a:p>
        </p:txBody>
      </p:sp>
    </p:spTree>
    <p:extLst>
      <p:ext uri="{BB962C8B-B14F-4D97-AF65-F5344CB8AC3E}">
        <p14:creationId xmlns:p14="http://schemas.microsoft.com/office/powerpoint/2010/main" val="2048347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87DE6118-2437-4B30-8E3C-4D2BE6020583}" type="datetimeFigureOut">
              <a:rPr lang="en-US" smtClean="0"/>
              <a:pPr/>
              <a:t>3/20/2025</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20232501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3/20/2025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466546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3/20/2025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074580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smtClean="0"/>
              <a:t>3/20/2025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623104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smtClean="0"/>
              <a:t>3/20/2025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987299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smtClean="0"/>
              <a:t>3/20/2025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4240550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87DE6118-2437-4B30-8E3C-4D2BE6020583}" type="datetimeFigureOut">
              <a:rPr lang="en-US" smtClean="0"/>
              <a:t>3/20/2025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3293073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DE6118-2437-4B30-8E3C-4D2BE6020583}" type="datetimeFigureOut">
              <a:rPr lang="en-US" smtClean="0"/>
              <a:pPr/>
              <a:t>3/20/2025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140976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DE6118-2437-4B30-8E3C-4D2BE6020583}" type="datetimeFigureOut">
              <a:rPr lang="en-US" smtClean="0"/>
              <a:pPr/>
              <a:t>3/20/2025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179080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DE6118-2437-4B30-8E3C-4D2BE6020583}" type="datetimeFigureOut">
              <a:rPr lang="en-US" smtClean="0"/>
              <a:pPr/>
              <a:t>3/20/2025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386312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3/20/2025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498008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3/20/2025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20505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3/20/2025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1785693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3/20/2025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044187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3/20/2025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42859608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3/20/2025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2021260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3/20/2025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447542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7DE6118-2437-4B30-8E3C-4D2BE6020583}" type="datetimeFigureOut">
              <a:rPr lang="en-US" smtClean="0"/>
              <a:pPr/>
              <a:t>3/20/2025</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645065765"/>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5.png"/><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5.pn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5.png"/><Relationship Id="rId4" Type="http://schemas.openxmlformats.org/officeDocument/2006/relationships/image" Target="../media/image8.emf"/></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5.png"/><Relationship Id="rId4" Type="http://schemas.openxmlformats.org/officeDocument/2006/relationships/image" Target="../media/image9.emf"/></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5.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5.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slideLayout" Target="../slideLayouts/slideLayout2.xml"/><Relationship Id="rId7" Type="http://schemas.openxmlformats.org/officeDocument/2006/relationships/diagramColors" Target="../diagrams/colors1.xml"/><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5.png"/></Relationships>
</file>

<file path=ppt/slides/_rels/slide1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1.xml"/><Relationship Id="rId7" Type="http://schemas.openxmlformats.org/officeDocument/2006/relationships/image" Target="../media/image23.jpeg"/><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image" Target="../media/image2.png"/><Relationship Id="rId5" Type="http://schemas.openxmlformats.org/officeDocument/2006/relationships/image" Target="../media/image6.jpeg"/><Relationship Id="rId4"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night sky with mountains far away on the horizon">
            <a:extLst>
              <a:ext uri="{FF2B5EF4-FFF2-40B4-BE49-F238E27FC236}">
                <a16:creationId xmlns:a16="http://schemas.microsoft.com/office/drawing/2014/main" id="{7C454B0C-0819-4D56-9275-BCE254DA659D}"/>
              </a:ext>
            </a:extLst>
          </p:cNvPr>
          <p:cNvPicPr>
            <a:picLocks noChangeAspect="1"/>
          </p:cNvPicPr>
          <p:nvPr/>
        </p:nvPicPr>
        <p:blipFill rotWithShape="1">
          <a:blip r:embed="rId5">
            <a:alphaModFix amt="20000"/>
            <a:extLst>
              <a:ext uri="{28A0092B-C50C-407E-A947-70E740481C1C}">
                <a14:useLocalDpi xmlns:a14="http://schemas.microsoft.com/office/drawing/2010/main"/>
              </a:ext>
            </a:extLst>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340C7600-5BA8-4A54-887F-74AF87750A31}"/>
              </a:ext>
            </a:extLst>
          </p:cNvPr>
          <p:cNvSpPr>
            <a:spLocks noGrp="1"/>
          </p:cNvSpPr>
          <p:nvPr>
            <p:ph type="ctrTitle"/>
          </p:nvPr>
        </p:nvSpPr>
        <p:spPr>
          <a:xfrm>
            <a:off x="3962399" y="2554817"/>
            <a:ext cx="7197726" cy="2421464"/>
          </a:xfrm>
        </p:spPr>
        <p:txBody>
          <a:bodyPr>
            <a:normAutofit/>
          </a:bodyPr>
          <a:lstStyle/>
          <a:p>
            <a:r>
              <a:rPr lang="en-US" b="1" dirty="0"/>
              <a:t>Song Sentiment Toolset Results</a:t>
            </a:r>
          </a:p>
        </p:txBody>
      </p:sp>
      <p:sp>
        <p:nvSpPr>
          <p:cNvPr id="3" name="Subtitle 2">
            <a:extLst>
              <a:ext uri="{FF2B5EF4-FFF2-40B4-BE49-F238E27FC236}">
                <a16:creationId xmlns:a16="http://schemas.microsoft.com/office/drawing/2014/main" id="{AE584786-6548-4BB4-95FD-977AD1F362C6}"/>
              </a:ext>
            </a:extLst>
          </p:cNvPr>
          <p:cNvSpPr>
            <a:spLocks noGrp="1"/>
          </p:cNvSpPr>
          <p:nvPr>
            <p:ph type="subTitle" idx="1"/>
          </p:nvPr>
        </p:nvSpPr>
        <p:spPr>
          <a:xfrm>
            <a:off x="3962399" y="4976282"/>
            <a:ext cx="7197726" cy="1405467"/>
          </a:xfrm>
        </p:spPr>
        <p:txBody>
          <a:bodyPr>
            <a:normAutofit/>
          </a:bodyPr>
          <a:lstStyle/>
          <a:p>
            <a:r>
              <a:rPr lang="en-US" dirty="0">
                <a:solidFill>
                  <a:schemeClr val="accent1">
                    <a:lumMod val="40000"/>
                    <a:lumOff val="60000"/>
                  </a:schemeClr>
                </a:solidFill>
              </a:rPr>
              <a:t>Kent Roller</a:t>
            </a:r>
          </a:p>
        </p:txBody>
      </p:sp>
      <p:pic>
        <p:nvPicPr>
          <p:cNvPr id="31" name="Audio 30">
            <a:hlinkClick r:id="" action="ppaction://media"/>
            <a:extLst>
              <a:ext uri="{FF2B5EF4-FFF2-40B4-BE49-F238E27FC236}">
                <a16:creationId xmlns:a16="http://schemas.microsoft.com/office/drawing/2014/main" id="{3A68A23F-DD5B-C627-C8FF-EB889799B69D}"/>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03125" t="-203125" r="-203125" b="-20312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417721485"/>
      </p:ext>
    </p:extLst>
  </p:cSld>
  <p:clrMapOvr>
    <a:masterClrMapping/>
  </p:clrMapOvr>
  <mc:AlternateContent xmlns:mc="http://schemas.openxmlformats.org/markup-compatibility/2006">
    <mc:Choice xmlns:p14="http://schemas.microsoft.com/office/powerpoint/2010/main" Requires="p14">
      <p:transition spd="slow" p14:dur="2000" advTm="6135"/>
    </mc:Choice>
    <mc:Fallback>
      <p:transition spd="slow" advTm="613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1"/>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4"/>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0E53EDA-3B94-4F6B-9E86-D3BB9EBB96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7F71A4-5CE6-1EB6-DB0B-BF796D58EDCE}"/>
              </a:ext>
            </a:extLst>
          </p:cNvPr>
          <p:cNvSpPr>
            <a:spLocks noGrp="1"/>
          </p:cNvSpPr>
          <p:nvPr>
            <p:ph type="title"/>
          </p:nvPr>
        </p:nvSpPr>
        <p:spPr>
          <a:xfrm>
            <a:off x="685799" y="1150076"/>
            <a:ext cx="3659389" cy="4557849"/>
          </a:xfrm>
        </p:spPr>
        <p:txBody>
          <a:bodyPr>
            <a:normAutofit/>
          </a:bodyPr>
          <a:lstStyle/>
          <a:p>
            <a:pPr algn="r"/>
            <a:r>
              <a:rPr lang="en-US" dirty="0"/>
              <a:t>Project Refresher 	</a:t>
            </a:r>
            <a:endParaRPr lang="en-US"/>
          </a:p>
        </p:txBody>
      </p:sp>
      <p:cxnSp>
        <p:nvCxnSpPr>
          <p:cNvPr id="10" name="Straight Connector 9">
            <a:extLst>
              <a:ext uri="{FF2B5EF4-FFF2-40B4-BE49-F238E27FC236}">
                <a16:creationId xmlns:a16="http://schemas.microsoft.com/office/drawing/2014/main" id="{30EFD79F-7790-479B-B7DB-BD0D8C101D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66923" y="1668780"/>
            <a:ext cx="0" cy="352044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E69FC0B-958A-5A09-036A-A84FC7B2553B}"/>
              </a:ext>
            </a:extLst>
          </p:cNvPr>
          <p:cNvSpPr>
            <a:spLocks noGrp="1"/>
          </p:cNvSpPr>
          <p:nvPr>
            <p:ph idx="1"/>
          </p:nvPr>
        </p:nvSpPr>
        <p:spPr>
          <a:xfrm>
            <a:off x="4988658" y="1150076"/>
            <a:ext cx="6517543" cy="4557849"/>
          </a:xfrm>
        </p:spPr>
        <p:txBody>
          <a:bodyPr>
            <a:normAutofit/>
          </a:bodyPr>
          <a:lstStyle/>
          <a:p>
            <a:r>
              <a:rPr lang="en-US" dirty="0"/>
              <a:t>Overall goal is to find viable option to perform sentiment analysis on songs</a:t>
            </a:r>
          </a:p>
          <a:p>
            <a:r>
              <a:rPr lang="en-US" dirty="0"/>
              <a:t>Threshold is set at 85% accuracy or higher</a:t>
            </a:r>
          </a:p>
          <a:p>
            <a:r>
              <a:rPr lang="en-US" dirty="0"/>
              <a:t>Service is not critical, so high degree of initial accuracy is not a strict requirement </a:t>
            </a:r>
          </a:p>
          <a:p>
            <a:r>
              <a:rPr lang="en-US" dirty="0"/>
              <a:t>Using Taylor Swift as the artist due to several presumptions about content</a:t>
            </a:r>
          </a:p>
          <a:p>
            <a:r>
              <a:rPr lang="en-US" dirty="0"/>
              <a:t>Ground truth labels were acquired by referring to SME</a:t>
            </a:r>
          </a:p>
        </p:txBody>
      </p:sp>
      <p:pic>
        <p:nvPicPr>
          <p:cNvPr id="25" name="Audio 24">
            <a:hlinkClick r:id="" action="ppaction://media"/>
            <a:extLst>
              <a:ext uri="{FF2B5EF4-FFF2-40B4-BE49-F238E27FC236}">
                <a16:creationId xmlns:a16="http://schemas.microsoft.com/office/drawing/2014/main" id="{FAF021F2-B536-B337-24E6-E287B52A4D10}"/>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228254797"/>
      </p:ext>
    </p:extLst>
  </p:cSld>
  <p:clrMapOvr>
    <a:masterClrMapping/>
  </p:clrMapOvr>
  <mc:AlternateContent xmlns:mc="http://schemas.openxmlformats.org/markup-compatibility/2006">
    <mc:Choice xmlns:p14="http://schemas.microsoft.com/office/powerpoint/2010/main" Requires="p14">
      <p:transition spd="slow" p14:dur="2000" advTm="64368"/>
    </mc:Choice>
    <mc:Fallback>
      <p:transition spd="slow" advTm="6436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5"/>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4"/>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6398B-2C9A-BE9D-192B-CE557316806E}"/>
              </a:ext>
            </a:extLst>
          </p:cNvPr>
          <p:cNvSpPr>
            <a:spLocks noGrp="1"/>
          </p:cNvSpPr>
          <p:nvPr>
            <p:ph type="title"/>
          </p:nvPr>
        </p:nvSpPr>
        <p:spPr>
          <a:xfrm>
            <a:off x="6400800" y="609600"/>
            <a:ext cx="5147730" cy="1641987"/>
          </a:xfrm>
        </p:spPr>
        <p:txBody>
          <a:bodyPr vert="horz" lIns="91440" tIns="45720" rIns="91440" bIns="45720" rtlCol="0" anchor="ctr">
            <a:normAutofit/>
          </a:bodyPr>
          <a:lstStyle/>
          <a:p>
            <a:r>
              <a:rPr lang="en-US" dirty="0"/>
              <a:t>Previously…</a:t>
            </a:r>
          </a:p>
        </p:txBody>
      </p:sp>
      <p:sp>
        <p:nvSpPr>
          <p:cNvPr id="5" name="TextBox 4">
            <a:extLst>
              <a:ext uri="{FF2B5EF4-FFF2-40B4-BE49-F238E27FC236}">
                <a16:creationId xmlns:a16="http://schemas.microsoft.com/office/drawing/2014/main" id="{BFCEB2E9-68A8-C938-2631-D61559B8483D}"/>
              </a:ext>
            </a:extLst>
          </p:cNvPr>
          <p:cNvSpPr txBox="1"/>
          <p:nvPr/>
        </p:nvSpPr>
        <p:spPr>
          <a:xfrm>
            <a:off x="6400800" y="2251587"/>
            <a:ext cx="5147730" cy="3637935"/>
          </a:xfrm>
          <a:prstGeom prst="rect">
            <a:avLst/>
          </a:prstGeom>
        </p:spPr>
        <p:txBody>
          <a:bodyPr vert="horz" lIns="91440" tIns="45720" rIns="91440" bIns="45720" rtlCol="0" anchor="ctr">
            <a:normAutofit/>
          </a:bodyPr>
          <a:lstStyle/>
          <a:p>
            <a:pPr marL="285750" indent="-285750">
              <a:spcAft>
                <a:spcPts val="1000"/>
              </a:spcAft>
              <a:buClr>
                <a:schemeClr val="tx1"/>
              </a:buClr>
              <a:buSzPct val="100000"/>
              <a:buFont typeface="Arial"/>
              <a:buChar char="•"/>
            </a:pPr>
            <a:r>
              <a:rPr lang="en-US" dirty="0"/>
              <a:t>Performed Sentiment Analysis on data using BERT and Google’s© </a:t>
            </a:r>
            <a:r>
              <a:rPr lang="en-US"/>
              <a:t>GoEmotion</a:t>
            </a:r>
            <a:r>
              <a:rPr lang="en-US" dirty="0"/>
              <a:t>®</a:t>
            </a:r>
            <a:endParaRPr lang="en-US"/>
          </a:p>
          <a:p>
            <a:pPr marL="285750" indent="-285750">
              <a:spcAft>
                <a:spcPts val="1000"/>
              </a:spcAft>
              <a:buClr>
                <a:schemeClr val="tx1"/>
              </a:buClr>
              <a:buSzPct val="100000"/>
              <a:buFont typeface="Arial"/>
              <a:buChar char="•"/>
            </a:pPr>
            <a:r>
              <a:rPr lang="en-US" dirty="0"/>
              <a:t>In both cases, initial </a:t>
            </a:r>
            <a:r>
              <a:rPr lang="en-US"/>
              <a:t>barplots</a:t>
            </a:r>
            <a:r>
              <a:rPr lang="en-US" dirty="0"/>
              <a:t> were misleading as they indicated similar outcome to frequency </a:t>
            </a:r>
            <a:r>
              <a:rPr lang="en-US"/>
              <a:t>barplots</a:t>
            </a:r>
          </a:p>
          <a:p>
            <a:pPr marL="285750" indent="-285750">
              <a:spcAft>
                <a:spcPts val="1000"/>
              </a:spcAft>
              <a:buClr>
                <a:schemeClr val="tx1"/>
              </a:buClr>
              <a:buSzPct val="100000"/>
              <a:buFont typeface="Arial"/>
              <a:buChar char="•"/>
            </a:pPr>
            <a:r>
              <a:rPr lang="en-US" dirty="0"/>
              <a:t>However, frequency counts are not the same as pairwise comparisons</a:t>
            </a:r>
            <a:endParaRPr lang="en-US"/>
          </a:p>
          <a:p>
            <a:pPr marL="285750" indent="-285750">
              <a:spcAft>
                <a:spcPts val="1000"/>
              </a:spcAft>
              <a:buClr>
                <a:schemeClr val="tx1"/>
              </a:buClr>
              <a:buSzPct val="100000"/>
              <a:buFont typeface="Arial"/>
              <a:buChar char="•"/>
            </a:pPr>
            <a:r>
              <a:rPr lang="en-US" dirty="0"/>
              <a:t>The highest accuracy achieved was ~66% for Binary labels and ~23% for Intermediate Labels</a:t>
            </a:r>
            <a:endParaRPr lang="en-US"/>
          </a:p>
        </p:txBody>
      </p:sp>
      <p:pic>
        <p:nvPicPr>
          <p:cNvPr id="4" name="Picture 2">
            <a:extLst>
              <a:ext uri="{FF2B5EF4-FFF2-40B4-BE49-F238E27FC236}">
                <a16:creationId xmlns:a16="http://schemas.microsoft.com/office/drawing/2014/main" id="{C622E6B4-30E0-6AE1-452B-90017EF46CE4}"/>
              </a:ext>
            </a:extLst>
          </p:cNvPr>
          <p:cNvPicPr>
            <a:picLocks noGrp="1" noChangeAspect="1" noChangeArrowheads="1"/>
          </p:cNvPicPr>
          <p:nvPr>
            <p:ph idx="1"/>
          </p:nvPr>
        </p:nvPicPr>
        <p:blipFill>
          <a:blip r:embed="rId5">
            <a:extLst>
              <a:ext uri="{28A0092B-C50C-407E-A947-70E740481C1C}">
                <a14:useLocalDpi xmlns:a14="http://schemas.microsoft.com/office/drawing/2010/main" val="0"/>
              </a:ext>
            </a:extLst>
          </a:blip>
          <a:stretch>
            <a:fillRect/>
          </a:stretch>
        </p:blipFill>
        <p:spPr bwMode="auto">
          <a:xfrm>
            <a:off x="166704" y="1528056"/>
            <a:ext cx="5929295" cy="3779924"/>
          </a:xfrm>
          <a:prstGeom prst="roundRect">
            <a:avLst>
              <a:gd name="adj" fmla="val 4380"/>
            </a:avLst>
          </a:prstGeom>
          <a:solidFill>
            <a:srgbClr val="FFFFFF"/>
          </a:solid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pic>
      <p:sp>
        <p:nvSpPr>
          <p:cNvPr id="6" name="TextBox 5">
            <a:extLst>
              <a:ext uri="{FF2B5EF4-FFF2-40B4-BE49-F238E27FC236}">
                <a16:creationId xmlns:a16="http://schemas.microsoft.com/office/drawing/2014/main" id="{93CF600A-89BD-C690-C0F6-F7C7389FD050}"/>
              </a:ext>
            </a:extLst>
          </p:cNvPr>
          <p:cNvSpPr txBox="1"/>
          <p:nvPr/>
        </p:nvSpPr>
        <p:spPr>
          <a:xfrm>
            <a:off x="222459" y="5343963"/>
            <a:ext cx="5817784" cy="369332"/>
          </a:xfrm>
          <a:prstGeom prst="rect">
            <a:avLst/>
          </a:prstGeom>
          <a:noFill/>
        </p:spPr>
        <p:txBody>
          <a:bodyPr wrap="square" rtlCol="0">
            <a:spAutoFit/>
          </a:bodyPr>
          <a:lstStyle/>
          <a:p>
            <a:r>
              <a:rPr lang="en-US" dirty="0" err="1"/>
              <a:t>Barplot</a:t>
            </a:r>
            <a:r>
              <a:rPr lang="en-US" dirty="0"/>
              <a:t> of label frequency using BERT on lyric data</a:t>
            </a:r>
          </a:p>
        </p:txBody>
      </p:sp>
      <p:pic>
        <p:nvPicPr>
          <p:cNvPr id="13" name="Audio 12">
            <a:hlinkClick r:id="" action="ppaction://media"/>
            <a:extLst>
              <a:ext uri="{FF2B5EF4-FFF2-40B4-BE49-F238E27FC236}">
                <a16:creationId xmlns:a16="http://schemas.microsoft.com/office/drawing/2014/main" id="{766C8413-DA72-AEEF-2B24-6BC3C21830B6}"/>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03125" t="-203125" r="-203125" b="-20312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884369992"/>
      </p:ext>
    </p:extLst>
  </p:cSld>
  <p:clrMapOvr>
    <a:masterClrMapping/>
  </p:clrMapOvr>
  <mc:AlternateContent xmlns:mc="http://schemas.openxmlformats.org/markup-compatibility/2006">
    <mc:Choice xmlns:p14="http://schemas.microsoft.com/office/powerpoint/2010/main" Requires="p14">
      <p:transition spd="slow" p14:dur="2000" advTm="30050"/>
    </mc:Choice>
    <mc:Fallback>
      <p:transition spd="slow" advTm="300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4"/>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1709A45-C6F3-4CEE-AA0F-887FAC5CAE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52C0D6-7F2C-CA34-5175-3777FD42EE94}"/>
              </a:ext>
            </a:extLst>
          </p:cNvPr>
          <p:cNvSpPr>
            <a:spLocks noGrp="1"/>
          </p:cNvSpPr>
          <p:nvPr>
            <p:ph type="title"/>
          </p:nvPr>
        </p:nvSpPr>
        <p:spPr>
          <a:xfrm>
            <a:off x="685801" y="533400"/>
            <a:ext cx="10820400" cy="1177092"/>
          </a:xfrm>
        </p:spPr>
        <p:txBody>
          <a:bodyPr anchor="b">
            <a:normAutofit/>
          </a:bodyPr>
          <a:lstStyle/>
          <a:p>
            <a:pPr algn="ctr"/>
            <a:r>
              <a:rPr lang="en-US" sz="4400"/>
              <a:t>Next steps</a:t>
            </a:r>
          </a:p>
        </p:txBody>
      </p:sp>
      <p:cxnSp>
        <p:nvCxnSpPr>
          <p:cNvPr id="10" name="Straight Connector 9">
            <a:extLst>
              <a:ext uri="{FF2B5EF4-FFF2-40B4-BE49-F238E27FC236}">
                <a16:creationId xmlns:a16="http://schemas.microsoft.com/office/drawing/2014/main" id="{26E963D7-0A73-484A-B8A2-DDBFEA123C2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45629" y="1850077"/>
            <a:ext cx="500743"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D410734-F5EB-0DAB-688E-FA150946B226}"/>
              </a:ext>
            </a:extLst>
          </p:cNvPr>
          <p:cNvSpPr>
            <a:spLocks noGrp="1"/>
          </p:cNvSpPr>
          <p:nvPr>
            <p:ph idx="1"/>
          </p:nvPr>
        </p:nvSpPr>
        <p:spPr>
          <a:xfrm>
            <a:off x="685801" y="2243892"/>
            <a:ext cx="10820400" cy="3547308"/>
          </a:xfrm>
        </p:spPr>
        <p:txBody>
          <a:bodyPr anchor="t">
            <a:normAutofit/>
          </a:bodyPr>
          <a:lstStyle/>
          <a:p>
            <a:r>
              <a:rPr lang="en-US" sz="2000"/>
              <a:t>Since the Sentiment Analysis tools provided unfavorable performance, maybe we can turn to models for higher performance. </a:t>
            </a:r>
          </a:p>
          <a:p>
            <a:r>
              <a:rPr lang="en-US" sz="2000"/>
              <a:t>From here, the following models were compared across both Binary and Intermediate labels, and both 10-Fold CV and Leave One Out CV were used for calculating accuracy for the models used:</a:t>
            </a:r>
          </a:p>
          <a:p>
            <a:r>
              <a:rPr lang="en-US" sz="2000"/>
              <a:t>Multinomial Naïve Bayes</a:t>
            </a:r>
          </a:p>
          <a:p>
            <a:r>
              <a:rPr lang="en-US" sz="2000"/>
              <a:t>Linear SVC</a:t>
            </a:r>
          </a:p>
          <a:p>
            <a:r>
              <a:rPr lang="en-US" sz="2000"/>
              <a:t>SVC w/Linear Kernel</a:t>
            </a:r>
          </a:p>
          <a:p>
            <a:r>
              <a:rPr lang="en-US" sz="2000"/>
              <a:t>Random Forest</a:t>
            </a:r>
          </a:p>
        </p:txBody>
      </p:sp>
      <p:pic>
        <p:nvPicPr>
          <p:cNvPr id="7" name="Audio 6">
            <a:hlinkClick r:id="" action="ppaction://media"/>
            <a:extLst>
              <a:ext uri="{FF2B5EF4-FFF2-40B4-BE49-F238E27FC236}">
                <a16:creationId xmlns:a16="http://schemas.microsoft.com/office/drawing/2014/main" id="{7656C443-A1F8-E606-3EB8-07687B11CD53}"/>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178986901"/>
      </p:ext>
    </p:extLst>
  </p:cSld>
  <p:clrMapOvr>
    <a:masterClrMapping/>
  </p:clrMapOvr>
  <mc:AlternateContent xmlns:mc="http://schemas.openxmlformats.org/markup-compatibility/2006">
    <mc:Choice xmlns:p14="http://schemas.microsoft.com/office/powerpoint/2010/main" Requires="p14">
      <p:transition spd="slow" p14:dur="2000" advTm="33557"/>
    </mc:Choice>
    <mc:Fallback>
      <p:transition spd="slow" advTm="3355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917DC-03A5-C4A9-743D-C938DE4599F0}"/>
              </a:ext>
            </a:extLst>
          </p:cNvPr>
          <p:cNvSpPr>
            <a:spLocks noGrp="1"/>
          </p:cNvSpPr>
          <p:nvPr>
            <p:ph type="title"/>
          </p:nvPr>
        </p:nvSpPr>
        <p:spPr>
          <a:xfrm>
            <a:off x="522515" y="157844"/>
            <a:ext cx="10131425" cy="903514"/>
          </a:xfrm>
        </p:spPr>
        <p:txBody>
          <a:bodyPr/>
          <a:lstStyle/>
          <a:p>
            <a:r>
              <a:rPr lang="en-US" dirty="0"/>
              <a:t>Multinomial Naïve Bayes</a:t>
            </a:r>
          </a:p>
        </p:txBody>
      </p:sp>
      <p:pic>
        <p:nvPicPr>
          <p:cNvPr id="4" name="Content Placeholder 3">
            <a:extLst>
              <a:ext uri="{FF2B5EF4-FFF2-40B4-BE49-F238E27FC236}">
                <a16:creationId xmlns:a16="http://schemas.microsoft.com/office/drawing/2014/main" id="{2BF16E4F-A234-DDBE-58E3-4A7E0D468B24}"/>
              </a:ext>
            </a:extLst>
          </p:cNvPr>
          <p:cNvPicPr>
            <a:picLocks noGrp="1" noChangeAspect="1"/>
          </p:cNvPicPr>
          <p:nvPr>
            <p:ph idx="1"/>
          </p:nvPr>
        </p:nvPicPr>
        <p:blipFill>
          <a:blip r:embed="rId4"/>
          <a:stretch>
            <a:fillRect/>
          </a:stretch>
        </p:blipFill>
        <p:spPr>
          <a:xfrm>
            <a:off x="839497" y="1447800"/>
            <a:ext cx="10292173" cy="2791366"/>
          </a:xfrm>
          <a:prstGeom prst="rect">
            <a:avLst/>
          </a:prstGeom>
        </p:spPr>
      </p:pic>
      <p:sp>
        <p:nvSpPr>
          <p:cNvPr id="5" name="TextBox 4">
            <a:extLst>
              <a:ext uri="{FF2B5EF4-FFF2-40B4-BE49-F238E27FC236}">
                <a16:creationId xmlns:a16="http://schemas.microsoft.com/office/drawing/2014/main" id="{ADDB2C91-80DB-ED6E-D580-800AC2BE12E8}"/>
              </a:ext>
            </a:extLst>
          </p:cNvPr>
          <p:cNvSpPr txBox="1"/>
          <p:nvPr/>
        </p:nvSpPr>
        <p:spPr>
          <a:xfrm>
            <a:off x="925286" y="4239166"/>
            <a:ext cx="9728654" cy="2308324"/>
          </a:xfrm>
          <a:prstGeom prst="rect">
            <a:avLst/>
          </a:prstGeom>
          <a:noFill/>
        </p:spPr>
        <p:txBody>
          <a:bodyPr wrap="square" rtlCol="0">
            <a:spAutoFit/>
          </a:bodyPr>
          <a:lstStyle/>
          <a:p>
            <a:pPr marL="285750" indent="-285750">
              <a:buFont typeface="Arial" panose="020B0604020202020204" pitchFamily="34" charset="0"/>
              <a:buChar char="•"/>
            </a:pPr>
            <a:r>
              <a:rPr lang="en-US" dirty="0"/>
              <a:t>In the table above, the results for the multinomial naïve bayes models can be seen.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10-Fold and Leave One Out Cross Validation was used for both the Binary and Intermediate Labels.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highest accuracy achieved with MNB is 56.20% with the Binary labels and 27.58% with the intermediate labels.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This performance is unfortunately below the threshold we will move on to the next model.</a:t>
            </a:r>
          </a:p>
        </p:txBody>
      </p:sp>
      <p:pic>
        <p:nvPicPr>
          <p:cNvPr id="8" name="Audio 7">
            <a:hlinkClick r:id="" action="ppaction://media"/>
            <a:extLst>
              <a:ext uri="{FF2B5EF4-FFF2-40B4-BE49-F238E27FC236}">
                <a16:creationId xmlns:a16="http://schemas.microsoft.com/office/drawing/2014/main" id="{5CAC7CB6-C1E3-1603-5E9B-DE116FCEFEE3}"/>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113816287"/>
      </p:ext>
    </p:extLst>
  </p:cSld>
  <p:clrMapOvr>
    <a:masterClrMapping/>
  </p:clrMapOvr>
  <mc:AlternateContent xmlns:mc="http://schemas.openxmlformats.org/markup-compatibility/2006">
    <mc:Choice xmlns:p14="http://schemas.microsoft.com/office/powerpoint/2010/main" Requires="p14">
      <p:transition spd="slow" p14:dur="2000" advTm="50528"/>
    </mc:Choice>
    <mc:Fallback>
      <p:transition spd="slow" advTm="5052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6BAE2-3F30-4928-2F8E-60CECCEF9187}"/>
              </a:ext>
            </a:extLst>
          </p:cNvPr>
          <p:cNvSpPr>
            <a:spLocks noGrp="1"/>
          </p:cNvSpPr>
          <p:nvPr>
            <p:ph type="title"/>
          </p:nvPr>
        </p:nvSpPr>
        <p:spPr/>
        <p:txBody>
          <a:bodyPr/>
          <a:lstStyle/>
          <a:p>
            <a:r>
              <a:rPr lang="en-US" dirty="0"/>
              <a:t>SVC and Linear svc</a:t>
            </a:r>
          </a:p>
        </p:txBody>
      </p:sp>
      <p:pic>
        <p:nvPicPr>
          <p:cNvPr id="4" name="Content Placeholder 3">
            <a:extLst>
              <a:ext uri="{FF2B5EF4-FFF2-40B4-BE49-F238E27FC236}">
                <a16:creationId xmlns:a16="http://schemas.microsoft.com/office/drawing/2014/main" id="{1433CBAB-7BFD-B7EA-908C-92FB5E91A421}"/>
              </a:ext>
            </a:extLst>
          </p:cNvPr>
          <p:cNvPicPr>
            <a:picLocks noGrp="1" noChangeAspect="1"/>
          </p:cNvPicPr>
          <p:nvPr>
            <p:ph idx="1"/>
          </p:nvPr>
        </p:nvPicPr>
        <p:blipFill>
          <a:blip r:embed="rId4"/>
          <a:stretch>
            <a:fillRect/>
          </a:stretch>
        </p:blipFill>
        <p:spPr>
          <a:xfrm>
            <a:off x="5405350" y="1651681"/>
            <a:ext cx="6405650" cy="5118280"/>
          </a:xfrm>
          <a:prstGeom prst="rect">
            <a:avLst/>
          </a:prstGeom>
        </p:spPr>
      </p:pic>
      <p:sp>
        <p:nvSpPr>
          <p:cNvPr id="5" name="TextBox 4">
            <a:extLst>
              <a:ext uri="{FF2B5EF4-FFF2-40B4-BE49-F238E27FC236}">
                <a16:creationId xmlns:a16="http://schemas.microsoft.com/office/drawing/2014/main" id="{921DF5E2-466A-4708-1F3C-3F0DB73B3534}"/>
              </a:ext>
            </a:extLst>
          </p:cNvPr>
          <p:cNvSpPr txBox="1"/>
          <p:nvPr/>
        </p:nvSpPr>
        <p:spPr>
          <a:xfrm>
            <a:off x="587829" y="1926771"/>
            <a:ext cx="4386942" cy="3970318"/>
          </a:xfrm>
          <a:prstGeom prst="rect">
            <a:avLst/>
          </a:prstGeom>
          <a:noFill/>
        </p:spPr>
        <p:txBody>
          <a:bodyPr wrap="square" rtlCol="0">
            <a:spAutoFit/>
          </a:bodyPr>
          <a:lstStyle/>
          <a:p>
            <a:pPr marL="285750" indent="-285750">
              <a:buFont typeface="Arial" panose="020B0604020202020204" pitchFamily="34" charset="0"/>
              <a:buChar char="•"/>
            </a:pPr>
            <a:r>
              <a:rPr lang="en-US" dirty="0"/>
              <a:t>Here we can see the results table for both the SVC model using the linear kernel and the </a:t>
            </a:r>
            <a:r>
              <a:rPr lang="en-US" dirty="0" err="1"/>
              <a:t>LinearSVC</a:t>
            </a:r>
            <a:r>
              <a:rPr lang="en-US" dirty="0"/>
              <a:t> model.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Some uplift in performance is present, with a high of 65.77% accuracy for the Binary Labels.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Intermediate labels also perform slightly higher than when compare to the sentiment analysis with a high of 30.71%.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This is however still a far cry from the goal of 85% for either label class</a:t>
            </a:r>
          </a:p>
        </p:txBody>
      </p:sp>
      <p:pic>
        <p:nvPicPr>
          <p:cNvPr id="8" name="Audio 7">
            <a:hlinkClick r:id="" action="ppaction://media"/>
            <a:extLst>
              <a:ext uri="{FF2B5EF4-FFF2-40B4-BE49-F238E27FC236}">
                <a16:creationId xmlns:a16="http://schemas.microsoft.com/office/drawing/2014/main" id="{CA59BE48-3937-1459-4968-48D55E7FA7A5}"/>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285683191"/>
      </p:ext>
    </p:extLst>
  </p:cSld>
  <p:clrMapOvr>
    <a:masterClrMapping/>
  </p:clrMapOvr>
  <mc:AlternateContent xmlns:mc="http://schemas.openxmlformats.org/markup-compatibility/2006">
    <mc:Choice xmlns:p14="http://schemas.microsoft.com/office/powerpoint/2010/main" Requires="p14">
      <p:transition spd="slow" p14:dur="2000" advTm="59475"/>
    </mc:Choice>
    <mc:Fallback>
      <p:transition spd="slow" advTm="5947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2F494-B91A-4173-CBBC-4F0D5EA16A67}"/>
              </a:ext>
            </a:extLst>
          </p:cNvPr>
          <p:cNvSpPr>
            <a:spLocks noGrp="1"/>
          </p:cNvSpPr>
          <p:nvPr>
            <p:ph type="title"/>
          </p:nvPr>
        </p:nvSpPr>
        <p:spPr>
          <a:xfrm>
            <a:off x="205354" y="114770"/>
            <a:ext cx="10131425" cy="1456267"/>
          </a:xfrm>
        </p:spPr>
        <p:txBody>
          <a:bodyPr/>
          <a:lstStyle/>
          <a:p>
            <a:r>
              <a:rPr lang="en-US" dirty="0"/>
              <a:t>Random Forest</a:t>
            </a:r>
          </a:p>
        </p:txBody>
      </p:sp>
      <p:graphicFrame>
        <p:nvGraphicFramePr>
          <p:cNvPr id="5" name="Content Placeholder 4">
            <a:extLst>
              <a:ext uri="{FF2B5EF4-FFF2-40B4-BE49-F238E27FC236}">
                <a16:creationId xmlns:a16="http://schemas.microsoft.com/office/drawing/2014/main" id="{F55366BA-9B3E-3D3E-66C7-082B1A291AAB}"/>
              </a:ext>
            </a:extLst>
          </p:cNvPr>
          <p:cNvGraphicFramePr>
            <a:graphicFrameLocks noGrp="1"/>
          </p:cNvGraphicFramePr>
          <p:nvPr>
            <p:ph idx="1"/>
            <p:extLst>
              <p:ext uri="{D42A27DB-BD31-4B8C-83A1-F6EECF244321}">
                <p14:modId xmlns:p14="http://schemas.microsoft.com/office/powerpoint/2010/main" val="3286840075"/>
              </p:ext>
            </p:extLst>
          </p:nvPr>
        </p:nvGraphicFramePr>
        <p:xfrm>
          <a:off x="6233865" y="54249"/>
          <a:ext cx="5745032" cy="6688981"/>
        </p:xfrm>
        <a:graphic>
          <a:graphicData uri="http://schemas.openxmlformats.org/drawingml/2006/table">
            <a:tbl>
              <a:tblPr firstRow="1" firstCol="1" bandRow="1">
                <a:tableStyleId>{5C22544A-7EE6-4342-B048-85BDC9FD1C3A}</a:tableStyleId>
              </a:tblPr>
              <a:tblGrid>
                <a:gridCol w="1435951">
                  <a:extLst>
                    <a:ext uri="{9D8B030D-6E8A-4147-A177-3AD203B41FA5}">
                      <a16:colId xmlns:a16="http://schemas.microsoft.com/office/drawing/2014/main" val="4109645214"/>
                    </a:ext>
                  </a:extLst>
                </a:gridCol>
                <a:gridCol w="1435951">
                  <a:extLst>
                    <a:ext uri="{9D8B030D-6E8A-4147-A177-3AD203B41FA5}">
                      <a16:colId xmlns:a16="http://schemas.microsoft.com/office/drawing/2014/main" val="823976390"/>
                    </a:ext>
                  </a:extLst>
                </a:gridCol>
                <a:gridCol w="1436565">
                  <a:extLst>
                    <a:ext uri="{9D8B030D-6E8A-4147-A177-3AD203B41FA5}">
                      <a16:colId xmlns:a16="http://schemas.microsoft.com/office/drawing/2014/main" val="984055679"/>
                    </a:ext>
                  </a:extLst>
                </a:gridCol>
                <a:gridCol w="1436565">
                  <a:extLst>
                    <a:ext uri="{9D8B030D-6E8A-4147-A177-3AD203B41FA5}">
                      <a16:colId xmlns:a16="http://schemas.microsoft.com/office/drawing/2014/main" val="1993110902"/>
                    </a:ext>
                  </a:extLst>
                </a:gridCol>
              </a:tblGrid>
              <a:tr h="277712">
                <a:tc>
                  <a:txBody>
                    <a:bodyPr/>
                    <a:lstStyle/>
                    <a:p>
                      <a:pPr marL="0" marR="0" algn="ctr">
                        <a:lnSpc>
                          <a:spcPct val="115000"/>
                        </a:lnSpc>
                        <a:spcAft>
                          <a:spcPts val="800"/>
                        </a:spcAft>
                        <a:buNone/>
                      </a:pPr>
                      <a:r>
                        <a:rPr lang="en-US" sz="900" kern="100">
                          <a:effectLst/>
                        </a:rPr>
                        <a:t>Model Type</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900" kern="100">
                          <a:effectLst/>
                        </a:rPr>
                        <a:t>Label Set</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900" kern="100" dirty="0">
                          <a:effectLst/>
                        </a:rPr>
                        <a:t>CV Method</a:t>
                      </a:r>
                      <a:endParaRPr lang="en-US"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900" kern="100">
                          <a:effectLst/>
                        </a:rPr>
                        <a:t>Accuracy</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extLst>
                  <a:ext uri="{0D108BD9-81ED-4DB2-BD59-A6C34878D82A}">
                    <a16:rowId xmlns:a16="http://schemas.microsoft.com/office/drawing/2014/main" val="1809205943"/>
                  </a:ext>
                </a:extLst>
              </a:tr>
              <a:tr h="443678">
                <a:tc>
                  <a:txBody>
                    <a:bodyPr/>
                    <a:lstStyle/>
                    <a:p>
                      <a:pPr marL="0" marR="0" algn="ctr">
                        <a:lnSpc>
                          <a:spcPct val="115000"/>
                        </a:lnSpc>
                        <a:spcAft>
                          <a:spcPts val="800"/>
                        </a:spcAft>
                        <a:buNone/>
                      </a:pPr>
                      <a:r>
                        <a:rPr lang="en-US" sz="700" kern="100">
                          <a:effectLst/>
                        </a:rPr>
                        <a:t>Random Forest</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Basic/Binary +cstm stopwords</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10-Fold</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61.26%</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extLst>
                  <a:ext uri="{0D108BD9-81ED-4DB2-BD59-A6C34878D82A}">
                    <a16:rowId xmlns:a16="http://schemas.microsoft.com/office/drawing/2014/main" val="2275169503"/>
                  </a:ext>
                </a:extLst>
              </a:tr>
              <a:tr h="443678">
                <a:tc>
                  <a:txBody>
                    <a:bodyPr/>
                    <a:lstStyle/>
                    <a:p>
                      <a:pPr marL="0" marR="0" algn="ctr">
                        <a:lnSpc>
                          <a:spcPct val="115000"/>
                        </a:lnSpc>
                        <a:spcAft>
                          <a:spcPts val="800"/>
                        </a:spcAft>
                        <a:buNone/>
                      </a:pPr>
                      <a:r>
                        <a:rPr lang="en-US" sz="700" kern="100">
                          <a:effectLst/>
                        </a:rPr>
                        <a:t>Random Forest</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Basic/Binary +cstm stopwords</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LOO</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58.40%</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extLst>
                  <a:ext uri="{0D108BD9-81ED-4DB2-BD59-A6C34878D82A}">
                    <a16:rowId xmlns:a16="http://schemas.microsoft.com/office/drawing/2014/main" val="2280939317"/>
                  </a:ext>
                </a:extLst>
              </a:tr>
              <a:tr h="443678">
                <a:tc>
                  <a:txBody>
                    <a:bodyPr/>
                    <a:lstStyle/>
                    <a:p>
                      <a:pPr marL="0" marR="0" algn="ctr">
                        <a:lnSpc>
                          <a:spcPct val="115000"/>
                        </a:lnSpc>
                        <a:spcAft>
                          <a:spcPts val="800"/>
                        </a:spcAft>
                        <a:buNone/>
                      </a:pPr>
                      <a:r>
                        <a:rPr lang="en-US" sz="700" kern="100">
                          <a:effectLst/>
                        </a:rPr>
                        <a:t>Random Forest</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Basic/Binary + English stopwords</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10-Fold</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56.87%</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extLst>
                  <a:ext uri="{0D108BD9-81ED-4DB2-BD59-A6C34878D82A}">
                    <a16:rowId xmlns:a16="http://schemas.microsoft.com/office/drawing/2014/main" val="2997249624"/>
                  </a:ext>
                </a:extLst>
              </a:tr>
              <a:tr h="443678">
                <a:tc>
                  <a:txBody>
                    <a:bodyPr/>
                    <a:lstStyle/>
                    <a:p>
                      <a:pPr marL="0" marR="0" algn="ctr">
                        <a:lnSpc>
                          <a:spcPct val="115000"/>
                        </a:lnSpc>
                        <a:spcAft>
                          <a:spcPts val="800"/>
                        </a:spcAft>
                        <a:buNone/>
                      </a:pPr>
                      <a:r>
                        <a:rPr lang="en-US" sz="700" kern="100">
                          <a:effectLst/>
                        </a:rPr>
                        <a:t>Random Forest</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Basic/Binary +English stopwords</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LOO</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57.67%</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extLst>
                  <a:ext uri="{0D108BD9-81ED-4DB2-BD59-A6C34878D82A}">
                    <a16:rowId xmlns:a16="http://schemas.microsoft.com/office/drawing/2014/main" val="1895784880"/>
                  </a:ext>
                </a:extLst>
              </a:tr>
              <a:tr h="443678">
                <a:tc>
                  <a:txBody>
                    <a:bodyPr/>
                    <a:lstStyle/>
                    <a:p>
                      <a:pPr marL="0" marR="0" algn="ctr">
                        <a:lnSpc>
                          <a:spcPct val="115000"/>
                        </a:lnSpc>
                        <a:spcAft>
                          <a:spcPts val="800"/>
                        </a:spcAft>
                        <a:buNone/>
                      </a:pPr>
                      <a:r>
                        <a:rPr lang="en-US" sz="700" kern="100">
                          <a:effectLst/>
                        </a:rPr>
                        <a:t>Random Forest</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dirty="0">
                          <a:effectLst/>
                        </a:rPr>
                        <a:t>Basic/Binary +</a:t>
                      </a:r>
                      <a:r>
                        <a:rPr lang="en-US" sz="700" kern="100" dirty="0" err="1">
                          <a:effectLst/>
                        </a:rPr>
                        <a:t>GridSearchCV</a:t>
                      </a:r>
                      <a:endParaRPr lang="en-US"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10-Fold</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65.00%</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extLst>
                  <a:ext uri="{0D108BD9-81ED-4DB2-BD59-A6C34878D82A}">
                    <a16:rowId xmlns:a16="http://schemas.microsoft.com/office/drawing/2014/main" val="798981761"/>
                  </a:ext>
                </a:extLst>
              </a:tr>
              <a:tr h="443678">
                <a:tc>
                  <a:txBody>
                    <a:bodyPr/>
                    <a:lstStyle/>
                    <a:p>
                      <a:pPr marL="0" marR="0" algn="ctr">
                        <a:lnSpc>
                          <a:spcPct val="115000"/>
                        </a:lnSpc>
                        <a:spcAft>
                          <a:spcPts val="800"/>
                        </a:spcAft>
                        <a:buNone/>
                      </a:pPr>
                      <a:r>
                        <a:rPr lang="en-US" sz="700" kern="100">
                          <a:effectLst/>
                        </a:rPr>
                        <a:t>Random Forest</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Basic/Binary + cstm stopwords v2</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10-Fold</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58.35%</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extLst>
                  <a:ext uri="{0D108BD9-81ED-4DB2-BD59-A6C34878D82A}">
                    <a16:rowId xmlns:a16="http://schemas.microsoft.com/office/drawing/2014/main" val="1234515697"/>
                  </a:ext>
                </a:extLst>
              </a:tr>
              <a:tr h="443678">
                <a:tc>
                  <a:txBody>
                    <a:bodyPr/>
                    <a:lstStyle/>
                    <a:p>
                      <a:pPr marL="0" marR="0" algn="ctr">
                        <a:lnSpc>
                          <a:spcPct val="115000"/>
                        </a:lnSpc>
                        <a:spcAft>
                          <a:spcPts val="800"/>
                        </a:spcAft>
                        <a:buNone/>
                      </a:pPr>
                      <a:r>
                        <a:rPr lang="en-US" sz="700" kern="100">
                          <a:effectLst/>
                        </a:rPr>
                        <a:t>Random Forest</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Basic/Binary + cstm stopwords v2</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LOO</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58.40%</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extLst>
                  <a:ext uri="{0D108BD9-81ED-4DB2-BD59-A6C34878D82A}">
                    <a16:rowId xmlns:a16="http://schemas.microsoft.com/office/drawing/2014/main" val="1139725502"/>
                  </a:ext>
                </a:extLst>
              </a:tr>
              <a:tr h="443678">
                <a:tc>
                  <a:txBody>
                    <a:bodyPr/>
                    <a:lstStyle/>
                    <a:p>
                      <a:pPr marL="0" marR="0" algn="ctr">
                        <a:lnSpc>
                          <a:spcPct val="115000"/>
                        </a:lnSpc>
                        <a:spcAft>
                          <a:spcPts val="800"/>
                        </a:spcAft>
                        <a:buNone/>
                      </a:pPr>
                      <a:r>
                        <a:rPr lang="en-US" sz="700" kern="100">
                          <a:effectLst/>
                        </a:rPr>
                        <a:t>Random Forest </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Intermediate + cstm stopwords </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10-Fold</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29.90%</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extLst>
                  <a:ext uri="{0D108BD9-81ED-4DB2-BD59-A6C34878D82A}">
                    <a16:rowId xmlns:a16="http://schemas.microsoft.com/office/drawing/2014/main" val="2385691896"/>
                  </a:ext>
                </a:extLst>
              </a:tr>
              <a:tr h="176194">
                <a:tc>
                  <a:txBody>
                    <a:bodyPr/>
                    <a:lstStyle/>
                    <a:p>
                      <a:pPr marL="0" marR="0" algn="ctr">
                        <a:lnSpc>
                          <a:spcPct val="115000"/>
                        </a:lnSpc>
                        <a:spcAft>
                          <a:spcPts val="800"/>
                        </a:spcAft>
                        <a:buNone/>
                      </a:pPr>
                      <a:r>
                        <a:rPr lang="en-US" sz="700" kern="100">
                          <a:effectLst/>
                        </a:rPr>
                        <a:t>Random Forest</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Intermediate +cstm stopwords</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LOO</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22.63%</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extLst>
                  <a:ext uri="{0D108BD9-81ED-4DB2-BD59-A6C34878D82A}">
                    <a16:rowId xmlns:a16="http://schemas.microsoft.com/office/drawing/2014/main" val="3098169038"/>
                  </a:ext>
                </a:extLst>
              </a:tr>
              <a:tr h="671414">
                <a:tc>
                  <a:txBody>
                    <a:bodyPr/>
                    <a:lstStyle/>
                    <a:p>
                      <a:pPr marL="0" marR="0" algn="ctr">
                        <a:lnSpc>
                          <a:spcPct val="115000"/>
                        </a:lnSpc>
                        <a:spcAft>
                          <a:spcPts val="800"/>
                        </a:spcAft>
                        <a:buNone/>
                      </a:pPr>
                      <a:r>
                        <a:rPr lang="en-US" sz="700" kern="100">
                          <a:effectLst/>
                        </a:rPr>
                        <a:t>Random Forest</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Intermediate + optimal hyperparameter</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10-Fold</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29.12%</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extLst>
                  <a:ext uri="{0D108BD9-81ED-4DB2-BD59-A6C34878D82A}">
                    <a16:rowId xmlns:a16="http://schemas.microsoft.com/office/drawing/2014/main" val="3391151966"/>
                  </a:ext>
                </a:extLst>
              </a:tr>
              <a:tr h="671414">
                <a:tc>
                  <a:txBody>
                    <a:bodyPr/>
                    <a:lstStyle/>
                    <a:p>
                      <a:pPr marL="0" marR="0" algn="ctr">
                        <a:lnSpc>
                          <a:spcPct val="115000"/>
                        </a:lnSpc>
                        <a:spcAft>
                          <a:spcPts val="800"/>
                        </a:spcAft>
                        <a:buNone/>
                      </a:pPr>
                      <a:r>
                        <a:rPr lang="en-US" sz="700" kern="100">
                          <a:effectLst/>
                        </a:rPr>
                        <a:t>Random Forest </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Intermediate + optimal hyperparameter</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LOO</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26.28%</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extLst>
                  <a:ext uri="{0D108BD9-81ED-4DB2-BD59-A6C34878D82A}">
                    <a16:rowId xmlns:a16="http://schemas.microsoft.com/office/drawing/2014/main" val="3772550478"/>
                  </a:ext>
                </a:extLst>
              </a:tr>
              <a:tr h="443678">
                <a:tc>
                  <a:txBody>
                    <a:bodyPr/>
                    <a:lstStyle/>
                    <a:p>
                      <a:pPr marL="0" marR="0" algn="ctr">
                        <a:lnSpc>
                          <a:spcPct val="115000"/>
                        </a:lnSpc>
                        <a:spcAft>
                          <a:spcPts val="800"/>
                        </a:spcAft>
                        <a:buNone/>
                      </a:pPr>
                      <a:r>
                        <a:rPr lang="en-US" sz="700" kern="100">
                          <a:effectLst/>
                        </a:rPr>
                        <a:t>Random Forest</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Basic/Binary + cstm stopwords v3</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10-Fold</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57.58%</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extLst>
                  <a:ext uri="{0D108BD9-81ED-4DB2-BD59-A6C34878D82A}">
                    <a16:rowId xmlns:a16="http://schemas.microsoft.com/office/drawing/2014/main" val="3592607411"/>
                  </a:ext>
                </a:extLst>
              </a:tr>
              <a:tr h="899145">
                <a:tc>
                  <a:txBody>
                    <a:bodyPr/>
                    <a:lstStyle/>
                    <a:p>
                      <a:pPr marL="0" marR="0" algn="ctr">
                        <a:lnSpc>
                          <a:spcPct val="115000"/>
                        </a:lnSpc>
                        <a:spcAft>
                          <a:spcPts val="800"/>
                        </a:spcAft>
                        <a:buNone/>
                      </a:pPr>
                      <a:r>
                        <a:rPr lang="en-US" sz="700" kern="100">
                          <a:effectLst/>
                        </a:rPr>
                        <a:t>Random Forest</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Basic/Binary +cstm stopwords v3 + optimal hyperparemter</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a:effectLst/>
                        </a:rPr>
                        <a:t>10-Fold</a:t>
                      </a:r>
                      <a:endParaRPr lang="en-US" sz="700" kern="10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tc>
                  <a:txBody>
                    <a:bodyPr/>
                    <a:lstStyle/>
                    <a:p>
                      <a:pPr marL="0" marR="0" algn="ctr">
                        <a:lnSpc>
                          <a:spcPct val="115000"/>
                        </a:lnSpc>
                        <a:spcAft>
                          <a:spcPts val="800"/>
                        </a:spcAft>
                        <a:buNone/>
                      </a:pPr>
                      <a:r>
                        <a:rPr lang="en-US" sz="700" kern="100" dirty="0">
                          <a:effectLst/>
                        </a:rPr>
                        <a:t>62.71%</a:t>
                      </a:r>
                      <a:endParaRPr lang="en-US" sz="7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473" marR="42473" marT="0" marB="0"/>
                </a:tc>
                <a:extLst>
                  <a:ext uri="{0D108BD9-81ED-4DB2-BD59-A6C34878D82A}">
                    <a16:rowId xmlns:a16="http://schemas.microsoft.com/office/drawing/2014/main" val="305620316"/>
                  </a:ext>
                </a:extLst>
              </a:tr>
            </a:tbl>
          </a:graphicData>
        </a:graphic>
      </p:graphicFrame>
      <p:sp>
        <p:nvSpPr>
          <p:cNvPr id="6" name="TextBox 5">
            <a:extLst>
              <a:ext uri="{FF2B5EF4-FFF2-40B4-BE49-F238E27FC236}">
                <a16:creationId xmlns:a16="http://schemas.microsoft.com/office/drawing/2014/main" id="{4C0AA895-04A8-F6CA-B477-8FA3D31021B0}"/>
              </a:ext>
            </a:extLst>
          </p:cNvPr>
          <p:cNvSpPr txBox="1"/>
          <p:nvPr/>
        </p:nvSpPr>
        <p:spPr>
          <a:xfrm>
            <a:off x="294468" y="1394847"/>
            <a:ext cx="5176434" cy="4801314"/>
          </a:xfrm>
          <a:prstGeom prst="rect">
            <a:avLst/>
          </a:prstGeom>
          <a:noFill/>
        </p:spPr>
        <p:txBody>
          <a:bodyPr wrap="square" rtlCol="0">
            <a:spAutoFit/>
          </a:bodyPr>
          <a:lstStyle/>
          <a:p>
            <a:pPr marL="285750" indent="-285750">
              <a:buFont typeface="Arial" panose="020B0604020202020204" pitchFamily="34" charset="0"/>
              <a:buChar char="•"/>
            </a:pPr>
            <a:r>
              <a:rPr lang="en-US" dirty="0"/>
              <a:t>Here we can see the results table for the Random Forest Models.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first pass was made using a custom stop words list as opposed to the NLTK English stop words list.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This initial pass performed slightly higher at 61.26% vs 56.87% for the NLTK stop words.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highest pass was found using </a:t>
            </a:r>
            <a:r>
              <a:rPr lang="en-US" dirty="0" err="1"/>
              <a:t>gridsearch</a:t>
            </a:r>
            <a:r>
              <a:rPr lang="en-US" dirty="0"/>
              <a:t> on several parameters which yielded a performance of 65%.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highest performing manually tuned model came in under this at 62.71% using a further customized stop words list. </a:t>
            </a:r>
          </a:p>
        </p:txBody>
      </p:sp>
      <p:pic>
        <p:nvPicPr>
          <p:cNvPr id="8" name="Audio 7">
            <a:hlinkClick r:id="" action="ppaction://media"/>
            <a:extLst>
              <a:ext uri="{FF2B5EF4-FFF2-40B4-BE49-F238E27FC236}">
                <a16:creationId xmlns:a16="http://schemas.microsoft.com/office/drawing/2014/main" id="{DAA47E4A-4DF0-2B65-3610-0CF88C33E090}"/>
              </a:ext>
            </a:extLst>
          </p:cNvPr>
          <p:cNvPicPr>
            <a:picLocks noChangeAspect="1"/>
          </p:cNvPicPr>
          <p:nvPr>
            <a:audioFile r:link="rId2"/>
            <p:extLst>
              <p:ext uri="{DAA4B4D4-6D71-4841-9C94-3DE7FCFB9230}">
                <p14:media xmlns:p14="http://schemas.microsoft.com/office/powerpoint/2010/main" r:embed="rId1"/>
              </p:ext>
            </p:extLst>
          </p:nvPr>
        </p:nvPicPr>
        <p:blipFill>
          <a:blip r:embed="rId4"/>
          <a:srcRect l="-203125" t="-203125" r="-203125" b="-20312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653524763"/>
      </p:ext>
    </p:extLst>
  </p:cSld>
  <p:clrMapOvr>
    <a:masterClrMapping/>
  </p:clrMapOvr>
  <mc:AlternateContent xmlns:mc="http://schemas.openxmlformats.org/markup-compatibility/2006">
    <mc:Choice xmlns:p14="http://schemas.microsoft.com/office/powerpoint/2010/main" Requires="p14">
      <p:transition spd="slow" p14:dur="2000" advTm="92799"/>
    </mc:Choice>
    <mc:Fallback>
      <p:transition spd="slow" advTm="9279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97FA-7DE2-7548-1D83-1FAFAFA1BB06}"/>
              </a:ext>
            </a:extLst>
          </p:cNvPr>
          <p:cNvSpPr>
            <a:spLocks noGrp="1"/>
          </p:cNvSpPr>
          <p:nvPr>
            <p:ph type="title"/>
          </p:nvPr>
        </p:nvSpPr>
        <p:spPr/>
        <p:txBody>
          <a:bodyPr/>
          <a:lstStyle/>
          <a:p>
            <a:r>
              <a:rPr lang="en-US" dirty="0"/>
              <a:t>Searching for performance loss</a:t>
            </a:r>
          </a:p>
        </p:txBody>
      </p:sp>
      <p:pic>
        <p:nvPicPr>
          <p:cNvPr id="4" name="Content Placeholder 3">
            <a:extLst>
              <a:ext uri="{FF2B5EF4-FFF2-40B4-BE49-F238E27FC236}">
                <a16:creationId xmlns:a16="http://schemas.microsoft.com/office/drawing/2014/main" id="{9A46DCBA-958F-B87F-75FF-746E798C8297}"/>
              </a:ext>
            </a:extLst>
          </p:cNvPr>
          <p:cNvPicPr>
            <a:picLocks noGrp="1" noChangeAspect="1"/>
          </p:cNvPicPr>
          <p:nvPr>
            <p:ph idx="1"/>
          </p:nvPr>
        </p:nvPicPr>
        <p:blipFill>
          <a:blip r:embed="rId4"/>
          <a:stretch>
            <a:fillRect/>
          </a:stretch>
        </p:blipFill>
        <p:spPr>
          <a:xfrm>
            <a:off x="-130106" y="1915787"/>
            <a:ext cx="7920031" cy="4136670"/>
          </a:xfrm>
          <a:prstGeom prst="rect">
            <a:avLst/>
          </a:prstGeom>
        </p:spPr>
      </p:pic>
      <p:sp>
        <p:nvSpPr>
          <p:cNvPr id="5" name="TextBox 4">
            <a:extLst>
              <a:ext uri="{FF2B5EF4-FFF2-40B4-BE49-F238E27FC236}">
                <a16:creationId xmlns:a16="http://schemas.microsoft.com/office/drawing/2014/main" id="{126A7BA9-F26F-0D86-9685-BE8C1AA5FE5C}"/>
              </a:ext>
            </a:extLst>
          </p:cNvPr>
          <p:cNvSpPr txBox="1"/>
          <p:nvPr/>
        </p:nvSpPr>
        <p:spPr>
          <a:xfrm>
            <a:off x="8077200" y="2296886"/>
            <a:ext cx="3853543" cy="3693319"/>
          </a:xfrm>
          <a:prstGeom prst="rect">
            <a:avLst/>
          </a:prstGeom>
          <a:noFill/>
        </p:spPr>
        <p:txBody>
          <a:bodyPr wrap="square" rtlCol="0">
            <a:spAutoFit/>
          </a:bodyPr>
          <a:lstStyle/>
          <a:p>
            <a:pPr marL="285750" indent="-285750">
              <a:buFont typeface="Arial" panose="020B0604020202020204" pitchFamily="34" charset="0"/>
              <a:buChar char="•"/>
            </a:pPr>
            <a:r>
              <a:rPr lang="en-US" dirty="0"/>
              <a:t>The </a:t>
            </a:r>
            <a:r>
              <a:rPr lang="en-US" dirty="0" err="1"/>
              <a:t>barplot</a:t>
            </a:r>
            <a:r>
              <a:rPr lang="en-US" dirty="0"/>
              <a:t> shows the top 20 most important features in the random forest model.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Many of the words being selected as high value features have little emotional connotation such as “and” or “it”, but are still ranked highly regardless.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This may be causing part of the performance woes that we are experiencing. </a:t>
            </a:r>
          </a:p>
        </p:txBody>
      </p:sp>
      <p:pic>
        <p:nvPicPr>
          <p:cNvPr id="8" name="Audio 7">
            <a:hlinkClick r:id="" action="ppaction://media"/>
            <a:extLst>
              <a:ext uri="{FF2B5EF4-FFF2-40B4-BE49-F238E27FC236}">
                <a16:creationId xmlns:a16="http://schemas.microsoft.com/office/drawing/2014/main" id="{6C5A19B5-885A-03BA-51D9-D9D2C1EFC1C3}"/>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969080259"/>
      </p:ext>
    </p:extLst>
  </p:cSld>
  <p:clrMapOvr>
    <a:masterClrMapping/>
  </p:clrMapOvr>
  <mc:AlternateContent xmlns:mc="http://schemas.openxmlformats.org/markup-compatibility/2006">
    <mc:Choice xmlns:p14="http://schemas.microsoft.com/office/powerpoint/2010/main" Requires="p14">
      <p:transition spd="slow" p14:dur="2000" advTm="40856"/>
    </mc:Choice>
    <mc:Fallback>
      <p:transition spd="slow" advTm="4085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9AC07-70FE-4DE1-C6F7-343643B81117}"/>
              </a:ext>
            </a:extLst>
          </p:cNvPr>
          <p:cNvSpPr>
            <a:spLocks noGrp="1"/>
          </p:cNvSpPr>
          <p:nvPr>
            <p:ph type="title"/>
          </p:nvPr>
        </p:nvSpPr>
        <p:spPr/>
        <p:txBody>
          <a:bodyPr/>
          <a:lstStyle/>
          <a:p>
            <a:r>
              <a:rPr lang="en-US" dirty="0"/>
              <a:t>Further Loss Seeking </a:t>
            </a:r>
          </a:p>
        </p:txBody>
      </p:sp>
      <p:pic>
        <p:nvPicPr>
          <p:cNvPr id="4" name="Content Placeholder 3">
            <a:extLst>
              <a:ext uri="{FF2B5EF4-FFF2-40B4-BE49-F238E27FC236}">
                <a16:creationId xmlns:a16="http://schemas.microsoft.com/office/drawing/2014/main" id="{D2513989-84CE-0B60-BAD7-1AB6AFC0808D}"/>
              </a:ext>
            </a:extLst>
          </p:cNvPr>
          <p:cNvPicPr>
            <a:picLocks noGrp="1" noChangeAspect="1"/>
          </p:cNvPicPr>
          <p:nvPr>
            <p:ph idx="1"/>
          </p:nvPr>
        </p:nvPicPr>
        <p:blipFill>
          <a:blip r:embed="rId4"/>
          <a:stretch>
            <a:fillRect/>
          </a:stretch>
        </p:blipFill>
        <p:spPr>
          <a:xfrm>
            <a:off x="475580" y="2360825"/>
            <a:ext cx="10808072" cy="1456267"/>
          </a:xfrm>
          <a:prstGeom prst="rect">
            <a:avLst/>
          </a:prstGeom>
        </p:spPr>
      </p:pic>
      <p:pic>
        <p:nvPicPr>
          <p:cNvPr id="5" name="Picture 4">
            <a:extLst>
              <a:ext uri="{FF2B5EF4-FFF2-40B4-BE49-F238E27FC236}">
                <a16:creationId xmlns:a16="http://schemas.microsoft.com/office/drawing/2014/main" id="{795E3960-6D17-00EA-2500-2AFF86A543CA}"/>
              </a:ext>
            </a:extLst>
          </p:cNvPr>
          <p:cNvPicPr>
            <a:picLocks noChangeAspect="1"/>
          </p:cNvPicPr>
          <p:nvPr/>
        </p:nvPicPr>
        <p:blipFill>
          <a:blip r:embed="rId5"/>
          <a:stretch>
            <a:fillRect/>
          </a:stretch>
        </p:blipFill>
        <p:spPr>
          <a:xfrm>
            <a:off x="475580" y="3957740"/>
            <a:ext cx="10887819" cy="1728225"/>
          </a:xfrm>
          <a:prstGeom prst="rect">
            <a:avLst/>
          </a:prstGeom>
        </p:spPr>
      </p:pic>
      <p:sp>
        <p:nvSpPr>
          <p:cNvPr id="6" name="TextBox 5">
            <a:extLst>
              <a:ext uri="{FF2B5EF4-FFF2-40B4-BE49-F238E27FC236}">
                <a16:creationId xmlns:a16="http://schemas.microsoft.com/office/drawing/2014/main" id="{29C591BF-14B5-22E5-1EF7-FAB088D9BA6D}"/>
              </a:ext>
            </a:extLst>
          </p:cNvPr>
          <p:cNvSpPr txBox="1"/>
          <p:nvPr/>
        </p:nvSpPr>
        <p:spPr>
          <a:xfrm>
            <a:off x="609600" y="5910943"/>
            <a:ext cx="10504714" cy="923330"/>
          </a:xfrm>
          <a:prstGeom prst="rect">
            <a:avLst/>
          </a:prstGeom>
          <a:noFill/>
        </p:spPr>
        <p:txBody>
          <a:bodyPr wrap="square" rtlCol="0">
            <a:spAutoFit/>
          </a:bodyPr>
          <a:lstStyle/>
          <a:p>
            <a:r>
              <a:rPr lang="en-US" dirty="0"/>
              <a:t>List of the most common words by label for the binary labels, looking at the data being used with the model. The top list shows the first list output, the second list shows the first list after modifying and removing cross label words by adding them to the </a:t>
            </a:r>
            <a:r>
              <a:rPr lang="en-US" dirty="0" err="1"/>
              <a:t>stopwords</a:t>
            </a:r>
            <a:r>
              <a:rPr lang="en-US" dirty="0"/>
              <a:t> dictionary. Model performance was slightly improved over base. </a:t>
            </a:r>
          </a:p>
        </p:txBody>
      </p:sp>
      <p:pic>
        <p:nvPicPr>
          <p:cNvPr id="9" name="Audio 8">
            <a:hlinkClick r:id="" action="ppaction://media"/>
            <a:extLst>
              <a:ext uri="{FF2B5EF4-FFF2-40B4-BE49-F238E27FC236}">
                <a16:creationId xmlns:a16="http://schemas.microsoft.com/office/drawing/2014/main" id="{66378800-B552-5154-3299-6D2773BD588F}"/>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03125" t="-203125" r="-203125" b="-20312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216761563"/>
      </p:ext>
    </p:extLst>
  </p:cSld>
  <p:clrMapOvr>
    <a:masterClrMapping/>
  </p:clrMapOvr>
  <mc:AlternateContent xmlns:mc="http://schemas.openxmlformats.org/markup-compatibility/2006">
    <mc:Choice xmlns:p14="http://schemas.microsoft.com/office/powerpoint/2010/main" Requires="p14">
      <p:transition spd="slow" p14:dur="2000" advTm="44879"/>
    </mc:Choice>
    <mc:Fallback>
      <p:transition spd="slow" advTm="4487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0B202-F3BD-8958-7C03-5FDC7E38DFDD}"/>
              </a:ext>
            </a:extLst>
          </p:cNvPr>
          <p:cNvSpPr>
            <a:spLocks noGrp="1"/>
          </p:cNvSpPr>
          <p:nvPr>
            <p:ph type="title"/>
          </p:nvPr>
        </p:nvSpPr>
        <p:spPr/>
        <p:txBody>
          <a:bodyPr/>
          <a:lstStyle/>
          <a:p>
            <a:r>
              <a:rPr lang="en-US" dirty="0"/>
              <a:t>Conclusions and final thoughts</a:t>
            </a:r>
          </a:p>
        </p:txBody>
      </p:sp>
      <p:graphicFrame>
        <p:nvGraphicFramePr>
          <p:cNvPr id="5" name="Content Placeholder 2">
            <a:extLst>
              <a:ext uri="{FF2B5EF4-FFF2-40B4-BE49-F238E27FC236}">
                <a16:creationId xmlns:a16="http://schemas.microsoft.com/office/drawing/2014/main" id="{7FA1CDF8-C0D0-4EB2-2E20-CE46C72713B3}"/>
              </a:ext>
            </a:extLst>
          </p:cNvPr>
          <p:cNvGraphicFramePr>
            <a:graphicFrameLocks noGrp="1"/>
          </p:cNvGraphicFramePr>
          <p:nvPr>
            <p:ph idx="1"/>
          </p:nvPr>
        </p:nvGraphicFramePr>
        <p:xfrm>
          <a:off x="685801" y="2142067"/>
          <a:ext cx="10131425" cy="364913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7" name="Audio 6">
            <a:hlinkClick r:id="" action="ppaction://media"/>
            <a:extLst>
              <a:ext uri="{FF2B5EF4-FFF2-40B4-BE49-F238E27FC236}">
                <a16:creationId xmlns:a16="http://schemas.microsoft.com/office/drawing/2014/main" id="{78CCFD72-A10D-01A9-7BCA-3C70DD94B1D7}"/>
              </a:ext>
            </a:extLst>
          </p:cNvPr>
          <p:cNvPicPr>
            <a:picLocks noChangeAspect="1"/>
          </p:cNvPicPr>
          <p:nvPr>
            <a:audioFile r:link="rId2"/>
            <p:extLst>
              <p:ext uri="{DAA4B4D4-6D71-4841-9C94-3DE7FCFB9230}">
                <p14:media xmlns:p14="http://schemas.microsoft.com/office/powerpoint/2010/main" r:embed="rId1"/>
              </p:ext>
            </p:extLst>
          </p:nvPr>
        </p:nvPicPr>
        <p:blipFill>
          <a:blip r:embed="rId9"/>
          <a:srcRect l="-203125" t="-203125" r="-203125" b="-20312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720531173"/>
      </p:ext>
    </p:extLst>
  </p:cSld>
  <p:clrMapOvr>
    <a:masterClrMapping/>
  </p:clrMapOvr>
  <mc:AlternateContent xmlns:mc="http://schemas.openxmlformats.org/markup-compatibility/2006">
    <mc:Choice xmlns:p14="http://schemas.microsoft.com/office/powerpoint/2010/main" Requires="p14">
      <p:transition spd="slow" p14:dur="2000" advTm="88206"/>
    </mc:Choice>
    <mc:Fallback>
      <p:transition spd="slow" advTm="8820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5"/>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4961B61-03D2-49E9-BD4B-B3A93E5A2C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5" cy="68562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F719563D-93CB-4148-9B1C-AB39FA117B4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6">
            <a:alphaModFix amt="51000"/>
            <a:extLst>
              <a:ext uri="{28A0092B-C50C-407E-A947-70E740481C1C}">
                <a14:useLocalDpi xmlns:a14="http://schemas.microsoft.com/office/drawing/2010/main" val="0"/>
              </a:ext>
            </a:extLst>
          </a:blip>
          <a:stretch>
            <a:fillRect/>
          </a:stretch>
        </p:blipFill>
        <p:spPr>
          <a:xfrm>
            <a:off x="0" y="1786"/>
            <a:ext cx="12188825" cy="6856214"/>
          </a:xfrm>
          <a:prstGeom prst="rect">
            <a:avLst/>
          </a:prstGeom>
        </p:spPr>
      </p:pic>
      <p:pic>
        <p:nvPicPr>
          <p:cNvPr id="5" name="Picture 4" descr="light spots">
            <a:extLst>
              <a:ext uri="{FF2B5EF4-FFF2-40B4-BE49-F238E27FC236}">
                <a16:creationId xmlns:a16="http://schemas.microsoft.com/office/drawing/2014/main" id="{20A520D0-11CF-4639-8537-F56A8A2FDCFD}"/>
              </a:ext>
            </a:extLst>
          </p:cNvPr>
          <p:cNvPicPr>
            <a:picLocks noChangeAspect="1"/>
          </p:cNvPicPr>
          <p:nvPr/>
        </p:nvPicPr>
        <p:blipFill rotWithShape="1">
          <a:blip r:embed="rId7">
            <a:alphaModFix amt="20000"/>
            <a:extLst>
              <a:ext uri="{28A0092B-C50C-407E-A947-70E740481C1C}">
                <a14:useLocalDpi xmlns:a14="http://schemas.microsoft.com/office/drawing/2010/main"/>
              </a:ext>
            </a:extLst>
          </a:blip>
          <a:srcRect/>
          <a:stretch/>
        </p:blipFill>
        <p:spPr>
          <a:xfrm>
            <a:off x="20" y="10"/>
            <a:ext cx="12191980" cy="6857990"/>
          </a:xfrm>
          <a:prstGeom prst="rect">
            <a:avLst/>
          </a:prstGeom>
        </p:spPr>
      </p:pic>
      <p:sp>
        <p:nvSpPr>
          <p:cNvPr id="14" name="Rectangle 13">
            <a:extLst>
              <a:ext uri="{FF2B5EF4-FFF2-40B4-BE49-F238E27FC236}">
                <a16:creationId xmlns:a16="http://schemas.microsoft.com/office/drawing/2014/main" id="{E8AF3458-709F-4682-8E3C-FA8FECC8EC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2912" y="2125133"/>
            <a:ext cx="8736013" cy="2607734"/>
          </a:xfrm>
          <a:prstGeom prst="rect">
            <a:avLst/>
          </a:prstGeom>
          <a:solidFill>
            <a:schemeClr val="bg1">
              <a:alpha val="35000"/>
            </a:schemeClr>
          </a:solid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solidFill>
                <a:schemeClr val="tx1"/>
              </a:solidFill>
            </a:endParaRPr>
          </a:p>
        </p:txBody>
      </p:sp>
      <p:sp>
        <p:nvSpPr>
          <p:cNvPr id="2" name="Title 1">
            <a:extLst>
              <a:ext uri="{FF2B5EF4-FFF2-40B4-BE49-F238E27FC236}">
                <a16:creationId xmlns:a16="http://schemas.microsoft.com/office/drawing/2014/main" id="{D44BCB7C-A6FC-4118-9027-468ECFDE6455}"/>
              </a:ext>
            </a:extLst>
          </p:cNvPr>
          <p:cNvSpPr>
            <a:spLocks noGrp="1"/>
          </p:cNvSpPr>
          <p:nvPr>
            <p:ph type="ctrTitle"/>
          </p:nvPr>
        </p:nvSpPr>
        <p:spPr>
          <a:xfrm>
            <a:off x="1922991" y="2298700"/>
            <a:ext cx="8347076" cy="1595952"/>
          </a:xfrm>
        </p:spPr>
        <p:txBody>
          <a:bodyPr>
            <a:normAutofit/>
          </a:bodyPr>
          <a:lstStyle/>
          <a:p>
            <a:pPr algn="ctr"/>
            <a:r>
              <a:rPr lang="en-US" dirty="0"/>
              <a:t>Thank You!</a:t>
            </a:r>
            <a:endParaRPr lang="en-US"/>
          </a:p>
        </p:txBody>
      </p:sp>
      <p:sp>
        <p:nvSpPr>
          <p:cNvPr id="3" name="Subtitle 2">
            <a:extLst>
              <a:ext uri="{FF2B5EF4-FFF2-40B4-BE49-F238E27FC236}">
                <a16:creationId xmlns:a16="http://schemas.microsoft.com/office/drawing/2014/main" id="{4B64FA72-B055-4AE3-A6FD-8071BD687CBE}"/>
              </a:ext>
            </a:extLst>
          </p:cNvPr>
          <p:cNvSpPr>
            <a:spLocks noGrp="1"/>
          </p:cNvSpPr>
          <p:nvPr>
            <p:ph type="subTitle" idx="1"/>
          </p:nvPr>
        </p:nvSpPr>
        <p:spPr>
          <a:xfrm>
            <a:off x="1918758" y="3894653"/>
            <a:ext cx="8355542" cy="664647"/>
          </a:xfrm>
        </p:spPr>
        <p:txBody>
          <a:bodyPr>
            <a:normAutofit/>
          </a:bodyPr>
          <a:lstStyle/>
          <a:p>
            <a:pPr algn="ctr"/>
            <a:r>
              <a:rPr lang="en-US"/>
              <a:t>kdroller@syr.edu</a:t>
            </a:r>
          </a:p>
        </p:txBody>
      </p:sp>
      <p:pic>
        <p:nvPicPr>
          <p:cNvPr id="11" name="Audio 10">
            <a:hlinkClick r:id="" action="ppaction://media"/>
            <a:extLst>
              <a:ext uri="{FF2B5EF4-FFF2-40B4-BE49-F238E27FC236}">
                <a16:creationId xmlns:a16="http://schemas.microsoft.com/office/drawing/2014/main" id="{58031347-54E4-4BCB-C349-E4171B8CFA7C}"/>
              </a:ext>
            </a:extLst>
          </p:cNvPr>
          <p:cNvPicPr>
            <a:picLocks noChangeAspect="1"/>
          </p:cNvPicPr>
          <p:nvPr>
            <a:audioFile r:link="rId2"/>
            <p:extLst>
              <p:ext uri="{DAA4B4D4-6D71-4841-9C94-3DE7FCFB9230}">
                <p14:media xmlns:p14="http://schemas.microsoft.com/office/powerpoint/2010/main" r:embed="rId1"/>
              </p:ext>
            </p:extLst>
          </p:nvPr>
        </p:nvPicPr>
        <p:blipFill>
          <a:blip r:embed="rId8"/>
          <a:srcRect l="-203125" t="-203125" r="-203125" b="-20312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939930866"/>
      </p:ext>
    </p:extLst>
  </p:cSld>
  <p:clrMapOvr>
    <a:masterClrMapping/>
  </p:clrMapOvr>
  <mc:AlternateContent xmlns:mc="http://schemas.openxmlformats.org/markup-compatibility/2006">
    <mc:Choice xmlns:p14="http://schemas.microsoft.com/office/powerpoint/2010/main" Requires="p14">
      <p:transition spd="slow" p14:dur="2000" advTm="6311"/>
    </mc:Choice>
    <mc:Fallback>
      <p:transition spd="slow" advTm="631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3F296A"/>
      </a:dk2>
      <a:lt2>
        <a:srgbClr val="EBEBEB"/>
      </a:lt2>
      <a:accent1>
        <a:srgbClr val="E84574"/>
      </a:accent1>
      <a:accent2>
        <a:srgbClr val="798FF2"/>
      </a:accent2>
      <a:accent3>
        <a:srgbClr val="95C369"/>
      </a:accent3>
      <a:accent4>
        <a:srgbClr val="EE875A"/>
      </a:accent4>
      <a:accent5>
        <a:srgbClr val="C363E8"/>
      </a:accent5>
      <a:accent6>
        <a:srgbClr val="6AADC8"/>
      </a:accent6>
      <a:hlink>
        <a:srgbClr val="FE80C7"/>
      </a:hlink>
      <a:folHlink>
        <a:srgbClr val="FBA3EC"/>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E8D3305-1D9D-4BC8-A40F-6F8AE50BD7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F08B90B-70ED-4539-9C14-FB2728D9064F}">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A0D51BCB-0419-432E-B7F1-25548446A6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Future design</Template>
  <TotalTime>161</TotalTime>
  <Words>954</Words>
  <Application>Microsoft Office PowerPoint</Application>
  <PresentationFormat>Widescreen</PresentationFormat>
  <Paragraphs>121</Paragraphs>
  <Slides>11</Slides>
  <Notes>2</Notes>
  <HiddenSlides>0</HiddenSlides>
  <MMClips>11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Arial</vt:lpstr>
      <vt:lpstr>Calibri</vt:lpstr>
      <vt:lpstr>Calibri Light</vt:lpstr>
      <vt:lpstr>Celestial</vt:lpstr>
      <vt:lpstr>Song Sentiment Toolset Results</vt:lpstr>
      <vt:lpstr>Project Refresher  </vt:lpstr>
      <vt:lpstr>Previously…</vt:lpstr>
      <vt:lpstr>Next steps</vt:lpstr>
      <vt:lpstr>Multinomial Naïve Bayes</vt:lpstr>
      <vt:lpstr>SVC and Linear svc</vt:lpstr>
      <vt:lpstr>Random Forest</vt:lpstr>
      <vt:lpstr>Searching for performance loss</vt:lpstr>
      <vt:lpstr>Further Loss Seeking </vt:lpstr>
      <vt:lpstr>Conclusions and final thoughts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Kent Roller</dc:creator>
  <cp:lastModifiedBy>Kent Roller</cp:lastModifiedBy>
  <cp:revision>1</cp:revision>
  <dcterms:created xsi:type="dcterms:W3CDTF">2025-03-19T06:28:51Z</dcterms:created>
  <dcterms:modified xsi:type="dcterms:W3CDTF">2025-03-21T02:29:42Z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