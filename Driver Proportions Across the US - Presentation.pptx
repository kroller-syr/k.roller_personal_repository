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32"/>
  </p:notesMasterIdLst>
  <p:handoutMasterIdLst>
    <p:handoutMasterId r:id="rId33"/>
  </p:handoutMasterIdLst>
  <p:sldIdLst>
    <p:sldId id="281" r:id="rId5"/>
    <p:sldId id="293" r:id="rId6"/>
    <p:sldId id="294" r:id="rId7"/>
    <p:sldId id="295" r:id="rId8"/>
    <p:sldId id="296" r:id="rId9"/>
    <p:sldId id="297" r:id="rId10"/>
    <p:sldId id="298" r:id="rId11"/>
    <p:sldId id="299" r:id="rId12"/>
    <p:sldId id="300" r:id="rId13"/>
    <p:sldId id="301" r:id="rId14"/>
    <p:sldId id="302" r:id="rId15"/>
    <p:sldId id="303" r:id="rId16"/>
    <p:sldId id="304" r:id="rId17"/>
    <p:sldId id="305" r:id="rId18"/>
    <p:sldId id="306" r:id="rId19"/>
    <p:sldId id="307" r:id="rId20"/>
    <p:sldId id="308" r:id="rId21"/>
    <p:sldId id="309" r:id="rId22"/>
    <p:sldId id="310" r:id="rId23"/>
    <p:sldId id="311" r:id="rId24"/>
    <p:sldId id="312" r:id="rId25"/>
    <p:sldId id="313" r:id="rId26"/>
    <p:sldId id="314" r:id="rId27"/>
    <p:sldId id="315" r:id="rId28"/>
    <p:sldId id="316" r:id="rId29"/>
    <p:sldId id="317" r:id="rId30"/>
    <p:sldId id="282" r:id="rId3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5F1A160-FCC7-4DF2-9C53-77922999606D}" v="68" dt="2024-09-09T02:52:38.346"/>
  </p1510:revLst>
</p1510:revInfo>
</file>

<file path=ppt/tableStyles.xml><?xml version="1.0" encoding="utf-8"?>
<a:tblStyleLst xmlns:a="http://schemas.openxmlformats.org/drawingml/2006/main" def="{7E9639D4-E3E2-4D34-9284-5A2195B3D0D7}">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020" autoAdjust="0"/>
    <p:restoredTop sz="94879" autoAdjust="0"/>
  </p:normalViewPr>
  <p:slideViewPr>
    <p:cSldViewPr snapToGrid="0">
      <p:cViewPr varScale="1">
        <p:scale>
          <a:sx n="153" d="100"/>
          <a:sy n="153" d="100"/>
        </p:scale>
        <p:origin x="600" y="84"/>
      </p:cViewPr>
      <p:guideLst/>
    </p:cSldViewPr>
  </p:slideViewPr>
  <p:outlineViewPr>
    <p:cViewPr>
      <p:scale>
        <a:sx n="33" d="100"/>
        <a:sy n="33" d="100"/>
      </p:scale>
      <p:origin x="0" y="-4032"/>
    </p:cViewPr>
  </p:outlineViewPr>
  <p:notesTextViewPr>
    <p:cViewPr>
      <p:scale>
        <a:sx n="1" d="1"/>
        <a:sy n="1" d="1"/>
      </p:scale>
      <p:origin x="0" y="0"/>
    </p:cViewPr>
  </p:notesTextViewPr>
  <p:sorterViewPr>
    <p:cViewPr>
      <p:scale>
        <a:sx n="100" d="100"/>
        <a:sy n="100" d="100"/>
      </p:scale>
      <p:origin x="0" y="-1757"/>
    </p:cViewPr>
  </p:sorterViewPr>
  <p:notesViewPr>
    <p:cSldViewPr snapToGrid="0">
      <p:cViewPr>
        <p:scale>
          <a:sx n="1" d="2"/>
          <a:sy n="1" d="2"/>
        </p:scale>
        <p:origin x="3480" y="552"/>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microsoft.com/office/2015/10/relationships/revisionInfo" Target="revisionInfo.xml"/><Relationship Id="rId21" Type="http://schemas.openxmlformats.org/officeDocument/2006/relationships/slide" Target="slides/slide17.xml"/><Relationship Id="rId34"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handoutMaster" Target="handoutMasters/handoutMaster1.xml"/><Relationship Id="rId38" Type="http://schemas.microsoft.com/office/2016/11/relationships/changesInfo" Target="changesInfos/changesInfo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notesMaster" Target="notesMasters/notesMaster1.xml"/><Relationship Id="rId37" Type="http://schemas.openxmlformats.org/officeDocument/2006/relationships/tableStyles" Target="tableStyles.xml"/><Relationship Id="rId40" Type="http://schemas.microsoft.com/office/2018/10/relationships/authors" Target="author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viewProps" Target="viewProps.xml"/><Relationship Id="rId8" Type="http://schemas.openxmlformats.org/officeDocument/2006/relationships/slide" Target="slides/slide4.xml"/><Relationship Id="rId3" Type="http://schemas.openxmlformats.org/officeDocument/2006/relationships/customXml" Target="../customXml/item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ent Roller" userId="817c41d8bb86f71b" providerId="LiveId" clId="{C5F1A160-FCC7-4DF2-9C53-77922999606D}"/>
    <pc:docChg chg="undo custSel addSld delSld modSld">
      <pc:chgData name="Kent Roller" userId="817c41d8bb86f71b" providerId="LiveId" clId="{C5F1A160-FCC7-4DF2-9C53-77922999606D}" dt="2024-09-09T02:52:38.346" v="4049" actId="20577"/>
      <pc:docMkLst>
        <pc:docMk/>
      </pc:docMkLst>
      <pc:sldChg chg="del">
        <pc:chgData name="Kent Roller" userId="817c41d8bb86f71b" providerId="LiveId" clId="{C5F1A160-FCC7-4DF2-9C53-77922999606D}" dt="2024-09-09T01:48:38.542" v="1005" actId="47"/>
        <pc:sldMkLst>
          <pc:docMk/>
          <pc:sldMk cId="3666674671" sldId="261"/>
        </pc:sldMkLst>
      </pc:sldChg>
      <pc:sldChg chg="del">
        <pc:chgData name="Kent Roller" userId="817c41d8bb86f71b" providerId="LiveId" clId="{C5F1A160-FCC7-4DF2-9C53-77922999606D}" dt="2024-09-09T01:48:21.566" v="999" actId="47"/>
        <pc:sldMkLst>
          <pc:docMk/>
          <pc:sldMk cId="729609147" sldId="265"/>
        </pc:sldMkLst>
      </pc:sldChg>
      <pc:sldChg chg="del">
        <pc:chgData name="Kent Roller" userId="817c41d8bb86f71b" providerId="LiveId" clId="{C5F1A160-FCC7-4DF2-9C53-77922999606D}" dt="2024-09-09T01:48:26.202" v="1002" actId="47"/>
        <pc:sldMkLst>
          <pc:docMk/>
          <pc:sldMk cId="643777997" sldId="266"/>
        </pc:sldMkLst>
      </pc:sldChg>
      <pc:sldChg chg="del">
        <pc:chgData name="Kent Roller" userId="817c41d8bb86f71b" providerId="LiveId" clId="{C5F1A160-FCC7-4DF2-9C53-77922999606D}" dt="2024-09-09T01:48:25.110" v="1001" actId="47"/>
        <pc:sldMkLst>
          <pc:docMk/>
          <pc:sldMk cId="4259977132" sldId="268"/>
        </pc:sldMkLst>
      </pc:sldChg>
      <pc:sldChg chg="del">
        <pc:chgData name="Kent Roller" userId="817c41d8bb86f71b" providerId="LiveId" clId="{C5F1A160-FCC7-4DF2-9C53-77922999606D}" dt="2024-09-09T01:48:35.466" v="1004" actId="47"/>
        <pc:sldMkLst>
          <pc:docMk/>
          <pc:sldMk cId="1679936628" sldId="273"/>
        </pc:sldMkLst>
      </pc:sldChg>
      <pc:sldChg chg="del">
        <pc:chgData name="Kent Roller" userId="817c41d8bb86f71b" providerId="LiveId" clId="{C5F1A160-FCC7-4DF2-9C53-77922999606D}" dt="2024-09-09T01:48:24.045" v="1000" actId="47"/>
        <pc:sldMkLst>
          <pc:docMk/>
          <pc:sldMk cId="1649597717" sldId="277"/>
        </pc:sldMkLst>
      </pc:sldChg>
      <pc:sldChg chg="del">
        <pc:chgData name="Kent Roller" userId="817c41d8bb86f71b" providerId="LiveId" clId="{C5F1A160-FCC7-4DF2-9C53-77922999606D}" dt="2024-09-09T01:48:39.916" v="1006" actId="47"/>
        <pc:sldMkLst>
          <pc:docMk/>
          <pc:sldMk cId="3930438526" sldId="278"/>
        </pc:sldMkLst>
      </pc:sldChg>
      <pc:sldChg chg="del">
        <pc:chgData name="Kent Roller" userId="817c41d8bb86f71b" providerId="LiveId" clId="{C5F1A160-FCC7-4DF2-9C53-77922999606D}" dt="2024-09-09T01:48:19.630" v="998" actId="47"/>
        <pc:sldMkLst>
          <pc:docMk/>
          <pc:sldMk cId="2243159397" sldId="279"/>
        </pc:sldMkLst>
      </pc:sldChg>
      <pc:sldChg chg="del">
        <pc:chgData name="Kent Roller" userId="817c41d8bb86f71b" providerId="LiveId" clId="{C5F1A160-FCC7-4DF2-9C53-77922999606D}" dt="2024-09-09T02:43:21.256" v="3405" actId="47"/>
        <pc:sldMkLst>
          <pc:docMk/>
          <pc:sldMk cId="467869221" sldId="280"/>
        </pc:sldMkLst>
      </pc:sldChg>
      <pc:sldChg chg="modSp mod">
        <pc:chgData name="Kent Roller" userId="817c41d8bb86f71b" providerId="LiveId" clId="{C5F1A160-FCC7-4DF2-9C53-77922999606D}" dt="2024-09-09T02:50:27.619" v="4047" actId="20577"/>
        <pc:sldMkLst>
          <pc:docMk/>
          <pc:sldMk cId="639264769" sldId="281"/>
        </pc:sldMkLst>
        <pc:spChg chg="mod">
          <ac:chgData name="Kent Roller" userId="817c41d8bb86f71b" providerId="LiveId" clId="{C5F1A160-FCC7-4DF2-9C53-77922999606D}" dt="2024-09-09T02:50:27.619" v="4047" actId="20577"/>
          <ac:spMkLst>
            <pc:docMk/>
            <pc:sldMk cId="639264769" sldId="281"/>
            <ac:spMk id="6" creationId="{F20A922B-22EC-7FD8-FA8C-2FFAC558BD66}"/>
          </ac:spMkLst>
        </pc:spChg>
      </pc:sldChg>
      <pc:sldChg chg="modSp mod">
        <pc:chgData name="Kent Roller" userId="817c41d8bb86f71b" providerId="LiveId" clId="{C5F1A160-FCC7-4DF2-9C53-77922999606D}" dt="2024-09-09T02:50:08.525" v="4045" actId="20577"/>
        <pc:sldMkLst>
          <pc:docMk/>
          <pc:sldMk cId="2184472291" sldId="282"/>
        </pc:sldMkLst>
        <pc:spChg chg="mod">
          <ac:chgData name="Kent Roller" userId="817c41d8bb86f71b" providerId="LiveId" clId="{C5F1A160-FCC7-4DF2-9C53-77922999606D}" dt="2024-09-09T02:50:08.525" v="4045" actId="20577"/>
          <ac:spMkLst>
            <pc:docMk/>
            <pc:sldMk cId="2184472291" sldId="282"/>
            <ac:spMk id="8" creationId="{86613063-168A-02B8-4326-BB842F3B83E2}"/>
          </ac:spMkLst>
        </pc:spChg>
      </pc:sldChg>
      <pc:sldChg chg="del">
        <pc:chgData name="Kent Roller" userId="817c41d8bb86f71b" providerId="LiveId" clId="{C5F1A160-FCC7-4DF2-9C53-77922999606D}" dt="2024-09-09T02:38:12.160" v="3366" actId="47"/>
        <pc:sldMkLst>
          <pc:docMk/>
          <pc:sldMk cId="1672017990" sldId="284"/>
        </pc:sldMkLst>
      </pc:sldChg>
      <pc:sldChg chg="del">
        <pc:chgData name="Kent Roller" userId="817c41d8bb86f71b" providerId="LiveId" clId="{C5F1A160-FCC7-4DF2-9C53-77922999606D}" dt="2024-09-09T01:48:28.182" v="1003" actId="47"/>
        <pc:sldMkLst>
          <pc:docMk/>
          <pc:sldMk cId="4233691277" sldId="292"/>
        </pc:sldMkLst>
      </pc:sldChg>
      <pc:sldChg chg="modSp mod">
        <pc:chgData name="Kent Roller" userId="817c41d8bb86f71b" providerId="LiveId" clId="{C5F1A160-FCC7-4DF2-9C53-77922999606D}" dt="2024-09-09T01:49:54.554" v="1008" actId="27636"/>
        <pc:sldMkLst>
          <pc:docMk/>
          <pc:sldMk cId="2275220468" sldId="295"/>
        </pc:sldMkLst>
        <pc:spChg chg="mod">
          <ac:chgData name="Kent Roller" userId="817c41d8bb86f71b" providerId="LiveId" clId="{C5F1A160-FCC7-4DF2-9C53-77922999606D}" dt="2024-09-09T01:49:54.554" v="1008" actId="27636"/>
          <ac:spMkLst>
            <pc:docMk/>
            <pc:sldMk cId="2275220468" sldId="295"/>
            <ac:spMk id="3" creationId="{EB5A60D1-B445-9C76-E7F3-2A66789B9D84}"/>
          </ac:spMkLst>
        </pc:spChg>
      </pc:sldChg>
      <pc:sldChg chg="modSp mod">
        <pc:chgData name="Kent Roller" userId="817c41d8bb86f71b" providerId="LiveId" clId="{C5F1A160-FCC7-4DF2-9C53-77922999606D}" dt="2024-09-09T02:37:50.800" v="3364" actId="1076"/>
        <pc:sldMkLst>
          <pc:docMk/>
          <pc:sldMk cId="2054652723" sldId="296"/>
        </pc:sldMkLst>
        <pc:spChg chg="mod">
          <ac:chgData name="Kent Roller" userId="817c41d8bb86f71b" providerId="LiveId" clId="{C5F1A160-FCC7-4DF2-9C53-77922999606D}" dt="2024-09-09T02:37:50.800" v="3364" actId="1076"/>
          <ac:spMkLst>
            <pc:docMk/>
            <pc:sldMk cId="2054652723" sldId="296"/>
            <ac:spMk id="3" creationId="{A59CCF28-CEBE-47AF-D68D-9AEA6C794ACB}"/>
          </ac:spMkLst>
        </pc:spChg>
        <pc:picChg chg="mod">
          <ac:chgData name="Kent Roller" userId="817c41d8bb86f71b" providerId="LiveId" clId="{C5F1A160-FCC7-4DF2-9C53-77922999606D}" dt="2024-09-09T02:37:37.637" v="3363" actId="1076"/>
          <ac:picMkLst>
            <pc:docMk/>
            <pc:sldMk cId="2054652723" sldId="296"/>
            <ac:picMk id="5" creationId="{8A0AD39E-1E83-1A85-A101-5234A1E615C4}"/>
          </ac:picMkLst>
        </pc:picChg>
      </pc:sldChg>
      <pc:sldChg chg="addSp delSp modSp mod delAnim">
        <pc:chgData name="Kent Roller" userId="817c41d8bb86f71b" providerId="LiveId" clId="{C5F1A160-FCC7-4DF2-9C53-77922999606D}" dt="2024-09-09T01:09:15.090" v="62" actId="14100"/>
        <pc:sldMkLst>
          <pc:docMk/>
          <pc:sldMk cId="3735126105" sldId="306"/>
        </pc:sldMkLst>
        <pc:spChg chg="mod">
          <ac:chgData name="Kent Roller" userId="817c41d8bb86f71b" providerId="LiveId" clId="{C5F1A160-FCC7-4DF2-9C53-77922999606D}" dt="2024-09-09T01:08:42.456" v="12" actId="1076"/>
          <ac:spMkLst>
            <pc:docMk/>
            <pc:sldMk cId="3735126105" sldId="306"/>
            <ac:spMk id="3" creationId="{8BFE6C62-1A66-A18C-4DB6-18DE337347AC}"/>
          </ac:spMkLst>
        </pc:spChg>
        <pc:picChg chg="del">
          <ac:chgData name="Kent Roller" userId="817c41d8bb86f71b" providerId="LiveId" clId="{C5F1A160-FCC7-4DF2-9C53-77922999606D}" dt="2024-09-09T01:06:17.232" v="0" actId="478"/>
          <ac:picMkLst>
            <pc:docMk/>
            <pc:sldMk cId="3735126105" sldId="306"/>
            <ac:picMk id="6" creationId="{4F6DB0ED-5744-418E-89E1-34E7A288D6C2}"/>
          </ac:picMkLst>
        </pc:picChg>
        <pc:picChg chg="add mod">
          <ac:chgData name="Kent Roller" userId="817c41d8bb86f71b" providerId="LiveId" clId="{C5F1A160-FCC7-4DF2-9C53-77922999606D}" dt="2024-09-09T01:09:15.090" v="62" actId="14100"/>
          <ac:picMkLst>
            <pc:docMk/>
            <pc:sldMk cId="3735126105" sldId="306"/>
            <ac:picMk id="8" creationId="{E5E5FAAB-43E3-F690-4CA5-6E763FE9FC87}"/>
          </ac:picMkLst>
        </pc:picChg>
      </pc:sldChg>
      <pc:sldChg chg="addSp delSp modSp new mod">
        <pc:chgData name="Kent Roller" userId="817c41d8bb86f71b" providerId="LiveId" clId="{C5F1A160-FCC7-4DF2-9C53-77922999606D}" dt="2024-09-09T01:34:38.014" v="359" actId="14100"/>
        <pc:sldMkLst>
          <pc:docMk/>
          <pc:sldMk cId="466426701" sldId="307"/>
        </pc:sldMkLst>
        <pc:spChg chg="mod">
          <ac:chgData name="Kent Roller" userId="817c41d8bb86f71b" providerId="LiveId" clId="{C5F1A160-FCC7-4DF2-9C53-77922999606D}" dt="2024-09-09T01:32:11.840" v="86" actId="20577"/>
          <ac:spMkLst>
            <pc:docMk/>
            <pc:sldMk cId="466426701" sldId="307"/>
            <ac:spMk id="2" creationId="{75D7D10A-FFF3-3BEA-BB77-69A1E880177E}"/>
          </ac:spMkLst>
        </pc:spChg>
        <pc:spChg chg="mod">
          <ac:chgData name="Kent Roller" userId="817c41d8bb86f71b" providerId="LiveId" clId="{C5F1A160-FCC7-4DF2-9C53-77922999606D}" dt="2024-09-09T01:33:17.524" v="349" actId="20577"/>
          <ac:spMkLst>
            <pc:docMk/>
            <pc:sldMk cId="466426701" sldId="307"/>
            <ac:spMk id="3" creationId="{6BC053DF-1C98-908A-12DA-50F46BDD35B7}"/>
          </ac:spMkLst>
        </pc:spChg>
        <pc:spChg chg="del">
          <ac:chgData name="Kent Roller" userId="817c41d8bb86f71b" providerId="LiveId" clId="{C5F1A160-FCC7-4DF2-9C53-77922999606D}" dt="2024-09-09T01:33:52.994" v="350" actId="22"/>
          <ac:spMkLst>
            <pc:docMk/>
            <pc:sldMk cId="466426701" sldId="307"/>
            <ac:spMk id="4" creationId="{1435765E-B9CC-3686-9730-C75C84FC88E0}"/>
          </ac:spMkLst>
        </pc:spChg>
        <pc:picChg chg="add mod ord">
          <ac:chgData name="Kent Roller" userId="817c41d8bb86f71b" providerId="LiveId" clId="{C5F1A160-FCC7-4DF2-9C53-77922999606D}" dt="2024-09-09T01:34:00.834" v="353" actId="1076"/>
          <ac:picMkLst>
            <pc:docMk/>
            <pc:sldMk cId="466426701" sldId="307"/>
            <ac:picMk id="6" creationId="{7E8C76E2-8D63-AA7F-8901-AE7466CE7DC9}"/>
          </ac:picMkLst>
        </pc:picChg>
        <pc:picChg chg="add mod">
          <ac:chgData name="Kent Roller" userId="817c41d8bb86f71b" providerId="LiveId" clId="{C5F1A160-FCC7-4DF2-9C53-77922999606D}" dt="2024-09-09T01:34:38.014" v="359" actId="14100"/>
          <ac:picMkLst>
            <pc:docMk/>
            <pc:sldMk cId="466426701" sldId="307"/>
            <ac:picMk id="8" creationId="{E439E78E-D5D2-E581-D699-444E1CA042A8}"/>
          </ac:picMkLst>
        </pc:picChg>
      </pc:sldChg>
      <pc:sldChg chg="addSp delSp modSp new mod">
        <pc:chgData name="Kent Roller" userId="817c41d8bb86f71b" providerId="LiveId" clId="{C5F1A160-FCC7-4DF2-9C53-77922999606D}" dt="2024-09-09T01:38:57.851" v="696" actId="1076"/>
        <pc:sldMkLst>
          <pc:docMk/>
          <pc:sldMk cId="3894185730" sldId="308"/>
        </pc:sldMkLst>
        <pc:spChg chg="mod">
          <ac:chgData name="Kent Roller" userId="817c41d8bb86f71b" providerId="LiveId" clId="{C5F1A160-FCC7-4DF2-9C53-77922999606D}" dt="2024-09-09T01:35:20.565" v="415" actId="20577"/>
          <ac:spMkLst>
            <pc:docMk/>
            <pc:sldMk cId="3894185730" sldId="308"/>
            <ac:spMk id="2" creationId="{C55322A4-2464-12AC-71E2-C8406849E89F}"/>
          </ac:spMkLst>
        </pc:spChg>
        <pc:spChg chg="del">
          <ac:chgData name="Kent Roller" userId="817c41d8bb86f71b" providerId="LiveId" clId="{C5F1A160-FCC7-4DF2-9C53-77922999606D}" dt="2024-09-09T01:35:46.676" v="416" actId="22"/>
          <ac:spMkLst>
            <pc:docMk/>
            <pc:sldMk cId="3894185730" sldId="308"/>
            <ac:spMk id="3" creationId="{0BA0C731-B521-D12D-CABE-64E5FA182961}"/>
          </ac:spMkLst>
        </pc:spChg>
        <pc:spChg chg="del">
          <ac:chgData name="Kent Roller" userId="817c41d8bb86f71b" providerId="LiveId" clId="{C5F1A160-FCC7-4DF2-9C53-77922999606D}" dt="2024-09-09T01:36:25.778" v="419" actId="22"/>
          <ac:spMkLst>
            <pc:docMk/>
            <pc:sldMk cId="3894185730" sldId="308"/>
            <ac:spMk id="4" creationId="{0D5BF03A-7E81-F9EC-FED7-91DF0000B657}"/>
          </ac:spMkLst>
        </pc:spChg>
        <pc:spChg chg="add mod">
          <ac:chgData name="Kent Roller" userId="817c41d8bb86f71b" providerId="LiveId" clId="{C5F1A160-FCC7-4DF2-9C53-77922999606D}" dt="2024-09-09T01:36:46.689" v="449" actId="20577"/>
          <ac:spMkLst>
            <pc:docMk/>
            <pc:sldMk cId="3894185730" sldId="308"/>
            <ac:spMk id="9" creationId="{6B7F931D-503F-F631-4050-C21D624DAEAE}"/>
          </ac:spMkLst>
        </pc:spChg>
        <pc:spChg chg="add mod">
          <ac:chgData name="Kent Roller" userId="817c41d8bb86f71b" providerId="LiveId" clId="{C5F1A160-FCC7-4DF2-9C53-77922999606D}" dt="2024-09-09T01:37:23.124" v="498" actId="14100"/>
          <ac:spMkLst>
            <pc:docMk/>
            <pc:sldMk cId="3894185730" sldId="308"/>
            <ac:spMk id="10" creationId="{E8DABF38-7368-67BC-A014-9661457AFF1F}"/>
          </ac:spMkLst>
        </pc:spChg>
        <pc:spChg chg="add mod">
          <ac:chgData name="Kent Roller" userId="817c41d8bb86f71b" providerId="LiveId" clId="{C5F1A160-FCC7-4DF2-9C53-77922999606D}" dt="2024-09-09T01:38:13.494" v="595" actId="1076"/>
          <ac:spMkLst>
            <pc:docMk/>
            <pc:sldMk cId="3894185730" sldId="308"/>
            <ac:spMk id="11" creationId="{61189188-EE39-8179-BE79-83134D0E85F3}"/>
          </ac:spMkLst>
        </pc:spChg>
        <pc:spChg chg="add mod">
          <ac:chgData name="Kent Roller" userId="817c41d8bb86f71b" providerId="LiveId" clId="{C5F1A160-FCC7-4DF2-9C53-77922999606D}" dt="2024-09-09T01:38:57.851" v="696" actId="1076"/>
          <ac:spMkLst>
            <pc:docMk/>
            <pc:sldMk cId="3894185730" sldId="308"/>
            <ac:spMk id="12" creationId="{4DB6FE59-D13B-2A4C-0122-B0897FF340F8}"/>
          </ac:spMkLst>
        </pc:spChg>
        <pc:picChg chg="add mod ord">
          <ac:chgData name="Kent Roller" userId="817c41d8bb86f71b" providerId="LiveId" clId="{C5F1A160-FCC7-4DF2-9C53-77922999606D}" dt="2024-09-09T01:35:52.317" v="418" actId="1076"/>
          <ac:picMkLst>
            <pc:docMk/>
            <pc:sldMk cId="3894185730" sldId="308"/>
            <ac:picMk id="6" creationId="{9FB5FD87-46B0-6CDB-741E-FB80B9F7DF91}"/>
          </ac:picMkLst>
        </pc:picChg>
        <pc:picChg chg="add mod ord">
          <ac:chgData name="Kent Roller" userId="817c41d8bb86f71b" providerId="LiveId" clId="{C5F1A160-FCC7-4DF2-9C53-77922999606D}" dt="2024-09-09T01:36:31.079" v="421" actId="14100"/>
          <ac:picMkLst>
            <pc:docMk/>
            <pc:sldMk cId="3894185730" sldId="308"/>
            <ac:picMk id="8" creationId="{7E57BD1F-B5DB-9526-5AD0-CEB7EA796399}"/>
          </ac:picMkLst>
        </pc:picChg>
      </pc:sldChg>
      <pc:sldChg chg="addSp delSp modSp new mod">
        <pc:chgData name="Kent Roller" userId="817c41d8bb86f71b" providerId="LiveId" clId="{C5F1A160-FCC7-4DF2-9C53-77922999606D}" dt="2024-09-09T01:44:57.184" v="996" actId="14100"/>
        <pc:sldMkLst>
          <pc:docMk/>
          <pc:sldMk cId="664229970" sldId="309"/>
        </pc:sldMkLst>
        <pc:spChg chg="mod">
          <ac:chgData name="Kent Roller" userId="817c41d8bb86f71b" providerId="LiveId" clId="{C5F1A160-FCC7-4DF2-9C53-77922999606D}" dt="2024-09-09T01:39:55.176" v="730" actId="20577"/>
          <ac:spMkLst>
            <pc:docMk/>
            <pc:sldMk cId="664229970" sldId="309"/>
            <ac:spMk id="2" creationId="{5CB9CBE6-2827-71BB-32D5-57E9CA5BCEE4}"/>
          </ac:spMkLst>
        </pc:spChg>
        <pc:spChg chg="del">
          <ac:chgData name="Kent Roller" userId="817c41d8bb86f71b" providerId="LiveId" clId="{C5F1A160-FCC7-4DF2-9C53-77922999606D}" dt="2024-09-09T01:40:25.219" v="731" actId="22"/>
          <ac:spMkLst>
            <pc:docMk/>
            <pc:sldMk cId="664229970" sldId="309"/>
            <ac:spMk id="3" creationId="{1CC3E80E-4189-0A25-5F25-C314538FD445}"/>
          </ac:spMkLst>
        </pc:spChg>
        <pc:spChg chg="del">
          <ac:chgData name="Kent Roller" userId="817c41d8bb86f71b" providerId="LiveId" clId="{C5F1A160-FCC7-4DF2-9C53-77922999606D}" dt="2024-09-09T01:40:46.124" v="734" actId="22"/>
          <ac:spMkLst>
            <pc:docMk/>
            <pc:sldMk cId="664229970" sldId="309"/>
            <ac:spMk id="4" creationId="{A436AD71-1C48-B025-2ECD-30C9AB053898}"/>
          </ac:spMkLst>
        </pc:spChg>
        <pc:spChg chg="add mod">
          <ac:chgData name="Kent Roller" userId="817c41d8bb86f71b" providerId="LiveId" clId="{C5F1A160-FCC7-4DF2-9C53-77922999606D}" dt="2024-09-09T01:44:49.428" v="994" actId="1076"/>
          <ac:spMkLst>
            <pc:docMk/>
            <pc:sldMk cId="664229970" sldId="309"/>
            <ac:spMk id="9" creationId="{12789CD6-EFD6-5FD9-CFCF-DDCA3276141E}"/>
          </ac:spMkLst>
        </pc:spChg>
        <pc:picChg chg="add mod ord">
          <ac:chgData name="Kent Roller" userId="817c41d8bb86f71b" providerId="LiveId" clId="{C5F1A160-FCC7-4DF2-9C53-77922999606D}" dt="2024-09-09T01:44:57.184" v="996" actId="14100"/>
          <ac:picMkLst>
            <pc:docMk/>
            <pc:sldMk cId="664229970" sldId="309"/>
            <ac:picMk id="6" creationId="{B33D3F13-C6D7-57CE-D736-A88D63E99D55}"/>
          </ac:picMkLst>
        </pc:picChg>
        <pc:picChg chg="add mod ord">
          <ac:chgData name="Kent Roller" userId="817c41d8bb86f71b" providerId="LiveId" clId="{C5F1A160-FCC7-4DF2-9C53-77922999606D}" dt="2024-09-09T01:44:54.491" v="995" actId="14100"/>
          <ac:picMkLst>
            <pc:docMk/>
            <pc:sldMk cId="664229970" sldId="309"/>
            <ac:picMk id="8" creationId="{7DF0CE67-C044-D905-C8BE-C71359068B84}"/>
          </ac:picMkLst>
        </pc:picChg>
      </pc:sldChg>
      <pc:sldChg chg="addSp delSp modSp new mod modClrScheme chgLayout">
        <pc:chgData name="Kent Roller" userId="817c41d8bb86f71b" providerId="LiveId" clId="{C5F1A160-FCC7-4DF2-9C53-77922999606D}" dt="2024-09-09T02:52:38.346" v="4049" actId="20577"/>
        <pc:sldMkLst>
          <pc:docMk/>
          <pc:sldMk cId="3101316585" sldId="310"/>
        </pc:sldMkLst>
        <pc:spChg chg="mod">
          <ac:chgData name="Kent Roller" userId="817c41d8bb86f71b" providerId="LiveId" clId="{C5F1A160-FCC7-4DF2-9C53-77922999606D}" dt="2024-09-09T02:17:06.040" v="1506" actId="1076"/>
          <ac:spMkLst>
            <pc:docMk/>
            <pc:sldMk cId="3101316585" sldId="310"/>
            <ac:spMk id="2" creationId="{D2D6FD67-1F18-76AB-81E6-B77C53237200}"/>
          </ac:spMkLst>
        </pc:spChg>
        <pc:spChg chg="del mod">
          <ac:chgData name="Kent Roller" userId="817c41d8bb86f71b" providerId="LiveId" clId="{C5F1A160-FCC7-4DF2-9C53-77922999606D}" dt="2024-09-09T01:52:58.467" v="1350" actId="26606"/>
          <ac:spMkLst>
            <pc:docMk/>
            <pc:sldMk cId="3101316585" sldId="310"/>
            <ac:spMk id="3" creationId="{750CC569-9E19-EC87-E608-665D4F2AC7DB}"/>
          </ac:spMkLst>
        </pc:spChg>
        <pc:spChg chg="del">
          <ac:chgData name="Kent Roller" userId="817c41d8bb86f71b" providerId="LiveId" clId="{C5F1A160-FCC7-4DF2-9C53-77922999606D}" dt="2024-09-09T01:52:58.467" v="1350" actId="26606"/>
          <ac:spMkLst>
            <pc:docMk/>
            <pc:sldMk cId="3101316585" sldId="310"/>
            <ac:spMk id="4" creationId="{6D37B56C-DC45-A1F5-2513-2621B5551311}"/>
          </ac:spMkLst>
        </pc:spChg>
        <pc:spChg chg="add del mod">
          <ac:chgData name="Kent Roller" userId="817c41d8bb86f71b" providerId="LiveId" clId="{C5F1A160-FCC7-4DF2-9C53-77922999606D}" dt="2024-09-09T01:53:31.851" v="1354" actId="478"/>
          <ac:spMkLst>
            <pc:docMk/>
            <pc:sldMk cId="3101316585" sldId="310"/>
            <ac:spMk id="9" creationId="{C031CE58-4783-75D7-A7E7-2A39FADB13AA}"/>
          </ac:spMkLst>
        </pc:spChg>
        <pc:spChg chg="add del mod">
          <ac:chgData name="Kent Roller" userId="817c41d8bb86f71b" providerId="LiveId" clId="{C5F1A160-FCC7-4DF2-9C53-77922999606D}" dt="2024-09-09T01:53:23.135" v="1351" actId="22"/>
          <ac:spMkLst>
            <pc:docMk/>
            <pc:sldMk cId="3101316585" sldId="310"/>
            <ac:spMk id="10" creationId="{DB01EB54-7623-1485-E7EC-0E19E330259B}"/>
          </ac:spMkLst>
        </pc:spChg>
        <pc:spChg chg="add mod">
          <ac:chgData name="Kent Roller" userId="817c41d8bb86f71b" providerId="LiveId" clId="{C5F1A160-FCC7-4DF2-9C53-77922999606D}" dt="2024-09-09T02:16:57.212" v="1505" actId="1076"/>
          <ac:spMkLst>
            <pc:docMk/>
            <pc:sldMk cId="3101316585" sldId="310"/>
            <ac:spMk id="15" creationId="{E1322FA5-F6A9-6A3B-A073-368DB24CF7D3}"/>
          </ac:spMkLst>
        </pc:spChg>
        <pc:graphicFrameChg chg="add mod">
          <ac:chgData name="Kent Roller" userId="817c41d8bb86f71b" providerId="LiveId" clId="{C5F1A160-FCC7-4DF2-9C53-77922999606D}" dt="2024-09-09T02:52:38.346" v="4049" actId="20577"/>
          <ac:graphicFrameMkLst>
            <pc:docMk/>
            <pc:sldMk cId="3101316585" sldId="310"/>
            <ac:graphicFrameMk id="6" creationId="{228C9658-9C93-4FC8-9364-20CB21645345}"/>
          </ac:graphicFrameMkLst>
        </pc:graphicFrameChg>
        <pc:picChg chg="add del mod ord">
          <ac:chgData name="Kent Roller" userId="817c41d8bb86f71b" providerId="LiveId" clId="{C5F1A160-FCC7-4DF2-9C53-77922999606D}" dt="2024-09-09T01:53:29.647" v="1353" actId="478"/>
          <ac:picMkLst>
            <pc:docMk/>
            <pc:sldMk cId="3101316585" sldId="310"/>
            <ac:picMk id="7" creationId="{351350D2-3E0A-5B81-BA06-D0A91C75BE5B}"/>
          </ac:picMkLst>
        </pc:picChg>
        <pc:picChg chg="add mod">
          <ac:chgData name="Kent Roller" userId="817c41d8bb86f71b" providerId="LiveId" clId="{C5F1A160-FCC7-4DF2-9C53-77922999606D}" dt="2024-09-09T01:53:43.889" v="1358" actId="1076"/>
          <ac:picMkLst>
            <pc:docMk/>
            <pc:sldMk cId="3101316585" sldId="310"/>
            <ac:picMk id="12" creationId="{FB949543-9F5D-D03F-5A80-03CE408026B9}"/>
          </ac:picMkLst>
        </pc:picChg>
        <pc:picChg chg="add mod">
          <ac:chgData name="Kent Roller" userId="817c41d8bb86f71b" providerId="LiveId" clId="{C5F1A160-FCC7-4DF2-9C53-77922999606D}" dt="2024-09-09T01:54:20.386" v="1366" actId="1076"/>
          <ac:picMkLst>
            <pc:docMk/>
            <pc:sldMk cId="3101316585" sldId="310"/>
            <ac:picMk id="14" creationId="{4A29AD78-5478-AA0E-B751-269DAB66F938}"/>
          </ac:picMkLst>
        </pc:picChg>
      </pc:sldChg>
      <pc:sldChg chg="addSp delSp modSp new mod">
        <pc:chgData name="Kent Roller" userId="817c41d8bb86f71b" providerId="LiveId" clId="{C5F1A160-FCC7-4DF2-9C53-77922999606D}" dt="2024-09-09T02:23:00.829" v="1933" actId="1076"/>
        <pc:sldMkLst>
          <pc:docMk/>
          <pc:sldMk cId="3069588301" sldId="311"/>
        </pc:sldMkLst>
        <pc:spChg chg="mod">
          <ac:chgData name="Kent Roller" userId="817c41d8bb86f71b" providerId="LiveId" clId="{C5F1A160-FCC7-4DF2-9C53-77922999606D}" dt="2024-09-09T02:21:56.845" v="1883" actId="26606"/>
          <ac:spMkLst>
            <pc:docMk/>
            <pc:sldMk cId="3069588301" sldId="311"/>
            <ac:spMk id="2" creationId="{3C928C3D-15DD-E620-A771-6ADC2D1C68F2}"/>
          </ac:spMkLst>
        </pc:spChg>
        <pc:spChg chg="del mod">
          <ac:chgData name="Kent Roller" userId="817c41d8bb86f71b" providerId="LiveId" clId="{C5F1A160-FCC7-4DF2-9C53-77922999606D}" dt="2024-09-09T02:21:56.845" v="1883" actId="26606"/>
          <ac:spMkLst>
            <pc:docMk/>
            <pc:sldMk cId="3069588301" sldId="311"/>
            <ac:spMk id="3" creationId="{F291715C-8441-44F1-9B3F-509559EEE1FC}"/>
          </ac:spMkLst>
        </pc:spChg>
        <pc:spChg chg="del">
          <ac:chgData name="Kent Roller" userId="817c41d8bb86f71b" providerId="LiveId" clId="{C5F1A160-FCC7-4DF2-9C53-77922999606D}" dt="2024-09-09T02:21:56.845" v="1883" actId="26606"/>
          <ac:spMkLst>
            <pc:docMk/>
            <pc:sldMk cId="3069588301" sldId="311"/>
            <ac:spMk id="4" creationId="{96F41CA0-D917-52D1-6A26-8D25A87FAC8D}"/>
          </ac:spMkLst>
        </pc:spChg>
        <pc:spChg chg="add del">
          <ac:chgData name="Kent Roller" userId="817c41d8bb86f71b" providerId="LiveId" clId="{C5F1A160-FCC7-4DF2-9C53-77922999606D}" dt="2024-09-09T02:22:47.969" v="1929" actId="22"/>
          <ac:spMkLst>
            <pc:docMk/>
            <pc:sldMk cId="3069588301" sldId="311"/>
            <ac:spMk id="10" creationId="{936BF08C-EC69-3777-0B79-41F14255087F}"/>
          </ac:spMkLst>
        </pc:spChg>
        <pc:graphicFrameChg chg="add mod">
          <ac:chgData name="Kent Roller" userId="817c41d8bb86f71b" providerId="LiveId" clId="{C5F1A160-FCC7-4DF2-9C53-77922999606D}" dt="2024-09-09T02:22:16.587" v="1928" actId="20577"/>
          <ac:graphicFrameMkLst>
            <pc:docMk/>
            <pc:sldMk cId="3069588301" sldId="311"/>
            <ac:graphicFrameMk id="6" creationId="{703A2CC8-7D51-66F1-3F47-1773C9170CC5}"/>
          </ac:graphicFrameMkLst>
        </pc:graphicFrameChg>
        <pc:picChg chg="add mod ord">
          <ac:chgData name="Kent Roller" userId="817c41d8bb86f71b" providerId="LiveId" clId="{C5F1A160-FCC7-4DF2-9C53-77922999606D}" dt="2024-09-09T02:23:00.829" v="1933" actId="1076"/>
          <ac:picMkLst>
            <pc:docMk/>
            <pc:sldMk cId="3069588301" sldId="311"/>
            <ac:picMk id="7" creationId="{3699F4E0-BF28-2A63-3EA0-5C94C307D7ED}"/>
          </ac:picMkLst>
        </pc:picChg>
      </pc:sldChg>
      <pc:sldChg chg="addSp delSp modSp new mod">
        <pc:chgData name="Kent Roller" userId="817c41d8bb86f71b" providerId="LiveId" clId="{C5F1A160-FCC7-4DF2-9C53-77922999606D}" dt="2024-09-09T02:28:12.645" v="2456" actId="1076"/>
        <pc:sldMkLst>
          <pc:docMk/>
          <pc:sldMk cId="1722357482" sldId="312"/>
        </pc:sldMkLst>
        <pc:spChg chg="mod">
          <ac:chgData name="Kent Roller" userId="817c41d8bb86f71b" providerId="LiveId" clId="{C5F1A160-FCC7-4DF2-9C53-77922999606D}" dt="2024-09-09T02:24:52.012" v="1957" actId="20577"/>
          <ac:spMkLst>
            <pc:docMk/>
            <pc:sldMk cId="1722357482" sldId="312"/>
            <ac:spMk id="2" creationId="{4D790C5C-0D34-1B58-7167-134A2E78E1BE}"/>
          </ac:spMkLst>
        </pc:spChg>
        <pc:spChg chg="mod">
          <ac:chgData name="Kent Roller" userId="817c41d8bb86f71b" providerId="LiveId" clId="{C5F1A160-FCC7-4DF2-9C53-77922999606D}" dt="2024-09-09T02:27:34.556" v="2451" actId="20577"/>
          <ac:spMkLst>
            <pc:docMk/>
            <pc:sldMk cId="1722357482" sldId="312"/>
            <ac:spMk id="3" creationId="{1B7D8E2E-7BA8-94B5-56C3-0DE04D9DB362}"/>
          </ac:spMkLst>
        </pc:spChg>
        <pc:spChg chg="del">
          <ac:chgData name="Kent Roller" userId="817c41d8bb86f71b" providerId="LiveId" clId="{C5F1A160-FCC7-4DF2-9C53-77922999606D}" dt="2024-09-09T02:26:47.390" v="2311"/>
          <ac:spMkLst>
            <pc:docMk/>
            <pc:sldMk cId="1722357482" sldId="312"/>
            <ac:spMk id="4" creationId="{D54EACD2-86D4-29EC-C32F-4E025487D25A}"/>
          </ac:spMkLst>
        </pc:spChg>
        <pc:picChg chg="add mod">
          <ac:chgData name="Kent Roller" userId="817c41d8bb86f71b" providerId="LiveId" clId="{C5F1A160-FCC7-4DF2-9C53-77922999606D}" dt="2024-09-09T02:26:56.577" v="2314" actId="14100"/>
          <ac:picMkLst>
            <pc:docMk/>
            <pc:sldMk cId="1722357482" sldId="312"/>
            <ac:picMk id="5" creationId="{74ECBFC0-2DF2-2453-42D9-737CA629A9D3}"/>
          </ac:picMkLst>
        </pc:picChg>
        <pc:picChg chg="add mod">
          <ac:chgData name="Kent Roller" userId="817c41d8bb86f71b" providerId="LiveId" clId="{C5F1A160-FCC7-4DF2-9C53-77922999606D}" dt="2024-09-09T02:28:12.645" v="2456" actId="1076"/>
          <ac:picMkLst>
            <pc:docMk/>
            <pc:sldMk cId="1722357482" sldId="312"/>
            <ac:picMk id="7" creationId="{769A262E-C9B4-6C93-1062-0D9125676E10}"/>
          </ac:picMkLst>
        </pc:picChg>
      </pc:sldChg>
      <pc:sldChg chg="addSp delSp modSp new mod modClrScheme chgLayout">
        <pc:chgData name="Kent Roller" userId="817c41d8bb86f71b" providerId="LiveId" clId="{C5F1A160-FCC7-4DF2-9C53-77922999606D}" dt="2024-09-09T02:30:06.594" v="2702" actId="26606"/>
        <pc:sldMkLst>
          <pc:docMk/>
          <pc:sldMk cId="1169996801" sldId="313"/>
        </pc:sldMkLst>
        <pc:spChg chg="mod">
          <ac:chgData name="Kent Roller" userId="817c41d8bb86f71b" providerId="LiveId" clId="{C5F1A160-FCC7-4DF2-9C53-77922999606D}" dt="2024-09-09T02:30:06.594" v="2702" actId="26606"/>
          <ac:spMkLst>
            <pc:docMk/>
            <pc:sldMk cId="1169996801" sldId="313"/>
            <ac:spMk id="2" creationId="{ED08F065-8523-4196-5E36-4EB52C4C1AAF}"/>
          </ac:spMkLst>
        </pc:spChg>
        <pc:spChg chg="mod ord">
          <ac:chgData name="Kent Roller" userId="817c41d8bb86f71b" providerId="LiveId" clId="{C5F1A160-FCC7-4DF2-9C53-77922999606D}" dt="2024-09-09T02:30:06.594" v="2702" actId="26606"/>
          <ac:spMkLst>
            <pc:docMk/>
            <pc:sldMk cId="1169996801" sldId="313"/>
            <ac:spMk id="3" creationId="{CD2F55A8-B340-6200-7C72-1E74DDDE30AE}"/>
          </ac:spMkLst>
        </pc:spChg>
        <pc:spChg chg="del">
          <ac:chgData name="Kent Roller" userId="817c41d8bb86f71b" providerId="LiveId" clId="{C5F1A160-FCC7-4DF2-9C53-77922999606D}" dt="2024-09-09T02:29:54.370" v="2701" actId="22"/>
          <ac:spMkLst>
            <pc:docMk/>
            <pc:sldMk cId="1169996801" sldId="313"/>
            <ac:spMk id="4" creationId="{FEF16C15-E93F-919F-C634-25CEE772B20A}"/>
          </ac:spMkLst>
        </pc:spChg>
        <pc:picChg chg="add mod ord">
          <ac:chgData name="Kent Roller" userId="817c41d8bb86f71b" providerId="LiveId" clId="{C5F1A160-FCC7-4DF2-9C53-77922999606D}" dt="2024-09-09T02:30:06.594" v="2702" actId="26606"/>
          <ac:picMkLst>
            <pc:docMk/>
            <pc:sldMk cId="1169996801" sldId="313"/>
            <ac:picMk id="6" creationId="{3A9FFD5D-111D-ECCC-1E75-169C7F09B3C8}"/>
          </ac:picMkLst>
        </pc:picChg>
      </pc:sldChg>
      <pc:sldChg chg="addSp delSp modSp new mod">
        <pc:chgData name="Kent Roller" userId="817c41d8bb86f71b" providerId="LiveId" clId="{C5F1A160-FCC7-4DF2-9C53-77922999606D}" dt="2024-09-09T02:32:57.549" v="3043" actId="1076"/>
        <pc:sldMkLst>
          <pc:docMk/>
          <pc:sldMk cId="3040282" sldId="314"/>
        </pc:sldMkLst>
        <pc:spChg chg="mod">
          <ac:chgData name="Kent Roller" userId="817c41d8bb86f71b" providerId="LiveId" clId="{C5F1A160-FCC7-4DF2-9C53-77922999606D}" dt="2024-09-09T02:30:32.841" v="2737" actId="20577"/>
          <ac:spMkLst>
            <pc:docMk/>
            <pc:sldMk cId="3040282" sldId="314"/>
            <ac:spMk id="2" creationId="{09493657-6715-5712-84FE-E489C4339531}"/>
          </ac:spMkLst>
        </pc:spChg>
        <pc:spChg chg="del">
          <ac:chgData name="Kent Roller" userId="817c41d8bb86f71b" providerId="LiveId" clId="{C5F1A160-FCC7-4DF2-9C53-77922999606D}" dt="2024-09-09T02:30:49.270" v="2738"/>
          <ac:spMkLst>
            <pc:docMk/>
            <pc:sldMk cId="3040282" sldId="314"/>
            <ac:spMk id="3" creationId="{64839D4C-7C9F-C1E1-B3F6-886599BC711F}"/>
          </ac:spMkLst>
        </pc:spChg>
        <pc:spChg chg="del">
          <ac:chgData name="Kent Roller" userId="817c41d8bb86f71b" providerId="LiveId" clId="{C5F1A160-FCC7-4DF2-9C53-77922999606D}" dt="2024-09-09T02:31:01.936" v="2742"/>
          <ac:spMkLst>
            <pc:docMk/>
            <pc:sldMk cId="3040282" sldId="314"/>
            <ac:spMk id="4" creationId="{E9AFFA80-6828-2677-7A6A-522AE69FEE02}"/>
          </ac:spMkLst>
        </pc:spChg>
        <pc:spChg chg="add mod">
          <ac:chgData name="Kent Roller" userId="817c41d8bb86f71b" providerId="LiveId" clId="{C5F1A160-FCC7-4DF2-9C53-77922999606D}" dt="2024-09-09T02:32:45.076" v="3040" actId="1076"/>
          <ac:spMkLst>
            <pc:docMk/>
            <pc:sldMk cId="3040282" sldId="314"/>
            <ac:spMk id="7" creationId="{0880D7FA-D163-4C8D-7701-84BA07C1166D}"/>
          </ac:spMkLst>
        </pc:spChg>
        <pc:picChg chg="add mod">
          <ac:chgData name="Kent Roller" userId="817c41d8bb86f71b" providerId="LiveId" clId="{C5F1A160-FCC7-4DF2-9C53-77922999606D}" dt="2024-09-09T02:32:57.549" v="3043" actId="1076"/>
          <ac:picMkLst>
            <pc:docMk/>
            <pc:sldMk cId="3040282" sldId="314"/>
            <ac:picMk id="5" creationId="{9B674967-D8A1-57AC-125F-8A634AE1D5BF}"/>
          </ac:picMkLst>
        </pc:picChg>
        <pc:picChg chg="add mod">
          <ac:chgData name="Kent Roller" userId="817c41d8bb86f71b" providerId="LiveId" clId="{C5F1A160-FCC7-4DF2-9C53-77922999606D}" dt="2024-09-09T02:32:50.439" v="3041" actId="14100"/>
          <ac:picMkLst>
            <pc:docMk/>
            <pc:sldMk cId="3040282" sldId="314"/>
            <ac:picMk id="6" creationId="{2BC5872B-9D24-51A1-2ECB-0E2E51F2D1C2}"/>
          </ac:picMkLst>
        </pc:picChg>
      </pc:sldChg>
      <pc:sldChg chg="addSp delSp modSp new mod">
        <pc:chgData name="Kent Roller" userId="817c41d8bb86f71b" providerId="LiveId" clId="{C5F1A160-FCC7-4DF2-9C53-77922999606D}" dt="2024-09-09T02:36:39.608" v="3362" actId="14100"/>
        <pc:sldMkLst>
          <pc:docMk/>
          <pc:sldMk cId="1846798863" sldId="315"/>
        </pc:sldMkLst>
        <pc:spChg chg="mod">
          <ac:chgData name="Kent Roller" userId="817c41d8bb86f71b" providerId="LiveId" clId="{C5F1A160-FCC7-4DF2-9C53-77922999606D}" dt="2024-09-09T02:34:13.137" v="3081" actId="20577"/>
          <ac:spMkLst>
            <pc:docMk/>
            <pc:sldMk cId="1846798863" sldId="315"/>
            <ac:spMk id="2" creationId="{B541E5A8-ED75-A70E-D19B-973DAD9DE230}"/>
          </ac:spMkLst>
        </pc:spChg>
        <pc:spChg chg="mod">
          <ac:chgData name="Kent Roller" userId="817c41d8bb86f71b" providerId="LiveId" clId="{C5F1A160-FCC7-4DF2-9C53-77922999606D}" dt="2024-09-09T02:36:08.369" v="3359" actId="20577"/>
          <ac:spMkLst>
            <pc:docMk/>
            <pc:sldMk cId="1846798863" sldId="315"/>
            <ac:spMk id="3" creationId="{ED738A02-1F0E-B578-7706-616805CD1308}"/>
          </ac:spMkLst>
        </pc:spChg>
        <pc:spChg chg="del">
          <ac:chgData name="Kent Roller" userId="817c41d8bb86f71b" providerId="LiveId" clId="{C5F1A160-FCC7-4DF2-9C53-77922999606D}" dt="2024-09-09T02:35:07.455" v="3199"/>
          <ac:spMkLst>
            <pc:docMk/>
            <pc:sldMk cId="1846798863" sldId="315"/>
            <ac:spMk id="4" creationId="{CBDE8012-9849-B8D4-69FC-28E3A08F88FE}"/>
          </ac:spMkLst>
        </pc:spChg>
        <pc:picChg chg="add mod">
          <ac:chgData name="Kent Roller" userId="817c41d8bb86f71b" providerId="LiveId" clId="{C5F1A160-FCC7-4DF2-9C53-77922999606D}" dt="2024-09-09T02:35:14.286" v="3201" actId="14100"/>
          <ac:picMkLst>
            <pc:docMk/>
            <pc:sldMk cId="1846798863" sldId="315"/>
            <ac:picMk id="5" creationId="{568421BA-2EBB-92A5-32F2-0054550E7513}"/>
          </ac:picMkLst>
        </pc:picChg>
        <pc:picChg chg="add mod">
          <ac:chgData name="Kent Roller" userId="817c41d8bb86f71b" providerId="LiveId" clId="{C5F1A160-FCC7-4DF2-9C53-77922999606D}" dt="2024-09-09T02:36:39.608" v="3362" actId="14100"/>
          <ac:picMkLst>
            <pc:docMk/>
            <pc:sldMk cId="1846798863" sldId="315"/>
            <ac:picMk id="7" creationId="{93EA653D-C518-B53D-709D-DE6892661FFE}"/>
          </ac:picMkLst>
        </pc:picChg>
      </pc:sldChg>
      <pc:sldChg chg="addSp delSp modSp new mod modClrScheme chgLayout">
        <pc:chgData name="Kent Roller" userId="817c41d8bb86f71b" providerId="LiveId" clId="{C5F1A160-FCC7-4DF2-9C53-77922999606D}" dt="2024-09-09T02:42:11.163" v="3404" actId="962"/>
        <pc:sldMkLst>
          <pc:docMk/>
          <pc:sldMk cId="3791641512" sldId="316"/>
        </pc:sldMkLst>
        <pc:spChg chg="add del">
          <ac:chgData name="Kent Roller" userId="817c41d8bb86f71b" providerId="LiveId" clId="{C5F1A160-FCC7-4DF2-9C53-77922999606D}" dt="2024-09-09T02:38:47.046" v="3381" actId="26606"/>
          <ac:spMkLst>
            <pc:docMk/>
            <pc:sldMk cId="3791641512" sldId="316"/>
            <ac:spMk id="2" creationId="{FC8FEC6F-E706-C4E8-9CA3-415341697043}"/>
          </ac:spMkLst>
        </pc:spChg>
        <pc:spChg chg="mod">
          <ac:chgData name="Kent Roller" userId="817c41d8bb86f71b" providerId="LiveId" clId="{C5F1A160-FCC7-4DF2-9C53-77922999606D}" dt="2024-09-09T02:38:47.046" v="3381" actId="26606"/>
          <ac:spMkLst>
            <pc:docMk/>
            <pc:sldMk cId="3791641512" sldId="316"/>
            <ac:spMk id="3" creationId="{F098C3A7-504C-FD72-F58E-363A1F9EE933}"/>
          </ac:spMkLst>
        </pc:spChg>
        <pc:spChg chg="add del mod">
          <ac:chgData name="Kent Roller" userId="817c41d8bb86f71b" providerId="LiveId" clId="{C5F1A160-FCC7-4DF2-9C53-77922999606D}" dt="2024-09-09T02:39:49.778" v="3384" actId="931"/>
          <ac:spMkLst>
            <pc:docMk/>
            <pc:sldMk cId="3791641512" sldId="316"/>
            <ac:spMk id="8" creationId="{61BEBF84-575D-EB49-D6AC-D5925612CD1C}"/>
          </ac:spMkLst>
        </pc:spChg>
        <pc:spChg chg="add mod">
          <ac:chgData name="Kent Roller" userId="817c41d8bb86f71b" providerId="LiveId" clId="{C5F1A160-FCC7-4DF2-9C53-77922999606D}" dt="2024-09-09T02:38:47.046" v="3381" actId="26606"/>
          <ac:spMkLst>
            <pc:docMk/>
            <pc:sldMk cId="3791641512" sldId="316"/>
            <ac:spMk id="10" creationId="{B60C50EB-FB21-E446-7636-27E01C66E3E0}"/>
          </ac:spMkLst>
        </pc:spChg>
        <pc:spChg chg="add del mod">
          <ac:chgData name="Kent Roller" userId="817c41d8bb86f71b" providerId="LiveId" clId="{C5F1A160-FCC7-4DF2-9C53-77922999606D}" dt="2024-09-09T02:40:18.429" v="3388" actId="931"/>
          <ac:spMkLst>
            <pc:docMk/>
            <pc:sldMk cId="3791641512" sldId="316"/>
            <ac:spMk id="11" creationId="{FE704455-EA0F-BCB2-CD72-8F83CFFB28F7}"/>
          </ac:spMkLst>
        </pc:spChg>
        <pc:spChg chg="add del mod">
          <ac:chgData name="Kent Roller" userId="817c41d8bb86f71b" providerId="LiveId" clId="{C5F1A160-FCC7-4DF2-9C53-77922999606D}" dt="2024-09-09T02:41:01.418" v="3392"/>
          <ac:spMkLst>
            <pc:docMk/>
            <pc:sldMk cId="3791641512" sldId="316"/>
            <ac:spMk id="15" creationId="{0898D43C-116D-F067-634F-EA3A4CBDDA59}"/>
          </ac:spMkLst>
        </pc:spChg>
        <pc:spChg chg="add del mod">
          <ac:chgData name="Kent Roller" userId="817c41d8bb86f71b" providerId="LiveId" clId="{C5F1A160-FCC7-4DF2-9C53-77922999606D}" dt="2024-09-09T02:41:08.481" v="3394" actId="931"/>
          <ac:spMkLst>
            <pc:docMk/>
            <pc:sldMk cId="3791641512" sldId="316"/>
            <ac:spMk id="18" creationId="{2F6A8CEA-FBBE-72E3-00D2-C71A9AF1B5BC}"/>
          </ac:spMkLst>
        </pc:spChg>
        <pc:spChg chg="add del mod">
          <ac:chgData name="Kent Roller" userId="817c41d8bb86f71b" providerId="LiveId" clId="{C5F1A160-FCC7-4DF2-9C53-77922999606D}" dt="2024-09-09T02:41:49.374" v="3398" actId="931"/>
          <ac:spMkLst>
            <pc:docMk/>
            <pc:sldMk cId="3791641512" sldId="316"/>
            <ac:spMk id="22" creationId="{08B6763F-2391-A779-1AD4-E39446BC3291}"/>
          </ac:spMkLst>
        </pc:spChg>
        <pc:spChg chg="add del mod">
          <ac:chgData name="Kent Roller" userId="817c41d8bb86f71b" providerId="LiveId" clId="{C5F1A160-FCC7-4DF2-9C53-77922999606D}" dt="2024-09-09T02:42:10.146" v="3402" actId="931"/>
          <ac:spMkLst>
            <pc:docMk/>
            <pc:sldMk cId="3791641512" sldId="316"/>
            <ac:spMk id="26" creationId="{1B561A9A-C8E5-9A96-894F-5F728D2D0714}"/>
          </ac:spMkLst>
        </pc:spChg>
        <pc:picChg chg="add mod">
          <ac:chgData name="Kent Roller" userId="817c41d8bb86f71b" providerId="LiveId" clId="{C5F1A160-FCC7-4DF2-9C53-77922999606D}" dt="2024-09-09T02:39:32.177" v="3383"/>
          <ac:picMkLst>
            <pc:docMk/>
            <pc:sldMk cId="3791641512" sldId="316"/>
            <ac:picMk id="4" creationId="{F6D7FCBB-253E-3632-2773-50B78AA731AA}"/>
          </ac:picMkLst>
        </pc:picChg>
        <pc:picChg chg="add del">
          <ac:chgData name="Kent Roller" userId="817c41d8bb86f71b" providerId="LiveId" clId="{C5F1A160-FCC7-4DF2-9C53-77922999606D}" dt="2024-09-09T02:38:47.044" v="3380" actId="26606"/>
          <ac:picMkLst>
            <pc:docMk/>
            <pc:sldMk cId="3791641512" sldId="316"/>
            <ac:picMk id="5" creationId="{7B4496F1-186C-8331-12EC-2F5557673300}"/>
          </ac:picMkLst>
        </pc:picChg>
        <pc:picChg chg="add del mod">
          <ac:chgData name="Kent Roller" userId="817c41d8bb86f71b" providerId="LiveId" clId="{C5F1A160-FCC7-4DF2-9C53-77922999606D}" dt="2024-09-09T02:39:54.940" v="3387" actId="478"/>
          <ac:picMkLst>
            <pc:docMk/>
            <pc:sldMk cId="3791641512" sldId="316"/>
            <ac:picMk id="7" creationId="{1A6B8F10-EB3A-05ED-E07D-75515CFCADF6}"/>
          </ac:picMkLst>
        </pc:picChg>
        <pc:picChg chg="add del mod">
          <ac:chgData name="Kent Roller" userId="817c41d8bb86f71b" providerId="LiveId" clId="{C5F1A160-FCC7-4DF2-9C53-77922999606D}" dt="2024-09-09T02:40:30.732" v="3391" actId="478"/>
          <ac:picMkLst>
            <pc:docMk/>
            <pc:sldMk cId="3791641512" sldId="316"/>
            <ac:picMk id="13" creationId="{6FD54885-342B-4E64-6031-CCBC9538CB6B}"/>
          </ac:picMkLst>
        </pc:picChg>
        <pc:picChg chg="add del mod">
          <ac:chgData name="Kent Roller" userId="817c41d8bb86f71b" providerId="LiveId" clId="{C5F1A160-FCC7-4DF2-9C53-77922999606D}" dt="2024-09-09T02:41:05.192" v="3393" actId="478"/>
          <ac:picMkLst>
            <pc:docMk/>
            <pc:sldMk cId="3791641512" sldId="316"/>
            <ac:picMk id="16" creationId="{56FD6BD9-0204-6277-C186-3C37E38FAB65}"/>
          </ac:picMkLst>
        </pc:picChg>
        <pc:picChg chg="add del mod">
          <ac:chgData name="Kent Roller" userId="817c41d8bb86f71b" providerId="LiveId" clId="{C5F1A160-FCC7-4DF2-9C53-77922999606D}" dt="2024-09-09T02:41:45.618" v="3397" actId="478"/>
          <ac:picMkLst>
            <pc:docMk/>
            <pc:sldMk cId="3791641512" sldId="316"/>
            <ac:picMk id="20" creationId="{5DE9AE87-E696-6F47-9328-8B3636009A83}"/>
          </ac:picMkLst>
        </pc:picChg>
        <pc:picChg chg="add del mod">
          <ac:chgData name="Kent Roller" userId="817c41d8bb86f71b" providerId="LiveId" clId="{C5F1A160-FCC7-4DF2-9C53-77922999606D}" dt="2024-09-09T02:42:07.409" v="3401" actId="478"/>
          <ac:picMkLst>
            <pc:docMk/>
            <pc:sldMk cId="3791641512" sldId="316"/>
            <ac:picMk id="24" creationId="{EBFC933A-C2B5-2B5F-180D-624E02CF3EB5}"/>
          </ac:picMkLst>
        </pc:picChg>
        <pc:picChg chg="add mod">
          <ac:chgData name="Kent Roller" userId="817c41d8bb86f71b" providerId="LiveId" clId="{C5F1A160-FCC7-4DF2-9C53-77922999606D}" dt="2024-09-09T02:42:11.163" v="3404" actId="962"/>
          <ac:picMkLst>
            <pc:docMk/>
            <pc:sldMk cId="3791641512" sldId="316"/>
            <ac:picMk id="28" creationId="{CDE08803-27B3-FD2A-4944-7E49CB74D651}"/>
          </ac:picMkLst>
        </pc:picChg>
      </pc:sldChg>
      <pc:sldChg chg="addSp delSp modSp new mod modClrScheme chgLayout">
        <pc:chgData name="Kent Roller" userId="817c41d8bb86f71b" providerId="LiveId" clId="{C5F1A160-FCC7-4DF2-9C53-77922999606D}" dt="2024-09-09T02:49:34.493" v="4010" actId="26606"/>
        <pc:sldMkLst>
          <pc:docMk/>
          <pc:sldMk cId="2558164963" sldId="317"/>
        </pc:sldMkLst>
        <pc:spChg chg="mod">
          <ac:chgData name="Kent Roller" userId="817c41d8bb86f71b" providerId="LiveId" clId="{C5F1A160-FCC7-4DF2-9C53-77922999606D}" dt="2024-09-09T02:49:34.493" v="4010" actId="26606"/>
          <ac:spMkLst>
            <pc:docMk/>
            <pc:sldMk cId="2558164963" sldId="317"/>
            <ac:spMk id="2" creationId="{BD7E24F2-E954-6590-B089-F0B70089DA37}"/>
          </ac:spMkLst>
        </pc:spChg>
        <pc:spChg chg="mod">
          <ac:chgData name="Kent Roller" userId="817c41d8bb86f71b" providerId="LiveId" clId="{C5F1A160-FCC7-4DF2-9C53-77922999606D}" dt="2024-09-09T02:49:34.493" v="4010" actId="26606"/>
          <ac:spMkLst>
            <pc:docMk/>
            <pc:sldMk cId="2558164963" sldId="317"/>
            <ac:spMk id="3" creationId="{DFBD1430-7621-D6CD-30F9-DD78EF533C70}"/>
          </ac:spMkLst>
        </pc:spChg>
        <pc:spChg chg="del">
          <ac:chgData name="Kent Roller" userId="817c41d8bb86f71b" providerId="LiveId" clId="{C5F1A160-FCC7-4DF2-9C53-77922999606D}" dt="2024-09-09T02:49:18.975" v="4007"/>
          <ac:spMkLst>
            <pc:docMk/>
            <pc:sldMk cId="2558164963" sldId="317"/>
            <ac:spMk id="4" creationId="{F5089653-93EB-ABBF-7B91-AD4A0DAD7AED}"/>
          </ac:spMkLst>
        </pc:spChg>
        <pc:picChg chg="add mod">
          <ac:chgData name="Kent Roller" userId="817c41d8bb86f71b" providerId="LiveId" clId="{C5F1A160-FCC7-4DF2-9C53-77922999606D}" dt="2024-09-09T02:49:34.493" v="4010" actId="26606"/>
          <ac:picMkLst>
            <pc:docMk/>
            <pc:sldMk cId="2558164963" sldId="317"/>
            <ac:picMk id="5" creationId="{F6BD4E2B-4457-78C2-7FD5-6FB10EC31E4D}"/>
          </ac:picMkLst>
        </pc:picChg>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3_2">
  <dgm:title val=""/>
  <dgm:desc val=""/>
  <dgm:catLst>
    <dgm:cat type="accent3" pri="11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30875A09-AB44-4397-A586-2C08B29F96C3}" type="doc">
      <dgm:prSet loTypeId="urn:microsoft.com/office/officeart/2005/8/layout/process5" loCatId="process" qsTypeId="urn:microsoft.com/office/officeart/2005/8/quickstyle/simple4" qsCatId="simple" csTypeId="urn:microsoft.com/office/officeart/2005/8/colors/accent3_2" csCatId="accent3" phldr="1"/>
      <dgm:spPr/>
      <dgm:t>
        <a:bodyPr/>
        <a:lstStyle/>
        <a:p>
          <a:endParaRPr lang="en-US"/>
        </a:p>
      </dgm:t>
    </dgm:pt>
    <dgm:pt modelId="{5231B659-DEDA-44B1-AFE4-2640B08B763A}">
      <dgm:prSet/>
      <dgm:spPr/>
      <dgm:t>
        <a:bodyPr/>
        <a:lstStyle/>
        <a:p>
          <a:r>
            <a:rPr lang="en-US" dirty="0"/>
            <a:t>Before progressing, we need to show that a difference between states exist</a:t>
          </a:r>
        </a:p>
      </dgm:t>
    </dgm:pt>
    <dgm:pt modelId="{1090782E-189F-4A5F-A4F2-A0B1578FB305}" type="parTrans" cxnId="{5F0805FB-05C2-4021-9E07-4EAE0707E6DB}">
      <dgm:prSet/>
      <dgm:spPr/>
      <dgm:t>
        <a:bodyPr/>
        <a:lstStyle/>
        <a:p>
          <a:endParaRPr lang="en-US"/>
        </a:p>
      </dgm:t>
    </dgm:pt>
    <dgm:pt modelId="{EAF19537-3333-469A-B14A-E0C7C22D1968}" type="sibTrans" cxnId="{5F0805FB-05C2-4021-9E07-4EAE0707E6DB}">
      <dgm:prSet/>
      <dgm:spPr/>
      <dgm:t>
        <a:bodyPr/>
        <a:lstStyle/>
        <a:p>
          <a:endParaRPr lang="en-US"/>
        </a:p>
      </dgm:t>
    </dgm:pt>
    <dgm:pt modelId="{24B75503-6FC1-412E-B363-183071298514}">
      <dgm:prSet/>
      <dgm:spPr/>
      <dgm:t>
        <a:bodyPr/>
        <a:lstStyle/>
        <a:p>
          <a:r>
            <a:rPr lang="en-US"/>
            <a:t>We cannot use a t-test as we do not know the distribution of the data</a:t>
          </a:r>
        </a:p>
      </dgm:t>
    </dgm:pt>
    <dgm:pt modelId="{88BC60BD-A2AE-4DDE-BFC5-B363403C1893}" type="parTrans" cxnId="{4F8D18E6-7BDA-4E51-A7DE-9090C058D0CD}">
      <dgm:prSet/>
      <dgm:spPr/>
      <dgm:t>
        <a:bodyPr/>
        <a:lstStyle/>
        <a:p>
          <a:endParaRPr lang="en-US"/>
        </a:p>
      </dgm:t>
    </dgm:pt>
    <dgm:pt modelId="{40DA6FC4-89BB-4DE9-82F9-896DBBCAC807}" type="sibTrans" cxnId="{4F8D18E6-7BDA-4E51-A7DE-9090C058D0CD}">
      <dgm:prSet/>
      <dgm:spPr/>
      <dgm:t>
        <a:bodyPr/>
        <a:lstStyle/>
        <a:p>
          <a:endParaRPr lang="en-US"/>
        </a:p>
      </dgm:t>
    </dgm:pt>
    <dgm:pt modelId="{87D76E56-1515-47A3-BFE7-3B61ECA32439}">
      <dgm:prSet/>
      <dgm:spPr/>
      <dgm:t>
        <a:bodyPr/>
        <a:lstStyle/>
        <a:p>
          <a:r>
            <a:rPr lang="en-US"/>
            <a:t>We cannot use Welch’s t-test as we do not the variance between counts</a:t>
          </a:r>
        </a:p>
      </dgm:t>
    </dgm:pt>
    <dgm:pt modelId="{4AA1CF4F-F904-45BA-BE7C-C921E3B5B9C1}" type="parTrans" cxnId="{AB5F9DAE-801C-4AC7-B922-A66A59C74954}">
      <dgm:prSet/>
      <dgm:spPr/>
      <dgm:t>
        <a:bodyPr/>
        <a:lstStyle/>
        <a:p>
          <a:endParaRPr lang="en-US"/>
        </a:p>
      </dgm:t>
    </dgm:pt>
    <dgm:pt modelId="{E4D18E77-73DE-4BCF-99A1-CB005D1857E3}" type="sibTrans" cxnId="{AB5F9DAE-801C-4AC7-B922-A66A59C74954}">
      <dgm:prSet/>
      <dgm:spPr/>
      <dgm:t>
        <a:bodyPr/>
        <a:lstStyle/>
        <a:p>
          <a:endParaRPr lang="en-US"/>
        </a:p>
      </dgm:t>
    </dgm:pt>
    <dgm:pt modelId="{2A928678-EC77-4B1E-AEDA-C469DA747F98}">
      <dgm:prSet/>
      <dgm:spPr/>
      <dgm:t>
        <a:bodyPr/>
        <a:lstStyle/>
        <a:p>
          <a:r>
            <a:rPr lang="en-US" dirty="0"/>
            <a:t>So, we use a non-parametric method, Permutations</a:t>
          </a:r>
        </a:p>
      </dgm:t>
    </dgm:pt>
    <dgm:pt modelId="{3A094F0F-6E5C-41FD-9B1C-7C56979A1F5A}" type="parTrans" cxnId="{BD95872B-7B3F-4EDA-BD5C-7BA6587D0B9C}">
      <dgm:prSet/>
      <dgm:spPr/>
      <dgm:t>
        <a:bodyPr/>
        <a:lstStyle/>
        <a:p>
          <a:endParaRPr lang="en-US"/>
        </a:p>
      </dgm:t>
    </dgm:pt>
    <dgm:pt modelId="{6E36315C-E559-4A6B-9C31-5376640E9AAD}" type="sibTrans" cxnId="{BD95872B-7B3F-4EDA-BD5C-7BA6587D0B9C}">
      <dgm:prSet/>
      <dgm:spPr/>
      <dgm:t>
        <a:bodyPr/>
        <a:lstStyle/>
        <a:p>
          <a:endParaRPr lang="en-US"/>
        </a:p>
      </dgm:t>
    </dgm:pt>
    <dgm:pt modelId="{2BAF5A90-DD77-47AB-A81C-6B01E94702C8}" type="pres">
      <dgm:prSet presAssocID="{30875A09-AB44-4397-A586-2C08B29F96C3}" presName="diagram" presStyleCnt="0">
        <dgm:presLayoutVars>
          <dgm:dir/>
          <dgm:resizeHandles val="exact"/>
        </dgm:presLayoutVars>
      </dgm:prSet>
      <dgm:spPr/>
    </dgm:pt>
    <dgm:pt modelId="{EA3014B1-68E7-4A20-817A-C856140EEA64}" type="pres">
      <dgm:prSet presAssocID="{5231B659-DEDA-44B1-AFE4-2640B08B763A}" presName="node" presStyleLbl="node1" presStyleIdx="0" presStyleCnt="4">
        <dgm:presLayoutVars>
          <dgm:bulletEnabled val="1"/>
        </dgm:presLayoutVars>
      </dgm:prSet>
      <dgm:spPr/>
    </dgm:pt>
    <dgm:pt modelId="{D9739B4D-AC24-45A2-A9EB-19D62861B7A4}" type="pres">
      <dgm:prSet presAssocID="{EAF19537-3333-469A-B14A-E0C7C22D1968}" presName="sibTrans" presStyleLbl="sibTrans2D1" presStyleIdx="0" presStyleCnt="3"/>
      <dgm:spPr/>
    </dgm:pt>
    <dgm:pt modelId="{A971850B-1667-49DD-93AA-5D53D259BACC}" type="pres">
      <dgm:prSet presAssocID="{EAF19537-3333-469A-B14A-E0C7C22D1968}" presName="connectorText" presStyleLbl="sibTrans2D1" presStyleIdx="0" presStyleCnt="3"/>
      <dgm:spPr/>
    </dgm:pt>
    <dgm:pt modelId="{44B43B37-3DC2-47B6-BCF0-7D262A1166AF}" type="pres">
      <dgm:prSet presAssocID="{24B75503-6FC1-412E-B363-183071298514}" presName="node" presStyleLbl="node1" presStyleIdx="1" presStyleCnt="4">
        <dgm:presLayoutVars>
          <dgm:bulletEnabled val="1"/>
        </dgm:presLayoutVars>
      </dgm:prSet>
      <dgm:spPr/>
    </dgm:pt>
    <dgm:pt modelId="{B643A54E-491D-414B-BB33-84903C9FA478}" type="pres">
      <dgm:prSet presAssocID="{40DA6FC4-89BB-4DE9-82F9-896DBBCAC807}" presName="sibTrans" presStyleLbl="sibTrans2D1" presStyleIdx="1" presStyleCnt="3"/>
      <dgm:spPr/>
    </dgm:pt>
    <dgm:pt modelId="{61B5F86E-EBE5-41C3-AF48-95EEEBBF99B3}" type="pres">
      <dgm:prSet presAssocID="{40DA6FC4-89BB-4DE9-82F9-896DBBCAC807}" presName="connectorText" presStyleLbl="sibTrans2D1" presStyleIdx="1" presStyleCnt="3"/>
      <dgm:spPr/>
    </dgm:pt>
    <dgm:pt modelId="{5CF4C590-7B0A-4E2B-B3A8-781A402BD34D}" type="pres">
      <dgm:prSet presAssocID="{87D76E56-1515-47A3-BFE7-3B61ECA32439}" presName="node" presStyleLbl="node1" presStyleIdx="2" presStyleCnt="4">
        <dgm:presLayoutVars>
          <dgm:bulletEnabled val="1"/>
        </dgm:presLayoutVars>
      </dgm:prSet>
      <dgm:spPr/>
    </dgm:pt>
    <dgm:pt modelId="{3497A3BF-F3F7-44AE-9079-97655506BAA0}" type="pres">
      <dgm:prSet presAssocID="{E4D18E77-73DE-4BCF-99A1-CB005D1857E3}" presName="sibTrans" presStyleLbl="sibTrans2D1" presStyleIdx="2" presStyleCnt="3"/>
      <dgm:spPr/>
    </dgm:pt>
    <dgm:pt modelId="{F02D0336-436A-44FE-A47A-DA88B464D178}" type="pres">
      <dgm:prSet presAssocID="{E4D18E77-73DE-4BCF-99A1-CB005D1857E3}" presName="connectorText" presStyleLbl="sibTrans2D1" presStyleIdx="2" presStyleCnt="3"/>
      <dgm:spPr/>
    </dgm:pt>
    <dgm:pt modelId="{7D7FAFCB-4CC6-4182-8C42-6DA07BD1EFCE}" type="pres">
      <dgm:prSet presAssocID="{2A928678-EC77-4B1E-AEDA-C469DA747F98}" presName="node" presStyleLbl="node1" presStyleIdx="3" presStyleCnt="4">
        <dgm:presLayoutVars>
          <dgm:bulletEnabled val="1"/>
        </dgm:presLayoutVars>
      </dgm:prSet>
      <dgm:spPr/>
    </dgm:pt>
  </dgm:ptLst>
  <dgm:cxnLst>
    <dgm:cxn modelId="{DDFA670E-1DFB-4340-93B0-7442755F6C28}" type="presOf" srcId="{2A928678-EC77-4B1E-AEDA-C469DA747F98}" destId="{7D7FAFCB-4CC6-4182-8C42-6DA07BD1EFCE}" srcOrd="0" destOrd="0" presId="urn:microsoft.com/office/officeart/2005/8/layout/process5"/>
    <dgm:cxn modelId="{F66D6E11-61B7-4F3C-AE80-91A04FB5A88F}" type="presOf" srcId="{24B75503-6FC1-412E-B363-183071298514}" destId="{44B43B37-3DC2-47B6-BCF0-7D262A1166AF}" srcOrd="0" destOrd="0" presId="urn:microsoft.com/office/officeart/2005/8/layout/process5"/>
    <dgm:cxn modelId="{6CDD4C2A-4594-4A62-B6BD-22C19C48FC49}" type="presOf" srcId="{E4D18E77-73DE-4BCF-99A1-CB005D1857E3}" destId="{F02D0336-436A-44FE-A47A-DA88B464D178}" srcOrd="1" destOrd="0" presId="urn:microsoft.com/office/officeart/2005/8/layout/process5"/>
    <dgm:cxn modelId="{BD95872B-7B3F-4EDA-BD5C-7BA6587D0B9C}" srcId="{30875A09-AB44-4397-A586-2C08B29F96C3}" destId="{2A928678-EC77-4B1E-AEDA-C469DA747F98}" srcOrd="3" destOrd="0" parTransId="{3A094F0F-6E5C-41FD-9B1C-7C56979A1F5A}" sibTransId="{6E36315C-E559-4A6B-9C31-5376640E9AAD}"/>
    <dgm:cxn modelId="{570CD336-E64A-4276-82F2-5E1F9DBE60BB}" type="presOf" srcId="{40DA6FC4-89BB-4DE9-82F9-896DBBCAC807}" destId="{61B5F86E-EBE5-41C3-AF48-95EEEBBF99B3}" srcOrd="1" destOrd="0" presId="urn:microsoft.com/office/officeart/2005/8/layout/process5"/>
    <dgm:cxn modelId="{B1D13B3D-DEB3-4A69-B7B9-F405F5BF8A21}" type="presOf" srcId="{30875A09-AB44-4397-A586-2C08B29F96C3}" destId="{2BAF5A90-DD77-47AB-A81C-6B01E94702C8}" srcOrd="0" destOrd="0" presId="urn:microsoft.com/office/officeart/2005/8/layout/process5"/>
    <dgm:cxn modelId="{A256D441-5FED-4117-BBA5-634C2D1625F1}" type="presOf" srcId="{5231B659-DEDA-44B1-AFE4-2640B08B763A}" destId="{EA3014B1-68E7-4A20-817A-C856140EEA64}" srcOrd="0" destOrd="0" presId="urn:microsoft.com/office/officeart/2005/8/layout/process5"/>
    <dgm:cxn modelId="{73BACF48-7D4F-43EE-9957-6D95EB965B00}" type="presOf" srcId="{E4D18E77-73DE-4BCF-99A1-CB005D1857E3}" destId="{3497A3BF-F3F7-44AE-9079-97655506BAA0}" srcOrd="0" destOrd="0" presId="urn:microsoft.com/office/officeart/2005/8/layout/process5"/>
    <dgm:cxn modelId="{DB39FB73-5614-4B0F-AB65-69ABE184C6D5}" type="presOf" srcId="{EAF19537-3333-469A-B14A-E0C7C22D1968}" destId="{D9739B4D-AC24-45A2-A9EB-19D62861B7A4}" srcOrd="0" destOrd="0" presId="urn:microsoft.com/office/officeart/2005/8/layout/process5"/>
    <dgm:cxn modelId="{0E2DCA80-A85C-4840-AF92-E6B40F3EBA30}" type="presOf" srcId="{87D76E56-1515-47A3-BFE7-3B61ECA32439}" destId="{5CF4C590-7B0A-4E2B-B3A8-781A402BD34D}" srcOrd="0" destOrd="0" presId="urn:microsoft.com/office/officeart/2005/8/layout/process5"/>
    <dgm:cxn modelId="{7E401F98-6432-4D4D-BA24-1A1817ADAFFE}" type="presOf" srcId="{40DA6FC4-89BB-4DE9-82F9-896DBBCAC807}" destId="{B643A54E-491D-414B-BB33-84903C9FA478}" srcOrd="0" destOrd="0" presId="urn:microsoft.com/office/officeart/2005/8/layout/process5"/>
    <dgm:cxn modelId="{AB5F9DAE-801C-4AC7-B922-A66A59C74954}" srcId="{30875A09-AB44-4397-A586-2C08B29F96C3}" destId="{87D76E56-1515-47A3-BFE7-3B61ECA32439}" srcOrd="2" destOrd="0" parTransId="{4AA1CF4F-F904-45BA-BE7C-C921E3B5B9C1}" sibTransId="{E4D18E77-73DE-4BCF-99A1-CB005D1857E3}"/>
    <dgm:cxn modelId="{4F8D18E6-7BDA-4E51-A7DE-9090C058D0CD}" srcId="{30875A09-AB44-4397-A586-2C08B29F96C3}" destId="{24B75503-6FC1-412E-B363-183071298514}" srcOrd="1" destOrd="0" parTransId="{88BC60BD-A2AE-4DDE-BFC5-B363403C1893}" sibTransId="{40DA6FC4-89BB-4DE9-82F9-896DBBCAC807}"/>
    <dgm:cxn modelId="{64AAFBF0-08DF-4E1C-B881-9CAD49A35388}" type="presOf" srcId="{EAF19537-3333-469A-B14A-E0C7C22D1968}" destId="{A971850B-1667-49DD-93AA-5D53D259BACC}" srcOrd="1" destOrd="0" presId="urn:microsoft.com/office/officeart/2005/8/layout/process5"/>
    <dgm:cxn modelId="{5F0805FB-05C2-4021-9E07-4EAE0707E6DB}" srcId="{30875A09-AB44-4397-A586-2C08B29F96C3}" destId="{5231B659-DEDA-44B1-AFE4-2640B08B763A}" srcOrd="0" destOrd="0" parTransId="{1090782E-189F-4A5F-A4F2-A0B1578FB305}" sibTransId="{EAF19537-3333-469A-B14A-E0C7C22D1968}"/>
    <dgm:cxn modelId="{1D2D7F5A-9A67-48E4-BA8B-8AD4714E7D5C}" type="presParOf" srcId="{2BAF5A90-DD77-47AB-A81C-6B01E94702C8}" destId="{EA3014B1-68E7-4A20-817A-C856140EEA64}" srcOrd="0" destOrd="0" presId="urn:microsoft.com/office/officeart/2005/8/layout/process5"/>
    <dgm:cxn modelId="{71CD63D9-E426-4589-B696-C42FDAC89FFE}" type="presParOf" srcId="{2BAF5A90-DD77-47AB-A81C-6B01E94702C8}" destId="{D9739B4D-AC24-45A2-A9EB-19D62861B7A4}" srcOrd="1" destOrd="0" presId="urn:microsoft.com/office/officeart/2005/8/layout/process5"/>
    <dgm:cxn modelId="{7E303606-84D5-4F1D-B683-4E39790E1F4A}" type="presParOf" srcId="{D9739B4D-AC24-45A2-A9EB-19D62861B7A4}" destId="{A971850B-1667-49DD-93AA-5D53D259BACC}" srcOrd="0" destOrd="0" presId="urn:microsoft.com/office/officeart/2005/8/layout/process5"/>
    <dgm:cxn modelId="{1FBD8FD4-3E14-4C7F-AADA-76E875A6BB85}" type="presParOf" srcId="{2BAF5A90-DD77-47AB-A81C-6B01E94702C8}" destId="{44B43B37-3DC2-47B6-BCF0-7D262A1166AF}" srcOrd="2" destOrd="0" presId="urn:microsoft.com/office/officeart/2005/8/layout/process5"/>
    <dgm:cxn modelId="{325147F7-EA4D-4CA4-8F2C-6BFF5A65F73F}" type="presParOf" srcId="{2BAF5A90-DD77-47AB-A81C-6B01E94702C8}" destId="{B643A54E-491D-414B-BB33-84903C9FA478}" srcOrd="3" destOrd="0" presId="urn:microsoft.com/office/officeart/2005/8/layout/process5"/>
    <dgm:cxn modelId="{ECE95E2C-4D20-4640-A779-5A5FADAD9CE9}" type="presParOf" srcId="{B643A54E-491D-414B-BB33-84903C9FA478}" destId="{61B5F86E-EBE5-41C3-AF48-95EEEBBF99B3}" srcOrd="0" destOrd="0" presId="urn:microsoft.com/office/officeart/2005/8/layout/process5"/>
    <dgm:cxn modelId="{78AA9EDD-93DD-4CAE-BB05-E843DDBDE2E8}" type="presParOf" srcId="{2BAF5A90-DD77-47AB-A81C-6B01E94702C8}" destId="{5CF4C590-7B0A-4E2B-B3A8-781A402BD34D}" srcOrd="4" destOrd="0" presId="urn:microsoft.com/office/officeart/2005/8/layout/process5"/>
    <dgm:cxn modelId="{8F65E6DD-D333-46AB-86F3-A1DF675903C0}" type="presParOf" srcId="{2BAF5A90-DD77-47AB-A81C-6B01E94702C8}" destId="{3497A3BF-F3F7-44AE-9079-97655506BAA0}" srcOrd="5" destOrd="0" presId="urn:microsoft.com/office/officeart/2005/8/layout/process5"/>
    <dgm:cxn modelId="{18543F2A-9279-4FA4-A484-DA87D2524ACA}" type="presParOf" srcId="{3497A3BF-F3F7-44AE-9079-97655506BAA0}" destId="{F02D0336-436A-44FE-A47A-DA88B464D178}" srcOrd="0" destOrd="0" presId="urn:microsoft.com/office/officeart/2005/8/layout/process5"/>
    <dgm:cxn modelId="{905B1DE4-134C-4B1F-8FE7-401E0B10A215}" type="presParOf" srcId="{2BAF5A90-DD77-47AB-A81C-6B01E94702C8}" destId="{7D7FAFCB-4CC6-4182-8C42-6DA07BD1EFCE}" srcOrd="6" destOrd="0" presId="urn:microsoft.com/office/officeart/2005/8/layout/process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569DAABA-B623-4EE1-B6B4-AFB63D0A16C7}"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76CFD6C5-6E6A-4779-B9F6-2066D9DDE959}">
      <dgm:prSet/>
      <dgm:spPr/>
      <dgm:t>
        <a:bodyPr/>
        <a:lstStyle/>
        <a:p>
          <a:r>
            <a:rPr lang="en-US"/>
            <a:t>The first attempt at showcasing why this difference exist we tried OLS regression. </a:t>
          </a:r>
        </a:p>
      </dgm:t>
    </dgm:pt>
    <dgm:pt modelId="{B4685D12-A0DD-4944-9DE8-B4B0CA0ADF55}" type="parTrans" cxnId="{4AE55D5F-E82C-4DE0-8478-6BF96118F4BB}">
      <dgm:prSet/>
      <dgm:spPr/>
      <dgm:t>
        <a:bodyPr/>
        <a:lstStyle/>
        <a:p>
          <a:endParaRPr lang="en-US"/>
        </a:p>
      </dgm:t>
    </dgm:pt>
    <dgm:pt modelId="{E58EBB12-F82C-4A8B-9811-AEFCB3B7FF2C}" type="sibTrans" cxnId="{4AE55D5F-E82C-4DE0-8478-6BF96118F4BB}">
      <dgm:prSet/>
      <dgm:spPr/>
      <dgm:t>
        <a:bodyPr/>
        <a:lstStyle/>
        <a:p>
          <a:endParaRPr lang="en-US"/>
        </a:p>
      </dgm:t>
    </dgm:pt>
    <dgm:pt modelId="{377D1315-E4F9-45E0-AEDB-A04CD61C3A2A}">
      <dgm:prSet/>
      <dgm:spPr/>
      <dgm:t>
        <a:bodyPr/>
        <a:lstStyle/>
        <a:p>
          <a:r>
            <a:rPr lang="en-US"/>
            <a:t>Here, the proportion of drivers in each State was used as the response. </a:t>
          </a:r>
        </a:p>
      </dgm:t>
    </dgm:pt>
    <dgm:pt modelId="{DD2D35B6-D624-457B-97F3-3C5961775021}" type="parTrans" cxnId="{2C76BF6E-B471-4AE3-8FEA-10D4E35CBDA9}">
      <dgm:prSet/>
      <dgm:spPr/>
      <dgm:t>
        <a:bodyPr/>
        <a:lstStyle/>
        <a:p>
          <a:endParaRPr lang="en-US"/>
        </a:p>
      </dgm:t>
    </dgm:pt>
    <dgm:pt modelId="{A3B797F0-EFAB-43FB-8BB6-89615CF37997}" type="sibTrans" cxnId="{2C76BF6E-B471-4AE3-8FEA-10D4E35CBDA9}">
      <dgm:prSet/>
      <dgm:spPr/>
      <dgm:t>
        <a:bodyPr/>
        <a:lstStyle/>
        <a:p>
          <a:endParaRPr lang="en-US"/>
        </a:p>
      </dgm:t>
    </dgm:pt>
    <dgm:pt modelId="{72D4A26A-79EE-4DDD-B43C-CCF27E81E0ED}">
      <dgm:prSet/>
      <dgm:spPr/>
      <dgm:t>
        <a:bodyPr/>
        <a:lstStyle/>
        <a:p>
          <a:r>
            <a:rPr lang="en-US" dirty="0"/>
            <a:t>The predictors were selected as the  constant, Amtrak Riders Prop, Fuel Rate, and Unemployment Rate.</a:t>
          </a:r>
        </a:p>
      </dgm:t>
    </dgm:pt>
    <dgm:pt modelId="{5121CE7B-BC30-46C8-B317-9EF919AC6799}" type="parTrans" cxnId="{10C8B26B-6343-4568-AF28-4BC8043A6BBB}">
      <dgm:prSet/>
      <dgm:spPr/>
      <dgm:t>
        <a:bodyPr/>
        <a:lstStyle/>
        <a:p>
          <a:endParaRPr lang="en-US"/>
        </a:p>
      </dgm:t>
    </dgm:pt>
    <dgm:pt modelId="{BB3F5490-8C84-416A-9336-C3F030FDE28E}" type="sibTrans" cxnId="{10C8B26B-6343-4568-AF28-4BC8043A6BBB}">
      <dgm:prSet/>
      <dgm:spPr/>
      <dgm:t>
        <a:bodyPr/>
        <a:lstStyle/>
        <a:p>
          <a:endParaRPr lang="en-US"/>
        </a:p>
      </dgm:t>
    </dgm:pt>
    <dgm:pt modelId="{6897DCED-E126-4657-A47F-D3BEF1EAEB23}" type="pres">
      <dgm:prSet presAssocID="{569DAABA-B623-4EE1-B6B4-AFB63D0A16C7}" presName="linear" presStyleCnt="0">
        <dgm:presLayoutVars>
          <dgm:animLvl val="lvl"/>
          <dgm:resizeHandles val="exact"/>
        </dgm:presLayoutVars>
      </dgm:prSet>
      <dgm:spPr/>
    </dgm:pt>
    <dgm:pt modelId="{4708C303-B104-487C-B135-4E6BCA7BC0E4}" type="pres">
      <dgm:prSet presAssocID="{76CFD6C5-6E6A-4779-B9F6-2066D9DDE959}" presName="parentText" presStyleLbl="node1" presStyleIdx="0" presStyleCnt="3">
        <dgm:presLayoutVars>
          <dgm:chMax val="0"/>
          <dgm:bulletEnabled val="1"/>
        </dgm:presLayoutVars>
      </dgm:prSet>
      <dgm:spPr/>
    </dgm:pt>
    <dgm:pt modelId="{3052767D-4FCD-4819-88CC-47940BB87730}" type="pres">
      <dgm:prSet presAssocID="{E58EBB12-F82C-4A8B-9811-AEFCB3B7FF2C}" presName="spacer" presStyleCnt="0"/>
      <dgm:spPr/>
    </dgm:pt>
    <dgm:pt modelId="{F26BFC19-E012-44F4-BCC9-C3C0CD914848}" type="pres">
      <dgm:prSet presAssocID="{377D1315-E4F9-45E0-AEDB-A04CD61C3A2A}" presName="parentText" presStyleLbl="node1" presStyleIdx="1" presStyleCnt="3">
        <dgm:presLayoutVars>
          <dgm:chMax val="0"/>
          <dgm:bulletEnabled val="1"/>
        </dgm:presLayoutVars>
      </dgm:prSet>
      <dgm:spPr/>
    </dgm:pt>
    <dgm:pt modelId="{F542948D-CF76-4938-B317-B18C8233FF1D}" type="pres">
      <dgm:prSet presAssocID="{A3B797F0-EFAB-43FB-8BB6-89615CF37997}" presName="spacer" presStyleCnt="0"/>
      <dgm:spPr/>
    </dgm:pt>
    <dgm:pt modelId="{EC5516CB-ABBE-4055-81B9-DF8870D1D6AA}" type="pres">
      <dgm:prSet presAssocID="{72D4A26A-79EE-4DDD-B43C-CCF27E81E0ED}" presName="parentText" presStyleLbl="node1" presStyleIdx="2" presStyleCnt="3">
        <dgm:presLayoutVars>
          <dgm:chMax val="0"/>
          <dgm:bulletEnabled val="1"/>
        </dgm:presLayoutVars>
      </dgm:prSet>
      <dgm:spPr/>
    </dgm:pt>
  </dgm:ptLst>
  <dgm:cxnLst>
    <dgm:cxn modelId="{4AE55D5F-E82C-4DE0-8478-6BF96118F4BB}" srcId="{569DAABA-B623-4EE1-B6B4-AFB63D0A16C7}" destId="{76CFD6C5-6E6A-4779-B9F6-2066D9DDE959}" srcOrd="0" destOrd="0" parTransId="{B4685D12-A0DD-4944-9DE8-B4B0CA0ADF55}" sibTransId="{E58EBB12-F82C-4A8B-9811-AEFCB3B7FF2C}"/>
    <dgm:cxn modelId="{10C8B26B-6343-4568-AF28-4BC8043A6BBB}" srcId="{569DAABA-B623-4EE1-B6B4-AFB63D0A16C7}" destId="{72D4A26A-79EE-4DDD-B43C-CCF27E81E0ED}" srcOrd="2" destOrd="0" parTransId="{5121CE7B-BC30-46C8-B317-9EF919AC6799}" sibTransId="{BB3F5490-8C84-416A-9336-C3F030FDE28E}"/>
    <dgm:cxn modelId="{2C76BF6E-B471-4AE3-8FEA-10D4E35CBDA9}" srcId="{569DAABA-B623-4EE1-B6B4-AFB63D0A16C7}" destId="{377D1315-E4F9-45E0-AEDB-A04CD61C3A2A}" srcOrd="1" destOrd="0" parTransId="{DD2D35B6-D624-457B-97F3-3C5961775021}" sibTransId="{A3B797F0-EFAB-43FB-8BB6-89615CF37997}"/>
    <dgm:cxn modelId="{E3849C9C-EE66-4913-9D4D-A14EB9818A2D}" type="presOf" srcId="{76CFD6C5-6E6A-4779-B9F6-2066D9DDE959}" destId="{4708C303-B104-487C-B135-4E6BCA7BC0E4}" srcOrd="0" destOrd="0" presId="urn:microsoft.com/office/officeart/2005/8/layout/vList2"/>
    <dgm:cxn modelId="{C607D2B4-A492-46AD-97B8-F3CB0C39A494}" type="presOf" srcId="{377D1315-E4F9-45E0-AEDB-A04CD61C3A2A}" destId="{F26BFC19-E012-44F4-BCC9-C3C0CD914848}" srcOrd="0" destOrd="0" presId="urn:microsoft.com/office/officeart/2005/8/layout/vList2"/>
    <dgm:cxn modelId="{E73F09EF-8C4C-4E52-B7F0-DDD50D7D73BD}" type="presOf" srcId="{569DAABA-B623-4EE1-B6B4-AFB63D0A16C7}" destId="{6897DCED-E126-4657-A47F-D3BEF1EAEB23}" srcOrd="0" destOrd="0" presId="urn:microsoft.com/office/officeart/2005/8/layout/vList2"/>
    <dgm:cxn modelId="{25FB21F7-0B70-432B-BB46-FE771603A59E}" type="presOf" srcId="{72D4A26A-79EE-4DDD-B43C-CCF27E81E0ED}" destId="{EC5516CB-ABBE-4055-81B9-DF8870D1D6AA}" srcOrd="0" destOrd="0" presId="urn:microsoft.com/office/officeart/2005/8/layout/vList2"/>
    <dgm:cxn modelId="{95296980-A4AE-4926-92E8-C99587AB17D6}" type="presParOf" srcId="{6897DCED-E126-4657-A47F-D3BEF1EAEB23}" destId="{4708C303-B104-487C-B135-4E6BCA7BC0E4}" srcOrd="0" destOrd="0" presId="urn:microsoft.com/office/officeart/2005/8/layout/vList2"/>
    <dgm:cxn modelId="{85E09782-31F4-4019-9AC0-DAED06676F6B}" type="presParOf" srcId="{6897DCED-E126-4657-A47F-D3BEF1EAEB23}" destId="{3052767D-4FCD-4819-88CC-47940BB87730}" srcOrd="1" destOrd="0" presId="urn:microsoft.com/office/officeart/2005/8/layout/vList2"/>
    <dgm:cxn modelId="{092AA409-E6EE-4016-8E6D-C617DFA5A8F6}" type="presParOf" srcId="{6897DCED-E126-4657-A47F-D3BEF1EAEB23}" destId="{F26BFC19-E012-44F4-BCC9-C3C0CD914848}" srcOrd="2" destOrd="0" presId="urn:microsoft.com/office/officeart/2005/8/layout/vList2"/>
    <dgm:cxn modelId="{836D8542-E476-48AD-8665-E1DF181A8664}" type="presParOf" srcId="{6897DCED-E126-4657-A47F-D3BEF1EAEB23}" destId="{F542948D-CF76-4938-B317-B18C8233FF1D}" srcOrd="3" destOrd="0" presId="urn:microsoft.com/office/officeart/2005/8/layout/vList2"/>
    <dgm:cxn modelId="{04B19EDD-1E13-472F-9635-B85B02285C93}" type="presParOf" srcId="{6897DCED-E126-4657-A47F-D3BEF1EAEB23}" destId="{EC5516CB-ABBE-4055-81B9-DF8870D1D6AA}" srcOrd="4"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A3014B1-68E7-4A20-817A-C856140EEA64}">
      <dsp:nvSpPr>
        <dsp:cNvPr id="0" name=""/>
        <dsp:cNvSpPr/>
      </dsp:nvSpPr>
      <dsp:spPr>
        <a:xfrm>
          <a:off x="516886" y="1401"/>
          <a:ext cx="2169948" cy="1301969"/>
        </a:xfrm>
        <a:prstGeom prst="roundRect">
          <a:avLst>
            <a:gd name="adj" fmla="val 10000"/>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dirty="0"/>
            <a:t>Before progressing, we need to show that a difference between states exist</a:t>
          </a:r>
        </a:p>
      </dsp:txBody>
      <dsp:txXfrm>
        <a:off x="555019" y="39534"/>
        <a:ext cx="2093682" cy="1225703"/>
      </dsp:txXfrm>
    </dsp:sp>
    <dsp:sp modelId="{D9739B4D-AC24-45A2-A9EB-19D62861B7A4}">
      <dsp:nvSpPr>
        <dsp:cNvPr id="0" name=""/>
        <dsp:cNvSpPr/>
      </dsp:nvSpPr>
      <dsp:spPr>
        <a:xfrm>
          <a:off x="2877790" y="383312"/>
          <a:ext cx="460029" cy="538147"/>
        </a:xfrm>
        <a:prstGeom prst="rightArrow">
          <a:avLst>
            <a:gd name="adj1" fmla="val 60000"/>
            <a:gd name="adj2" fmla="val 50000"/>
          </a:avLst>
        </a:prstGeom>
        <a:gradFill rotWithShape="0">
          <a:gsLst>
            <a:gs pos="0">
              <a:schemeClr val="accent3">
                <a:tint val="60000"/>
                <a:hueOff val="0"/>
                <a:satOff val="0"/>
                <a:lumOff val="0"/>
                <a:alphaOff val="0"/>
                <a:satMod val="103000"/>
                <a:lumMod val="102000"/>
                <a:tint val="94000"/>
              </a:schemeClr>
            </a:gs>
            <a:gs pos="50000">
              <a:schemeClr val="accent3">
                <a:tint val="60000"/>
                <a:hueOff val="0"/>
                <a:satOff val="0"/>
                <a:lumOff val="0"/>
                <a:alphaOff val="0"/>
                <a:satMod val="110000"/>
                <a:lumMod val="100000"/>
                <a:shade val="100000"/>
              </a:schemeClr>
            </a:gs>
            <a:gs pos="100000">
              <a:schemeClr val="accent3">
                <a:tint val="60000"/>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endParaRPr lang="en-US" sz="1400" kern="1200"/>
        </a:p>
      </dsp:txBody>
      <dsp:txXfrm>
        <a:off x="2877790" y="490941"/>
        <a:ext cx="322020" cy="322889"/>
      </dsp:txXfrm>
    </dsp:sp>
    <dsp:sp modelId="{44B43B37-3DC2-47B6-BCF0-7D262A1166AF}">
      <dsp:nvSpPr>
        <dsp:cNvPr id="0" name=""/>
        <dsp:cNvSpPr/>
      </dsp:nvSpPr>
      <dsp:spPr>
        <a:xfrm>
          <a:off x="3554814" y="1401"/>
          <a:ext cx="2169948" cy="1301969"/>
        </a:xfrm>
        <a:prstGeom prst="roundRect">
          <a:avLst>
            <a:gd name="adj" fmla="val 10000"/>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a:t>We cannot use a t-test as we do not know the distribution of the data</a:t>
          </a:r>
        </a:p>
      </dsp:txBody>
      <dsp:txXfrm>
        <a:off x="3592947" y="39534"/>
        <a:ext cx="2093682" cy="1225703"/>
      </dsp:txXfrm>
    </dsp:sp>
    <dsp:sp modelId="{B643A54E-491D-414B-BB33-84903C9FA478}">
      <dsp:nvSpPr>
        <dsp:cNvPr id="0" name=""/>
        <dsp:cNvSpPr/>
      </dsp:nvSpPr>
      <dsp:spPr>
        <a:xfrm rot="5400000">
          <a:off x="4409774" y="1455266"/>
          <a:ext cx="460029" cy="538147"/>
        </a:xfrm>
        <a:prstGeom prst="rightArrow">
          <a:avLst>
            <a:gd name="adj1" fmla="val 60000"/>
            <a:gd name="adj2" fmla="val 50000"/>
          </a:avLst>
        </a:prstGeom>
        <a:gradFill rotWithShape="0">
          <a:gsLst>
            <a:gs pos="0">
              <a:schemeClr val="accent3">
                <a:tint val="60000"/>
                <a:hueOff val="0"/>
                <a:satOff val="0"/>
                <a:lumOff val="0"/>
                <a:alphaOff val="0"/>
                <a:satMod val="103000"/>
                <a:lumMod val="102000"/>
                <a:tint val="94000"/>
              </a:schemeClr>
            </a:gs>
            <a:gs pos="50000">
              <a:schemeClr val="accent3">
                <a:tint val="60000"/>
                <a:hueOff val="0"/>
                <a:satOff val="0"/>
                <a:lumOff val="0"/>
                <a:alphaOff val="0"/>
                <a:satMod val="110000"/>
                <a:lumMod val="100000"/>
                <a:shade val="100000"/>
              </a:schemeClr>
            </a:gs>
            <a:gs pos="100000">
              <a:schemeClr val="accent3">
                <a:tint val="60000"/>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endParaRPr lang="en-US" sz="1400" kern="1200"/>
        </a:p>
      </dsp:txBody>
      <dsp:txXfrm rot="-5400000">
        <a:off x="4478345" y="1494325"/>
        <a:ext cx="322889" cy="322020"/>
      </dsp:txXfrm>
    </dsp:sp>
    <dsp:sp modelId="{5CF4C590-7B0A-4E2B-B3A8-781A402BD34D}">
      <dsp:nvSpPr>
        <dsp:cNvPr id="0" name=""/>
        <dsp:cNvSpPr/>
      </dsp:nvSpPr>
      <dsp:spPr>
        <a:xfrm>
          <a:off x="3554814" y="2171349"/>
          <a:ext cx="2169948" cy="1301969"/>
        </a:xfrm>
        <a:prstGeom prst="roundRect">
          <a:avLst>
            <a:gd name="adj" fmla="val 10000"/>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a:t>We cannot use Welch’s t-test as we do not the variance between counts</a:t>
          </a:r>
        </a:p>
      </dsp:txBody>
      <dsp:txXfrm>
        <a:off x="3592947" y="2209482"/>
        <a:ext cx="2093682" cy="1225703"/>
      </dsp:txXfrm>
    </dsp:sp>
    <dsp:sp modelId="{3497A3BF-F3F7-44AE-9079-97655506BAA0}">
      <dsp:nvSpPr>
        <dsp:cNvPr id="0" name=""/>
        <dsp:cNvSpPr/>
      </dsp:nvSpPr>
      <dsp:spPr>
        <a:xfrm rot="10800000">
          <a:off x="2903830" y="2553260"/>
          <a:ext cx="460029" cy="538147"/>
        </a:xfrm>
        <a:prstGeom prst="rightArrow">
          <a:avLst>
            <a:gd name="adj1" fmla="val 60000"/>
            <a:gd name="adj2" fmla="val 50000"/>
          </a:avLst>
        </a:prstGeom>
        <a:gradFill rotWithShape="0">
          <a:gsLst>
            <a:gs pos="0">
              <a:schemeClr val="accent3">
                <a:tint val="60000"/>
                <a:hueOff val="0"/>
                <a:satOff val="0"/>
                <a:lumOff val="0"/>
                <a:alphaOff val="0"/>
                <a:satMod val="103000"/>
                <a:lumMod val="102000"/>
                <a:tint val="94000"/>
              </a:schemeClr>
            </a:gs>
            <a:gs pos="50000">
              <a:schemeClr val="accent3">
                <a:tint val="60000"/>
                <a:hueOff val="0"/>
                <a:satOff val="0"/>
                <a:lumOff val="0"/>
                <a:alphaOff val="0"/>
                <a:satMod val="110000"/>
                <a:lumMod val="100000"/>
                <a:shade val="100000"/>
              </a:schemeClr>
            </a:gs>
            <a:gs pos="100000">
              <a:schemeClr val="accent3">
                <a:tint val="60000"/>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endParaRPr lang="en-US" sz="1400" kern="1200"/>
        </a:p>
      </dsp:txBody>
      <dsp:txXfrm rot="10800000">
        <a:off x="3041839" y="2660889"/>
        <a:ext cx="322020" cy="322889"/>
      </dsp:txXfrm>
    </dsp:sp>
    <dsp:sp modelId="{7D7FAFCB-4CC6-4182-8C42-6DA07BD1EFCE}">
      <dsp:nvSpPr>
        <dsp:cNvPr id="0" name=""/>
        <dsp:cNvSpPr/>
      </dsp:nvSpPr>
      <dsp:spPr>
        <a:xfrm>
          <a:off x="516886" y="2171349"/>
          <a:ext cx="2169948" cy="1301969"/>
        </a:xfrm>
        <a:prstGeom prst="roundRect">
          <a:avLst>
            <a:gd name="adj" fmla="val 10000"/>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dirty="0"/>
            <a:t>So, we use a non-parametric method, Permutations</a:t>
          </a:r>
        </a:p>
      </dsp:txBody>
      <dsp:txXfrm>
        <a:off x="555019" y="2209482"/>
        <a:ext cx="2093682" cy="1225703"/>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708C303-B104-487C-B135-4E6BCA7BC0E4}">
      <dsp:nvSpPr>
        <dsp:cNvPr id="0" name=""/>
        <dsp:cNvSpPr/>
      </dsp:nvSpPr>
      <dsp:spPr>
        <a:xfrm>
          <a:off x="0" y="19834"/>
          <a:ext cx="4894006" cy="1319759"/>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US" sz="2400" kern="1200"/>
            <a:t>The first attempt at showcasing why this difference exist we tried OLS regression. </a:t>
          </a:r>
        </a:p>
      </dsp:txBody>
      <dsp:txXfrm>
        <a:off x="64425" y="84259"/>
        <a:ext cx="4765156" cy="1190909"/>
      </dsp:txXfrm>
    </dsp:sp>
    <dsp:sp modelId="{F26BFC19-E012-44F4-BCC9-C3C0CD914848}">
      <dsp:nvSpPr>
        <dsp:cNvPr id="0" name=""/>
        <dsp:cNvSpPr/>
      </dsp:nvSpPr>
      <dsp:spPr>
        <a:xfrm>
          <a:off x="0" y="1408714"/>
          <a:ext cx="4894006" cy="1319759"/>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US" sz="2400" kern="1200"/>
            <a:t>Here, the proportion of drivers in each State was used as the response. </a:t>
          </a:r>
        </a:p>
      </dsp:txBody>
      <dsp:txXfrm>
        <a:off x="64425" y="1473139"/>
        <a:ext cx="4765156" cy="1190909"/>
      </dsp:txXfrm>
    </dsp:sp>
    <dsp:sp modelId="{EC5516CB-ABBE-4055-81B9-DF8870D1D6AA}">
      <dsp:nvSpPr>
        <dsp:cNvPr id="0" name=""/>
        <dsp:cNvSpPr/>
      </dsp:nvSpPr>
      <dsp:spPr>
        <a:xfrm>
          <a:off x="0" y="2797594"/>
          <a:ext cx="4894006" cy="1319759"/>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US" sz="2400" kern="1200" dirty="0"/>
            <a:t>The predictors were selected as the  constant, Amtrak Riders Prop, Fuel Rate, and Unemployment Rate.</a:t>
          </a:r>
        </a:p>
      </dsp:txBody>
      <dsp:txXfrm>
        <a:off x="64425" y="2862019"/>
        <a:ext cx="4765156" cy="1190909"/>
      </dsp:txXfrm>
    </dsp:sp>
  </dsp:spTree>
</dsp:drawing>
</file>

<file path=ppt/diagrams/layout1.xml><?xml version="1.0" encoding="utf-8"?>
<dgm:layoutDef xmlns:dgm="http://schemas.openxmlformats.org/drawingml/2006/diagram" xmlns:a="http://schemas.openxmlformats.org/drawingml/2006/main" uniqueId="urn:microsoft.com/office/officeart/2005/8/layout/process5">
  <dgm:title val=""/>
  <dgm:desc val=""/>
  <dgm:catLst>
    <dgm:cat type="process" pri="17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diagram">
    <dgm:varLst>
      <dgm:dir/>
      <dgm:resizeHandles val="exact"/>
    </dgm:varLst>
    <dgm:choose name="Name0">
      <dgm:if name="Name1" axis="self" func="var" arg="dir" op="equ" val="norm">
        <dgm:alg type="snake">
          <dgm:param type="grDir" val="tL"/>
          <dgm:param type="flowDir" val="row"/>
          <dgm:param type="contDir" val="revDir"/>
          <dgm:param type="bkpt" val="endCnv"/>
        </dgm:alg>
      </dgm:if>
      <dgm:else name="Name2">
        <dgm:alg type="snake">
          <dgm:param type="grDir" val="tR"/>
          <dgm:param type="flowDir" val="row"/>
          <dgm:param type="contDir" val="rev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4"/>
      <dgm:constr type="sp" refType="w" refFor="ch" refForName="sibTrans" op="equ"/>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5"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Lst>
          <dgm:ruleLst/>
          <dgm:layoutNode name="connectorText">
            <dgm:alg type="tx">
              <dgm:param type="autoTxRot" val="upr"/>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3976AB79-C677-3DB7-78CF-9305D5861483}"/>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113AB137-CEA6-0244-F12B-1ECC21172D0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DC994AA-C437-4EF4-8BEF-0B832D7FA420}" type="datetimeFigureOut">
              <a:rPr lang="en-US" smtClean="0"/>
              <a:t>4/12/2025</a:t>
            </a:fld>
            <a:endParaRPr lang="en-US"/>
          </a:p>
        </p:txBody>
      </p:sp>
      <p:sp>
        <p:nvSpPr>
          <p:cNvPr id="4" name="Footer Placeholder 3">
            <a:extLst>
              <a:ext uri="{FF2B5EF4-FFF2-40B4-BE49-F238E27FC236}">
                <a16:creationId xmlns:a16="http://schemas.microsoft.com/office/drawing/2014/main" id="{0868EC96-C6CC-F2AF-D90F-143F4D20A07A}"/>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94F8EC8D-EF88-0275-F75C-A789924433BA}"/>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EF757874-EF65-4B61-B062-40C932C81294}" type="slidenum">
              <a:rPr lang="en-US" smtClean="0"/>
              <a:t>‹#›</a:t>
            </a:fld>
            <a:endParaRPr lang="en-US"/>
          </a:p>
        </p:txBody>
      </p:sp>
    </p:spTree>
    <p:extLst>
      <p:ext uri="{BB962C8B-B14F-4D97-AF65-F5344CB8AC3E}">
        <p14:creationId xmlns:p14="http://schemas.microsoft.com/office/powerpoint/2010/main" val="347202786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B4FE048-FAD0-D943-9A17-3C4CB7633182}" type="datetimeFigureOut">
              <a:rPr lang="en-US" smtClean="0"/>
              <a:t>4/12/2025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5247812-3409-784D-BAE7-ABE53735D59F}" type="slidenum">
              <a:rPr lang="en-US" smtClean="0"/>
              <a:t>‹#›</a:t>
            </a:fld>
            <a:endParaRPr lang="en-US"/>
          </a:p>
        </p:txBody>
      </p:sp>
    </p:spTree>
    <p:extLst>
      <p:ext uri="{BB962C8B-B14F-4D97-AF65-F5344CB8AC3E}">
        <p14:creationId xmlns:p14="http://schemas.microsoft.com/office/powerpoint/2010/main" val="101503008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Only">
    <p:bg>
      <p:bgPr>
        <a:solidFill>
          <a:schemeClr val="tx1"/>
        </a:solidFill>
        <a:effectLst/>
      </p:bgPr>
    </p:bg>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7A7F58C7-D277-8F14-F024-4B41D20D054F}"/>
              </a:ext>
            </a:extLst>
          </p:cNvPr>
          <p:cNvSpPr>
            <a:spLocks noGrp="1"/>
          </p:cNvSpPr>
          <p:nvPr>
            <p:ph type="pic" sz="quarter" idx="10"/>
          </p:nvPr>
        </p:nvSpPr>
        <p:spPr>
          <a:xfrm>
            <a:off x="0" y="0"/>
            <a:ext cx="12192000" cy="6858000"/>
          </a:xfrm>
        </p:spPr>
        <p:txBody>
          <a:bodyPr>
            <a:normAutofit/>
          </a:bodyPr>
          <a:lstStyle>
            <a:lvl1pPr marL="0" indent="0" algn="ctr">
              <a:buNone/>
              <a:defRPr sz="2000">
                <a:solidFill>
                  <a:schemeClr val="bg1"/>
                </a:solidFill>
              </a:defRPr>
            </a:lvl1pPr>
          </a:lstStyle>
          <a:p>
            <a:r>
              <a:rPr lang="en-US"/>
              <a:t>Click icon to add picture</a:t>
            </a:r>
            <a:endParaRPr lang="en-US" dirty="0"/>
          </a:p>
        </p:txBody>
      </p:sp>
      <p:sp>
        <p:nvSpPr>
          <p:cNvPr id="6" name="Title 1">
            <a:extLst>
              <a:ext uri="{FF2B5EF4-FFF2-40B4-BE49-F238E27FC236}">
                <a16:creationId xmlns:a16="http://schemas.microsoft.com/office/drawing/2014/main" id="{2E8C189B-2E00-67DA-E342-3440F5EBB4CE}"/>
              </a:ext>
            </a:extLst>
          </p:cNvPr>
          <p:cNvSpPr>
            <a:spLocks noGrp="1"/>
          </p:cNvSpPr>
          <p:nvPr>
            <p:ph type="ctrTitle" hasCustomPrompt="1"/>
          </p:nvPr>
        </p:nvSpPr>
        <p:spPr>
          <a:xfrm>
            <a:off x="1524000" y="2286000"/>
            <a:ext cx="9144000" cy="2286000"/>
          </a:xfrm>
        </p:spPr>
        <p:txBody>
          <a:bodyPr anchor="ctr" anchorCtr="0">
            <a:noAutofit/>
          </a:bodyPr>
          <a:lstStyle>
            <a:lvl1pPr algn="ctr">
              <a:defRPr sz="4800">
                <a:solidFill>
                  <a:schemeClr val="bg1"/>
                </a:solidFill>
              </a:defRPr>
            </a:lvl1pPr>
          </a:lstStyle>
          <a:p>
            <a:r>
              <a:rPr lang="en-US" dirty="0"/>
              <a:t>Click to add title</a:t>
            </a:r>
          </a:p>
        </p:txBody>
      </p:sp>
    </p:spTree>
    <p:extLst>
      <p:ext uri="{BB962C8B-B14F-4D97-AF65-F5344CB8AC3E}">
        <p14:creationId xmlns:p14="http://schemas.microsoft.com/office/powerpoint/2010/main" val="34246750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nt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57BD59-35CC-9BB3-8621-6FA3356F81AA}"/>
              </a:ext>
            </a:extLst>
          </p:cNvPr>
          <p:cNvSpPr>
            <a:spLocks noGrp="1"/>
          </p:cNvSpPr>
          <p:nvPr>
            <p:ph type="title" hasCustomPrompt="1"/>
          </p:nvPr>
        </p:nvSpPr>
        <p:spPr>
          <a:xfrm>
            <a:off x="6562816" y="457200"/>
            <a:ext cx="4837176" cy="1993392"/>
          </a:xfrm>
        </p:spPr>
        <p:txBody>
          <a:bodyPr anchor="b">
            <a:noAutofit/>
          </a:bodyPr>
          <a:lstStyle>
            <a:lvl1pPr>
              <a:defRPr sz="3200"/>
            </a:lvl1pPr>
          </a:lstStyle>
          <a:p>
            <a:r>
              <a:rPr lang="en-US" dirty="0"/>
              <a:t>Click to add title</a:t>
            </a:r>
          </a:p>
        </p:txBody>
      </p:sp>
      <p:sp>
        <p:nvSpPr>
          <p:cNvPr id="10" name="Picture Placeholder 9">
            <a:extLst>
              <a:ext uri="{FF2B5EF4-FFF2-40B4-BE49-F238E27FC236}">
                <a16:creationId xmlns:a16="http://schemas.microsoft.com/office/drawing/2014/main" id="{6B8CBAD6-FC79-B2BB-0B67-26429A6D4C8C}"/>
              </a:ext>
            </a:extLst>
          </p:cNvPr>
          <p:cNvSpPr>
            <a:spLocks noGrp="1"/>
          </p:cNvSpPr>
          <p:nvPr>
            <p:ph type="pic" sz="quarter" idx="10"/>
          </p:nvPr>
        </p:nvSpPr>
        <p:spPr>
          <a:xfrm>
            <a:off x="-28882" y="0"/>
            <a:ext cx="6115050" cy="6858000"/>
          </a:xfrm>
          <a:prstGeom prst="parallelogram">
            <a:avLst/>
          </a:prstGeom>
          <a:ln>
            <a:noFill/>
          </a:ln>
        </p:spPr>
        <p:txBody>
          <a:bodyPr tIns="0">
            <a:normAutofit/>
          </a:bodyPr>
          <a:lstStyle>
            <a:lvl1pPr marL="0" indent="0" algn="ctr">
              <a:buNone/>
              <a:defRPr sz="2000"/>
            </a:lvl1pPr>
          </a:lstStyle>
          <a:p>
            <a:r>
              <a:rPr lang="en-US"/>
              <a:t>Click icon to add picture</a:t>
            </a:r>
            <a:endParaRPr lang="en-US" dirty="0"/>
          </a:p>
        </p:txBody>
      </p:sp>
      <p:sp>
        <p:nvSpPr>
          <p:cNvPr id="3" name="Content Placeholder 2">
            <a:extLst>
              <a:ext uri="{FF2B5EF4-FFF2-40B4-BE49-F238E27FC236}">
                <a16:creationId xmlns:a16="http://schemas.microsoft.com/office/drawing/2014/main" id="{A772710C-A212-1B12-06CD-FA2A14F89D68}"/>
              </a:ext>
            </a:extLst>
          </p:cNvPr>
          <p:cNvSpPr>
            <a:spLocks noGrp="1"/>
          </p:cNvSpPr>
          <p:nvPr>
            <p:ph idx="1" hasCustomPrompt="1"/>
          </p:nvPr>
        </p:nvSpPr>
        <p:spPr>
          <a:xfrm>
            <a:off x="6562818" y="2752344"/>
            <a:ext cx="4837174" cy="3136392"/>
          </a:xfrm>
        </p:spPr>
        <p:txBody>
          <a:bodyPr anchor="t" anchorCtr="0">
            <a:normAutofit/>
          </a:bodyPr>
          <a:lstStyle>
            <a:lvl1pPr marL="0" indent="0">
              <a:lnSpc>
                <a:spcPct val="150000"/>
              </a:lnSpc>
              <a:spcBef>
                <a:spcPts val="1000"/>
              </a:spcBef>
              <a:buNone/>
              <a:defRPr sz="1800" cap="all" spc="300" baseline="0"/>
            </a:lvl1pPr>
            <a:lvl2pPr marL="457200" indent="0">
              <a:lnSpc>
                <a:spcPct val="150000"/>
              </a:lnSpc>
              <a:spcBef>
                <a:spcPts val="1000"/>
              </a:spcBef>
              <a:buNone/>
              <a:defRPr sz="1800" cap="all" spc="300" baseline="0"/>
            </a:lvl2pPr>
            <a:lvl3pPr marL="914400" indent="0">
              <a:lnSpc>
                <a:spcPct val="150000"/>
              </a:lnSpc>
              <a:spcBef>
                <a:spcPts val="1000"/>
              </a:spcBef>
              <a:buNone/>
              <a:defRPr sz="1800" cap="all" spc="300" baseline="0"/>
            </a:lvl3pPr>
            <a:lvl4pPr marL="1371600" indent="0">
              <a:lnSpc>
                <a:spcPct val="150000"/>
              </a:lnSpc>
              <a:spcBef>
                <a:spcPts val="1000"/>
              </a:spcBef>
              <a:buNone/>
              <a:defRPr sz="1800" cap="all" spc="300" baseline="0"/>
            </a:lvl4pPr>
            <a:lvl5pPr marL="1828800" indent="0">
              <a:lnSpc>
                <a:spcPct val="150000"/>
              </a:lnSpc>
              <a:spcBef>
                <a:spcPts val="1000"/>
              </a:spcBef>
              <a:buNone/>
              <a:defRPr sz="1800" cap="all" spc="300" baseline="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Rectangle 10">
            <a:extLst>
              <a:ext uri="{FF2B5EF4-FFF2-40B4-BE49-F238E27FC236}">
                <a16:creationId xmlns:a16="http://schemas.microsoft.com/office/drawing/2014/main" id="{934796A3-781D-5244-DAB8-2D6EE0AC3B70}"/>
              </a:ext>
              <a:ext uri="{C183D7F6-B498-43B3-948B-1728B52AA6E4}">
                <adec:decorative xmlns:adec="http://schemas.microsoft.com/office/drawing/2017/decorative" val="1"/>
              </a:ext>
            </a:extLst>
          </p:cNvPr>
          <p:cNvSpPr/>
          <p:nvPr userDrawn="1"/>
        </p:nvSpPr>
        <p:spPr>
          <a:xfrm>
            <a:off x="6562817" y="6303963"/>
            <a:ext cx="3014980" cy="554037"/>
          </a:xfrm>
          <a:prstGeom prst="rect">
            <a:avLst/>
          </a:prstGeom>
          <a:gradFill flip="none" rotWithShape="1">
            <a:gsLst>
              <a:gs pos="0">
                <a:schemeClr val="accent5"/>
              </a:gs>
              <a:gs pos="100000">
                <a:schemeClr val="accent2">
                  <a:lumMod val="97000"/>
                  <a:lumOff val="3000"/>
                </a:schemeClr>
              </a:gs>
              <a:gs pos="50000">
                <a:schemeClr val="accent1"/>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914388044"/>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 subtitle +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772C41-A024-2F33-1F04-21E003FA7291}"/>
              </a:ext>
            </a:extLst>
          </p:cNvPr>
          <p:cNvSpPr>
            <a:spLocks noGrp="1"/>
          </p:cNvSpPr>
          <p:nvPr>
            <p:ph type="ctrTitle"/>
          </p:nvPr>
        </p:nvSpPr>
        <p:spPr>
          <a:xfrm>
            <a:off x="1117600" y="762000"/>
            <a:ext cx="5066250" cy="2900680"/>
          </a:xfrm>
        </p:spPr>
        <p:txBody>
          <a:bodyPr anchor="b">
            <a:noAutofit/>
          </a:bodyPr>
          <a:lstStyle>
            <a:lvl1pPr algn="ctr">
              <a:defRPr sz="3200"/>
            </a:lvl1pPr>
          </a:lstStyle>
          <a:p>
            <a:r>
              <a:rPr lang="en-US"/>
              <a:t>Click to edit Master title style</a:t>
            </a:r>
            <a:endParaRPr lang="en-US" dirty="0"/>
          </a:p>
        </p:txBody>
      </p:sp>
      <p:sp>
        <p:nvSpPr>
          <p:cNvPr id="12" name="Picture Placeholder 11">
            <a:extLst>
              <a:ext uri="{FF2B5EF4-FFF2-40B4-BE49-F238E27FC236}">
                <a16:creationId xmlns:a16="http://schemas.microsoft.com/office/drawing/2014/main" id="{82836803-D9E6-3DF1-3B90-1E7E677CC7B7}"/>
              </a:ext>
            </a:extLst>
          </p:cNvPr>
          <p:cNvSpPr>
            <a:spLocks noGrp="1"/>
          </p:cNvSpPr>
          <p:nvPr>
            <p:ph type="pic" sz="quarter" idx="10" hasCustomPrompt="1"/>
          </p:nvPr>
        </p:nvSpPr>
        <p:spPr>
          <a:xfrm flipH="1">
            <a:off x="6086167" y="-22225"/>
            <a:ext cx="6080760" cy="6902450"/>
          </a:xfrm>
          <a:prstGeom prst="parallelogram">
            <a:avLst/>
          </a:prstGeom>
          <a:ln>
            <a:noFill/>
          </a:ln>
        </p:spPr>
        <p:txBody>
          <a:bodyPr lIns="0" tIns="0">
            <a:normAutofit/>
          </a:bodyPr>
          <a:lstStyle>
            <a:lvl1pPr marL="0" indent="0" algn="l">
              <a:buNone/>
              <a:defRPr sz="2000"/>
            </a:lvl1pPr>
          </a:lstStyle>
          <a:p>
            <a:r>
              <a:rPr lang="en-US" dirty="0"/>
              <a:t>Click icon to add image</a:t>
            </a:r>
          </a:p>
        </p:txBody>
      </p:sp>
      <p:sp>
        <p:nvSpPr>
          <p:cNvPr id="3" name="Subtitle 2">
            <a:extLst>
              <a:ext uri="{FF2B5EF4-FFF2-40B4-BE49-F238E27FC236}">
                <a16:creationId xmlns:a16="http://schemas.microsoft.com/office/drawing/2014/main" id="{473BC2DF-9C2A-052C-AD2C-0A8ABAA50374}"/>
              </a:ext>
            </a:extLst>
          </p:cNvPr>
          <p:cNvSpPr>
            <a:spLocks noGrp="1"/>
          </p:cNvSpPr>
          <p:nvPr>
            <p:ph type="subTitle" idx="1" hasCustomPrompt="1"/>
          </p:nvPr>
        </p:nvSpPr>
        <p:spPr>
          <a:xfrm>
            <a:off x="1117600" y="4145280"/>
            <a:ext cx="5066250" cy="690880"/>
          </a:xfrm>
          <a:gradFill flip="none" rotWithShape="1">
            <a:gsLst>
              <a:gs pos="0">
                <a:schemeClr val="accent5"/>
              </a:gs>
              <a:gs pos="100000">
                <a:schemeClr val="accent2">
                  <a:lumMod val="97000"/>
                  <a:lumOff val="3000"/>
                </a:schemeClr>
              </a:gs>
              <a:gs pos="50000">
                <a:schemeClr val="accent1"/>
              </a:gs>
            </a:gsLst>
            <a:lin ang="10200000" scaled="0"/>
            <a:tileRect/>
          </a:gradFill>
        </p:spPr>
        <p:txBody>
          <a:bodyPr anchor="ctr">
            <a:normAutofit/>
          </a:bodyPr>
          <a:lstStyle>
            <a:lvl1pPr marL="0" indent="0" algn="ctr">
              <a:buNone/>
              <a:defRPr sz="2400" cap="all" baseline="0">
                <a:solidFill>
                  <a:schemeClr val="bg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add subtitle</a:t>
            </a:r>
          </a:p>
        </p:txBody>
      </p:sp>
    </p:spTree>
    <p:extLst>
      <p:ext uri="{BB962C8B-B14F-4D97-AF65-F5344CB8AC3E}">
        <p14:creationId xmlns:p14="http://schemas.microsoft.com/office/powerpoint/2010/main" val="192418637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ntent 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57BD59-35CC-9BB3-8621-6FA3356F81AA}"/>
              </a:ext>
            </a:extLst>
          </p:cNvPr>
          <p:cNvSpPr>
            <a:spLocks noGrp="1"/>
          </p:cNvSpPr>
          <p:nvPr>
            <p:ph type="title" hasCustomPrompt="1"/>
          </p:nvPr>
        </p:nvSpPr>
        <p:spPr>
          <a:xfrm>
            <a:off x="5242425" y="466344"/>
            <a:ext cx="6241651" cy="1710354"/>
          </a:xfrm>
        </p:spPr>
        <p:txBody>
          <a:bodyPr bIns="0" anchor="ctr" anchorCtr="0">
            <a:noAutofit/>
          </a:bodyPr>
          <a:lstStyle>
            <a:lvl1pPr>
              <a:defRPr sz="3200"/>
            </a:lvl1pPr>
          </a:lstStyle>
          <a:p>
            <a:r>
              <a:rPr lang="en-US" dirty="0"/>
              <a:t>Click to add title</a:t>
            </a:r>
          </a:p>
        </p:txBody>
      </p:sp>
      <p:sp>
        <p:nvSpPr>
          <p:cNvPr id="10" name="Picture Placeholder 9">
            <a:extLst>
              <a:ext uri="{FF2B5EF4-FFF2-40B4-BE49-F238E27FC236}">
                <a16:creationId xmlns:a16="http://schemas.microsoft.com/office/drawing/2014/main" id="{511A5385-FB23-93A8-2B8F-9887244244DF}"/>
              </a:ext>
            </a:extLst>
          </p:cNvPr>
          <p:cNvSpPr>
            <a:spLocks noGrp="1"/>
          </p:cNvSpPr>
          <p:nvPr>
            <p:ph type="pic" sz="quarter" idx="10"/>
          </p:nvPr>
        </p:nvSpPr>
        <p:spPr>
          <a:xfrm>
            <a:off x="0" y="0"/>
            <a:ext cx="4287838" cy="6858000"/>
          </a:xfrm>
        </p:spPr>
        <p:txBody>
          <a:bodyPr>
            <a:normAutofit/>
          </a:bodyPr>
          <a:lstStyle>
            <a:lvl1pPr marL="0" indent="0" algn="ctr">
              <a:buNone/>
              <a:defRPr sz="2000"/>
            </a:lvl1pPr>
          </a:lstStyle>
          <a:p>
            <a:r>
              <a:rPr lang="en-US"/>
              <a:t>Click icon to add picture</a:t>
            </a:r>
            <a:endParaRPr lang="en-US" dirty="0"/>
          </a:p>
        </p:txBody>
      </p:sp>
      <p:sp>
        <p:nvSpPr>
          <p:cNvPr id="3" name="Content Placeholder 2">
            <a:extLst>
              <a:ext uri="{FF2B5EF4-FFF2-40B4-BE49-F238E27FC236}">
                <a16:creationId xmlns:a16="http://schemas.microsoft.com/office/drawing/2014/main" id="{A772710C-A212-1B12-06CD-FA2A14F89D68}"/>
              </a:ext>
            </a:extLst>
          </p:cNvPr>
          <p:cNvSpPr>
            <a:spLocks noGrp="1"/>
          </p:cNvSpPr>
          <p:nvPr>
            <p:ph idx="1" hasCustomPrompt="1"/>
          </p:nvPr>
        </p:nvSpPr>
        <p:spPr>
          <a:xfrm>
            <a:off x="5242426" y="2286000"/>
            <a:ext cx="6241650" cy="3474720"/>
          </a:xfrm>
        </p:spPr>
        <p:txBody>
          <a:bodyPr>
            <a:normAutofit/>
          </a:bodyPr>
          <a:lstStyle>
            <a:lvl1pPr marL="228600" indent="-228600">
              <a:spcBef>
                <a:spcPts val="1000"/>
              </a:spcBef>
              <a:spcAft>
                <a:spcPts val="1000"/>
              </a:spcAft>
              <a:buClr>
                <a:schemeClr val="accent2"/>
              </a:buClr>
              <a:buFont typeface="Wingdings" panose="05000000000000000000" pitchFamily="2" charset="2"/>
              <a:buChar char="§"/>
              <a:defRPr sz="1800"/>
            </a:lvl1pPr>
            <a:lvl2pPr marL="228600" indent="-228600">
              <a:spcBef>
                <a:spcPts val="1000"/>
              </a:spcBef>
              <a:spcAft>
                <a:spcPts val="1000"/>
              </a:spcAft>
              <a:buClr>
                <a:schemeClr val="accent2"/>
              </a:buClr>
              <a:buFont typeface="Wingdings" panose="05000000000000000000" pitchFamily="2" charset="2"/>
              <a:buChar char="§"/>
              <a:defRPr sz="1800"/>
            </a:lvl2pPr>
            <a:lvl3pPr marL="228600" indent="-228600">
              <a:spcBef>
                <a:spcPts val="1000"/>
              </a:spcBef>
              <a:spcAft>
                <a:spcPts val="1000"/>
              </a:spcAft>
              <a:buClr>
                <a:schemeClr val="accent2"/>
              </a:buClr>
              <a:buFont typeface="Wingdings" panose="05000000000000000000" pitchFamily="2" charset="2"/>
              <a:buChar char="§"/>
              <a:defRPr sz="1800"/>
            </a:lvl3pPr>
            <a:lvl4pPr marL="228600" indent="-228600">
              <a:spcBef>
                <a:spcPts val="1000"/>
              </a:spcBef>
              <a:spcAft>
                <a:spcPts val="1000"/>
              </a:spcAft>
              <a:buClr>
                <a:schemeClr val="accent2"/>
              </a:buClr>
              <a:buFont typeface="Wingdings" panose="05000000000000000000" pitchFamily="2" charset="2"/>
              <a:buChar char="§"/>
              <a:defRPr sz="1800"/>
            </a:lvl4pPr>
            <a:lvl5pPr marL="228600" indent="-228600">
              <a:spcBef>
                <a:spcPts val="1000"/>
              </a:spcBef>
              <a:spcAft>
                <a:spcPts val="1000"/>
              </a:spcAft>
              <a:buClr>
                <a:schemeClr val="accent2"/>
              </a:buClr>
              <a:buFont typeface="Wingdings" panose="05000000000000000000" pitchFamily="2" charset="2"/>
              <a:buChar char="§"/>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Rectangle 7">
            <a:extLst>
              <a:ext uri="{FF2B5EF4-FFF2-40B4-BE49-F238E27FC236}">
                <a16:creationId xmlns:a16="http://schemas.microsoft.com/office/drawing/2014/main" id="{50E25A87-9155-9E07-878F-CEC0B137C2D7}"/>
              </a:ext>
              <a:ext uri="{C183D7F6-B498-43B3-948B-1728B52AA6E4}">
                <adec:decorative xmlns:adec="http://schemas.microsoft.com/office/drawing/2017/decorative" val="1"/>
              </a:ext>
            </a:extLst>
          </p:cNvPr>
          <p:cNvSpPr/>
          <p:nvPr userDrawn="1"/>
        </p:nvSpPr>
        <p:spPr>
          <a:xfrm>
            <a:off x="5291586" y="6303963"/>
            <a:ext cx="4287186" cy="554037"/>
          </a:xfrm>
          <a:prstGeom prst="rect">
            <a:avLst/>
          </a:prstGeom>
          <a:gradFill flip="none" rotWithShape="1">
            <a:gsLst>
              <a:gs pos="0">
                <a:schemeClr val="accent5"/>
              </a:gs>
              <a:gs pos="100000">
                <a:schemeClr val="accent2">
                  <a:lumMod val="97000"/>
                  <a:lumOff val="3000"/>
                </a:schemeClr>
              </a:gs>
              <a:gs pos="50000">
                <a:schemeClr val="accent1"/>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5878947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 sub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772C41-A024-2F33-1F04-21E003FA7291}"/>
              </a:ext>
            </a:extLst>
          </p:cNvPr>
          <p:cNvSpPr>
            <a:spLocks noGrp="1"/>
          </p:cNvSpPr>
          <p:nvPr>
            <p:ph type="ctrTitle" hasCustomPrompt="1"/>
          </p:nvPr>
        </p:nvSpPr>
        <p:spPr>
          <a:xfrm>
            <a:off x="1524000" y="1143000"/>
            <a:ext cx="9144000" cy="2286000"/>
          </a:xfrm>
        </p:spPr>
        <p:txBody>
          <a:bodyPr anchor="b">
            <a:noAutofit/>
          </a:bodyPr>
          <a:lstStyle>
            <a:lvl1pPr algn="ctr">
              <a:defRPr sz="4800"/>
            </a:lvl1pPr>
          </a:lstStyle>
          <a:p>
            <a:r>
              <a:rPr lang="en-US" dirty="0"/>
              <a:t>Click to add title</a:t>
            </a:r>
          </a:p>
        </p:txBody>
      </p:sp>
      <p:sp>
        <p:nvSpPr>
          <p:cNvPr id="3" name="Subtitle 2">
            <a:extLst>
              <a:ext uri="{FF2B5EF4-FFF2-40B4-BE49-F238E27FC236}">
                <a16:creationId xmlns:a16="http://schemas.microsoft.com/office/drawing/2014/main" id="{473BC2DF-9C2A-052C-AD2C-0A8ABAA50374}"/>
              </a:ext>
            </a:extLst>
          </p:cNvPr>
          <p:cNvSpPr>
            <a:spLocks noGrp="1"/>
          </p:cNvSpPr>
          <p:nvPr>
            <p:ph type="subTitle" idx="1" hasCustomPrompt="1"/>
          </p:nvPr>
        </p:nvSpPr>
        <p:spPr>
          <a:xfrm>
            <a:off x="1524000" y="3835198"/>
            <a:ext cx="9144000" cy="683219"/>
          </a:xfrm>
          <a:gradFill>
            <a:gsLst>
              <a:gs pos="0">
                <a:schemeClr val="accent5"/>
              </a:gs>
              <a:gs pos="100000">
                <a:schemeClr val="accent2">
                  <a:lumMod val="97000"/>
                  <a:lumOff val="3000"/>
                </a:schemeClr>
              </a:gs>
              <a:gs pos="50000">
                <a:schemeClr val="accent1"/>
              </a:gs>
            </a:gsLst>
            <a:path path="circle">
              <a:fillToRect l="100000" t="100000"/>
            </a:path>
          </a:gradFill>
        </p:spPr>
        <p:txBody>
          <a:bodyPr anchor="ctr">
            <a:normAutofit/>
          </a:bodyPr>
          <a:lstStyle>
            <a:lvl1pPr marL="0" indent="0" algn="ctr">
              <a:buNone/>
              <a:defRPr sz="2400" cap="all" spc="300" baseline="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add subtitle</a:t>
            </a:r>
          </a:p>
        </p:txBody>
      </p:sp>
    </p:spTree>
    <p:extLst>
      <p:ext uri="{BB962C8B-B14F-4D97-AF65-F5344CB8AC3E}">
        <p14:creationId xmlns:p14="http://schemas.microsoft.com/office/powerpoint/2010/main" val="156372774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wo Content 1">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29577E27-B60E-C6DD-BAAF-5CCC3D59E5D5}"/>
              </a:ext>
              <a:ext uri="{C183D7F6-B498-43B3-948B-1728B52AA6E4}">
                <adec:decorative xmlns:adec="http://schemas.microsoft.com/office/drawing/2017/decorative" val="1"/>
              </a:ext>
            </a:extLst>
          </p:cNvPr>
          <p:cNvSpPr/>
          <p:nvPr userDrawn="1"/>
        </p:nvSpPr>
        <p:spPr>
          <a:xfrm>
            <a:off x="0" y="6303963"/>
            <a:ext cx="12192000" cy="554037"/>
          </a:xfrm>
          <a:prstGeom prst="rect">
            <a:avLst/>
          </a:prstGeom>
          <a:gradFill flip="none" rotWithShape="1">
            <a:gsLst>
              <a:gs pos="0">
                <a:schemeClr val="accent5"/>
              </a:gs>
              <a:gs pos="100000">
                <a:schemeClr val="accent2">
                  <a:lumMod val="97000"/>
                  <a:lumOff val="3000"/>
                </a:schemeClr>
              </a:gs>
              <a:gs pos="50000">
                <a:schemeClr val="accent1"/>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2" name="Title 1">
            <a:extLst>
              <a:ext uri="{FF2B5EF4-FFF2-40B4-BE49-F238E27FC236}">
                <a16:creationId xmlns:a16="http://schemas.microsoft.com/office/drawing/2014/main" id="{0C40C44A-93E6-6C58-5E88-AFDC594EC27A}"/>
              </a:ext>
            </a:extLst>
          </p:cNvPr>
          <p:cNvSpPr>
            <a:spLocks noGrp="1"/>
          </p:cNvSpPr>
          <p:nvPr>
            <p:ph type="title" hasCustomPrompt="1"/>
          </p:nvPr>
        </p:nvSpPr>
        <p:spPr>
          <a:xfrm>
            <a:off x="838200" y="365760"/>
            <a:ext cx="10515600" cy="1325880"/>
          </a:xfrm>
        </p:spPr>
        <p:txBody>
          <a:bodyPr anchor="ctr" anchorCtr="0">
            <a:noAutofit/>
          </a:bodyPr>
          <a:lstStyle>
            <a:lvl1pPr algn="ctr">
              <a:defRPr sz="3200"/>
            </a:lvl1pPr>
          </a:lstStyle>
          <a:p>
            <a:r>
              <a:rPr lang="en-US" dirty="0"/>
              <a:t>Click to add title</a:t>
            </a:r>
          </a:p>
        </p:txBody>
      </p:sp>
      <p:sp>
        <p:nvSpPr>
          <p:cNvPr id="9" name="Content Placeholder 10">
            <a:extLst>
              <a:ext uri="{FF2B5EF4-FFF2-40B4-BE49-F238E27FC236}">
                <a16:creationId xmlns:a16="http://schemas.microsoft.com/office/drawing/2014/main" id="{964CA031-27E0-D0AA-1451-A904CCF234FE}"/>
              </a:ext>
            </a:extLst>
          </p:cNvPr>
          <p:cNvSpPr>
            <a:spLocks noGrp="1"/>
          </p:cNvSpPr>
          <p:nvPr>
            <p:ph sz="quarter" idx="13" hasCustomPrompt="1"/>
          </p:nvPr>
        </p:nvSpPr>
        <p:spPr>
          <a:xfrm>
            <a:off x="838199" y="2024781"/>
            <a:ext cx="5212079" cy="4137189"/>
          </a:xfrm>
        </p:spPr>
        <p:txBody>
          <a:bodyPr>
            <a:normAutofit/>
          </a:bodyPr>
          <a:lstStyle>
            <a:lvl1pPr marL="0" indent="0">
              <a:spcBef>
                <a:spcPts val="1000"/>
              </a:spcBef>
              <a:spcAft>
                <a:spcPts val="0"/>
              </a:spcAft>
              <a:buClr>
                <a:schemeClr val="accent2"/>
              </a:buClr>
              <a:buFont typeface="Wingdings" panose="05000000000000000000" pitchFamily="2" charset="2"/>
              <a:buNone/>
              <a:defRPr sz="1800">
                <a:latin typeface="+mn-lt"/>
              </a:defRPr>
            </a:lvl1pPr>
            <a:lvl2pPr marL="0" indent="-228600">
              <a:spcBef>
                <a:spcPts val="1000"/>
              </a:spcBef>
              <a:spcAft>
                <a:spcPts val="1000"/>
              </a:spcAft>
              <a:buClr>
                <a:schemeClr val="accent2"/>
              </a:buClr>
              <a:buFont typeface="Wingdings" panose="05000000000000000000" pitchFamily="2" charset="2"/>
              <a:buChar char="§"/>
              <a:defRPr sz="1800">
                <a:latin typeface="+mn-lt"/>
              </a:defRPr>
            </a:lvl2pPr>
            <a:lvl3pPr marL="457200" indent="-228600">
              <a:spcBef>
                <a:spcPts val="1000"/>
              </a:spcBef>
              <a:spcAft>
                <a:spcPts val="1000"/>
              </a:spcAft>
              <a:buClr>
                <a:schemeClr val="accent2"/>
              </a:buClr>
              <a:buFont typeface="Wingdings" panose="05000000000000000000" pitchFamily="2" charset="2"/>
              <a:buChar char="§"/>
              <a:defRPr sz="1800">
                <a:latin typeface="+mn-lt"/>
              </a:defRPr>
            </a:lvl3pPr>
            <a:lvl4pPr marL="685800" indent="-228600">
              <a:spcBef>
                <a:spcPts val="1000"/>
              </a:spcBef>
              <a:spcAft>
                <a:spcPts val="1000"/>
              </a:spcAft>
              <a:buClr>
                <a:schemeClr val="accent2"/>
              </a:buClr>
              <a:buFont typeface="Wingdings" panose="05000000000000000000" pitchFamily="2" charset="2"/>
              <a:buChar char="§"/>
              <a:defRPr sz="1800">
                <a:latin typeface="+mn-lt"/>
              </a:defRPr>
            </a:lvl4pPr>
            <a:lvl5pPr marL="914400" indent="-228600">
              <a:spcBef>
                <a:spcPts val="1000"/>
              </a:spcBef>
              <a:spcAft>
                <a:spcPts val="1000"/>
              </a:spcAft>
              <a:buClr>
                <a:schemeClr val="accent2"/>
              </a:buClr>
              <a:buFont typeface="Wingdings" panose="05000000000000000000" pitchFamily="2" charset="2"/>
              <a:buChar char="§"/>
              <a:defRPr sz="1800">
                <a:latin typeface="+mn-lt"/>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Content Placeholder 10">
            <a:extLst>
              <a:ext uri="{FF2B5EF4-FFF2-40B4-BE49-F238E27FC236}">
                <a16:creationId xmlns:a16="http://schemas.microsoft.com/office/drawing/2014/main" id="{81FE0D7D-86B7-CCD2-A7A1-70E95846B542}"/>
              </a:ext>
            </a:extLst>
          </p:cNvPr>
          <p:cNvSpPr>
            <a:spLocks noGrp="1"/>
          </p:cNvSpPr>
          <p:nvPr>
            <p:ph sz="quarter" idx="14" hasCustomPrompt="1"/>
          </p:nvPr>
        </p:nvSpPr>
        <p:spPr>
          <a:xfrm>
            <a:off x="6459795" y="2024780"/>
            <a:ext cx="4894006" cy="4137189"/>
          </a:xfrm>
        </p:spPr>
        <p:txBody>
          <a:bodyPr>
            <a:normAutofit/>
          </a:bodyPr>
          <a:lstStyle>
            <a:lvl1pPr marL="0" indent="0">
              <a:spcBef>
                <a:spcPts val="1000"/>
              </a:spcBef>
              <a:spcAft>
                <a:spcPts val="0"/>
              </a:spcAft>
              <a:buClr>
                <a:schemeClr val="accent2"/>
              </a:buClr>
              <a:buFont typeface="Wingdings" panose="05000000000000000000" pitchFamily="2" charset="2"/>
              <a:buNone/>
              <a:defRPr sz="1800">
                <a:latin typeface="+mn-lt"/>
              </a:defRPr>
            </a:lvl1pPr>
            <a:lvl2pPr marL="0" indent="-228600">
              <a:spcBef>
                <a:spcPts val="1000"/>
              </a:spcBef>
              <a:spcAft>
                <a:spcPts val="1000"/>
              </a:spcAft>
              <a:buClr>
                <a:schemeClr val="accent2"/>
              </a:buClr>
              <a:buFont typeface="Wingdings" panose="05000000000000000000" pitchFamily="2" charset="2"/>
              <a:buChar char="§"/>
              <a:defRPr sz="1800">
                <a:latin typeface="+mn-lt"/>
              </a:defRPr>
            </a:lvl2pPr>
            <a:lvl3pPr marL="457200" indent="-228600">
              <a:spcBef>
                <a:spcPts val="1000"/>
              </a:spcBef>
              <a:spcAft>
                <a:spcPts val="1000"/>
              </a:spcAft>
              <a:buClr>
                <a:schemeClr val="accent2"/>
              </a:buClr>
              <a:buFont typeface="Wingdings" panose="05000000000000000000" pitchFamily="2" charset="2"/>
              <a:buChar char="§"/>
              <a:defRPr sz="1800">
                <a:latin typeface="+mn-lt"/>
              </a:defRPr>
            </a:lvl3pPr>
            <a:lvl4pPr marL="685800" indent="-228600">
              <a:spcBef>
                <a:spcPts val="1000"/>
              </a:spcBef>
              <a:spcAft>
                <a:spcPts val="1000"/>
              </a:spcAft>
              <a:buClr>
                <a:schemeClr val="accent2"/>
              </a:buClr>
              <a:buFont typeface="Wingdings" panose="05000000000000000000" pitchFamily="2" charset="2"/>
              <a:buChar char="§"/>
              <a:defRPr sz="1800">
                <a:latin typeface="+mn-lt"/>
              </a:defRPr>
            </a:lvl4pPr>
            <a:lvl5pPr marL="914400" indent="-228600">
              <a:spcBef>
                <a:spcPts val="1000"/>
              </a:spcBef>
              <a:spcAft>
                <a:spcPts val="1000"/>
              </a:spcAft>
              <a:buClr>
                <a:schemeClr val="accent2"/>
              </a:buClr>
              <a:buFont typeface="Wingdings" panose="05000000000000000000" pitchFamily="2" charset="2"/>
              <a:buChar char="§"/>
              <a:defRPr sz="1800">
                <a:latin typeface="+mn-lt"/>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C6CFCEB5-4092-FD13-478E-51CD74FDB82E}"/>
              </a:ext>
            </a:extLst>
          </p:cNvPr>
          <p:cNvSpPr>
            <a:spLocks noGrp="1"/>
          </p:cNvSpPr>
          <p:nvPr>
            <p:ph type="dt" sz="half" idx="10"/>
          </p:nvPr>
        </p:nvSpPr>
        <p:spPr/>
        <p:txBody>
          <a:bodyPr/>
          <a:lstStyle/>
          <a:p>
            <a:fld id="{D6D8061D-18C3-4F4F-85EF-561633F58754}" type="datetimeFigureOut">
              <a:rPr lang="en-US" smtClean="0"/>
              <a:t>4/12/2025</a:t>
            </a:fld>
            <a:endParaRPr lang="en-US"/>
          </a:p>
        </p:txBody>
      </p:sp>
      <p:sp>
        <p:nvSpPr>
          <p:cNvPr id="6" name="Footer Placeholder 5">
            <a:extLst>
              <a:ext uri="{FF2B5EF4-FFF2-40B4-BE49-F238E27FC236}">
                <a16:creationId xmlns:a16="http://schemas.microsoft.com/office/drawing/2014/main" id="{5D077A4D-E7C0-912D-293F-D93F0CB5CA4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A6AA9E1-334B-5F8F-8A92-67DD095F7838}"/>
              </a:ext>
            </a:extLst>
          </p:cNvPr>
          <p:cNvSpPr>
            <a:spLocks noGrp="1"/>
          </p:cNvSpPr>
          <p:nvPr>
            <p:ph type="sldNum" sz="quarter" idx="12"/>
          </p:nvPr>
        </p:nvSpPr>
        <p:spPr/>
        <p:txBody>
          <a:bodyPr/>
          <a:lstStyle/>
          <a:p>
            <a:fld id="{CBD12358-51D2-46B3-9BDE-DF29528B9454}" type="slidenum">
              <a:rPr lang="en-US" smtClean="0"/>
              <a:t>‹#›</a:t>
            </a:fld>
            <a:endParaRPr lang="en-US"/>
          </a:p>
        </p:txBody>
      </p:sp>
    </p:spTree>
    <p:extLst>
      <p:ext uri="{BB962C8B-B14F-4D97-AF65-F5344CB8AC3E}">
        <p14:creationId xmlns:p14="http://schemas.microsoft.com/office/powerpoint/2010/main" val="50529078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wo Cont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40C44A-93E6-6C58-5E88-AFDC594EC27A}"/>
              </a:ext>
            </a:extLst>
          </p:cNvPr>
          <p:cNvSpPr>
            <a:spLocks noGrp="1"/>
          </p:cNvSpPr>
          <p:nvPr>
            <p:ph type="title" hasCustomPrompt="1"/>
          </p:nvPr>
        </p:nvSpPr>
        <p:spPr>
          <a:xfrm>
            <a:off x="838200" y="365760"/>
            <a:ext cx="10515600" cy="1325880"/>
          </a:xfrm>
        </p:spPr>
        <p:txBody>
          <a:bodyPr anchor="ctr" anchorCtr="0">
            <a:noAutofit/>
          </a:bodyPr>
          <a:lstStyle>
            <a:lvl1pPr algn="ctr">
              <a:defRPr sz="3200"/>
            </a:lvl1pPr>
          </a:lstStyle>
          <a:p>
            <a:r>
              <a:rPr lang="en-US" dirty="0"/>
              <a:t>Click to add title</a:t>
            </a:r>
          </a:p>
        </p:txBody>
      </p:sp>
      <p:sp>
        <p:nvSpPr>
          <p:cNvPr id="11" name="Content Placeholder 10">
            <a:extLst>
              <a:ext uri="{FF2B5EF4-FFF2-40B4-BE49-F238E27FC236}">
                <a16:creationId xmlns:a16="http://schemas.microsoft.com/office/drawing/2014/main" id="{2D2DE411-9D7C-15AE-0B59-F26B2BF8C522}"/>
              </a:ext>
            </a:extLst>
          </p:cNvPr>
          <p:cNvSpPr>
            <a:spLocks noGrp="1"/>
          </p:cNvSpPr>
          <p:nvPr>
            <p:ph sz="quarter" idx="13" hasCustomPrompt="1"/>
          </p:nvPr>
        </p:nvSpPr>
        <p:spPr>
          <a:xfrm>
            <a:off x="838200" y="2024781"/>
            <a:ext cx="2878394" cy="4137189"/>
          </a:xfrm>
        </p:spPr>
        <p:txBody>
          <a:bodyPr>
            <a:normAutofit/>
          </a:bodyPr>
          <a:lstStyle>
            <a:lvl1pPr marL="342900" indent="-342900">
              <a:spcBef>
                <a:spcPts val="1000"/>
              </a:spcBef>
              <a:spcAft>
                <a:spcPts val="1000"/>
              </a:spcAft>
              <a:buClr>
                <a:schemeClr val="accent2"/>
              </a:buClr>
              <a:buFont typeface="+mj-lt"/>
              <a:buAutoNum type="arabicPeriod"/>
              <a:defRPr sz="1800">
                <a:latin typeface="+mn-lt"/>
              </a:defRPr>
            </a:lvl1pPr>
            <a:lvl2pPr marL="800100" indent="-342900">
              <a:spcBef>
                <a:spcPts val="1000"/>
              </a:spcBef>
              <a:spcAft>
                <a:spcPts val="1000"/>
              </a:spcAft>
              <a:buClr>
                <a:schemeClr val="accent2"/>
              </a:buClr>
              <a:buFont typeface="+mj-lt"/>
              <a:buAutoNum type="alphaLcPeriod"/>
              <a:defRPr sz="1800">
                <a:latin typeface="+mn-lt"/>
              </a:defRPr>
            </a:lvl2pPr>
            <a:lvl3pPr marL="1257300" indent="-342900">
              <a:spcBef>
                <a:spcPts val="1000"/>
              </a:spcBef>
              <a:spcAft>
                <a:spcPts val="1000"/>
              </a:spcAft>
              <a:buClr>
                <a:schemeClr val="accent2"/>
              </a:buClr>
              <a:buFont typeface="+mj-lt"/>
              <a:buAutoNum type="arabicParenR"/>
              <a:defRPr sz="1800">
                <a:latin typeface="+mn-lt"/>
              </a:defRPr>
            </a:lvl3pPr>
            <a:lvl4pPr marL="1714500" indent="-342900">
              <a:spcBef>
                <a:spcPts val="1000"/>
              </a:spcBef>
              <a:spcAft>
                <a:spcPts val="1000"/>
              </a:spcAft>
              <a:buClr>
                <a:schemeClr val="accent2"/>
              </a:buClr>
              <a:buFont typeface="+mj-lt"/>
              <a:buAutoNum type="alphaLcParenR"/>
              <a:defRPr sz="1800">
                <a:latin typeface="+mn-lt"/>
              </a:defRPr>
            </a:lvl4pPr>
            <a:lvl5pPr marL="2057400" indent="-228600">
              <a:spcBef>
                <a:spcPts val="1000"/>
              </a:spcBef>
              <a:spcAft>
                <a:spcPts val="1000"/>
              </a:spcAft>
              <a:buClr>
                <a:schemeClr val="accent2"/>
              </a:buClr>
              <a:buFont typeface="Wingdings" panose="05000000000000000000" pitchFamily="2" charset="2"/>
              <a:buChar char="§"/>
              <a:defRPr sz="1800">
                <a:latin typeface="+mn-lt"/>
              </a:defRPr>
            </a:lvl5pPr>
          </a:lstStyle>
          <a:p>
            <a:pPr lvl="0"/>
            <a:r>
              <a:rPr lang="en-US" dirty="0"/>
              <a:t>Click to add text</a:t>
            </a:r>
          </a:p>
          <a:p>
            <a:pPr lvl="1"/>
            <a:r>
              <a:rPr lang="en-US" dirty="0"/>
              <a:t>Second level</a:t>
            </a:r>
          </a:p>
          <a:p>
            <a:pPr lvl="2"/>
            <a:r>
              <a:rPr lang="en-US" dirty="0"/>
              <a:t>Third level</a:t>
            </a:r>
          </a:p>
          <a:p>
            <a:pPr lvl="3"/>
            <a:r>
              <a:rPr lang="en-US" dirty="0"/>
              <a:t>Fourth level</a:t>
            </a:r>
          </a:p>
        </p:txBody>
      </p:sp>
      <p:sp>
        <p:nvSpPr>
          <p:cNvPr id="4" name="Content Placeholder 10">
            <a:extLst>
              <a:ext uri="{FF2B5EF4-FFF2-40B4-BE49-F238E27FC236}">
                <a16:creationId xmlns:a16="http://schemas.microsoft.com/office/drawing/2014/main" id="{60FEDE7C-502F-ECFE-4136-E99206849C2A}"/>
              </a:ext>
            </a:extLst>
          </p:cNvPr>
          <p:cNvSpPr>
            <a:spLocks noGrp="1"/>
          </p:cNvSpPr>
          <p:nvPr>
            <p:ph sz="quarter" idx="14" hasCustomPrompt="1"/>
          </p:nvPr>
        </p:nvSpPr>
        <p:spPr>
          <a:xfrm>
            <a:off x="6459795" y="2024780"/>
            <a:ext cx="4894006" cy="4137189"/>
          </a:xfrm>
        </p:spPr>
        <p:txBody>
          <a:bodyPr>
            <a:normAutofit/>
          </a:bodyPr>
          <a:lstStyle>
            <a:lvl1pPr marL="0" indent="0">
              <a:spcBef>
                <a:spcPts val="1000"/>
              </a:spcBef>
              <a:spcAft>
                <a:spcPts val="0"/>
              </a:spcAft>
              <a:buClr>
                <a:schemeClr val="accent2"/>
              </a:buClr>
              <a:buFont typeface="Wingdings" panose="05000000000000000000" pitchFamily="2" charset="2"/>
              <a:buNone/>
              <a:defRPr sz="1800">
                <a:latin typeface="+mn-lt"/>
              </a:defRPr>
            </a:lvl1pPr>
            <a:lvl2pPr marL="0" indent="-228600">
              <a:spcBef>
                <a:spcPts val="1000"/>
              </a:spcBef>
              <a:spcAft>
                <a:spcPts val="1000"/>
              </a:spcAft>
              <a:buClr>
                <a:schemeClr val="accent2"/>
              </a:buClr>
              <a:buFont typeface="Wingdings" panose="05000000000000000000" pitchFamily="2" charset="2"/>
              <a:buChar char="§"/>
              <a:defRPr sz="1800">
                <a:latin typeface="+mn-lt"/>
              </a:defRPr>
            </a:lvl2pPr>
            <a:lvl3pPr marL="457200" indent="-228600">
              <a:spcBef>
                <a:spcPts val="1000"/>
              </a:spcBef>
              <a:spcAft>
                <a:spcPts val="1000"/>
              </a:spcAft>
              <a:buClr>
                <a:schemeClr val="accent2"/>
              </a:buClr>
              <a:buFont typeface="Wingdings" panose="05000000000000000000" pitchFamily="2" charset="2"/>
              <a:buChar char="§"/>
              <a:defRPr sz="1800">
                <a:latin typeface="+mn-lt"/>
              </a:defRPr>
            </a:lvl3pPr>
            <a:lvl4pPr marL="685800" indent="-228600">
              <a:spcBef>
                <a:spcPts val="1000"/>
              </a:spcBef>
              <a:spcAft>
                <a:spcPts val="1000"/>
              </a:spcAft>
              <a:buClr>
                <a:schemeClr val="accent2"/>
              </a:buClr>
              <a:buFont typeface="Wingdings" panose="05000000000000000000" pitchFamily="2" charset="2"/>
              <a:buChar char="§"/>
              <a:defRPr sz="1800">
                <a:latin typeface="+mn-lt"/>
              </a:defRPr>
            </a:lvl4pPr>
            <a:lvl5pPr marL="914400" indent="-228600">
              <a:spcBef>
                <a:spcPts val="1000"/>
              </a:spcBef>
              <a:spcAft>
                <a:spcPts val="1000"/>
              </a:spcAft>
              <a:buClr>
                <a:schemeClr val="accent2"/>
              </a:buClr>
              <a:buFont typeface="Wingdings" panose="05000000000000000000" pitchFamily="2" charset="2"/>
              <a:buChar char="§"/>
              <a:defRPr sz="1800">
                <a:latin typeface="+mn-lt"/>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C6CFCEB5-4092-FD13-478E-51CD74FDB82E}"/>
              </a:ext>
            </a:extLst>
          </p:cNvPr>
          <p:cNvSpPr>
            <a:spLocks noGrp="1"/>
          </p:cNvSpPr>
          <p:nvPr>
            <p:ph type="dt" sz="half" idx="10"/>
          </p:nvPr>
        </p:nvSpPr>
        <p:spPr/>
        <p:txBody>
          <a:bodyPr/>
          <a:lstStyle/>
          <a:p>
            <a:fld id="{D6D8061D-18C3-4F4F-85EF-561633F58754}" type="datetimeFigureOut">
              <a:rPr lang="en-US" smtClean="0"/>
              <a:t>4/12/2025</a:t>
            </a:fld>
            <a:endParaRPr lang="en-US"/>
          </a:p>
        </p:txBody>
      </p:sp>
      <p:sp>
        <p:nvSpPr>
          <p:cNvPr id="6" name="Footer Placeholder 5">
            <a:extLst>
              <a:ext uri="{FF2B5EF4-FFF2-40B4-BE49-F238E27FC236}">
                <a16:creationId xmlns:a16="http://schemas.microsoft.com/office/drawing/2014/main" id="{5D077A4D-E7C0-912D-293F-D93F0CB5CA4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A6AA9E1-334B-5F8F-8A92-67DD095F7838}"/>
              </a:ext>
            </a:extLst>
          </p:cNvPr>
          <p:cNvSpPr>
            <a:spLocks noGrp="1"/>
          </p:cNvSpPr>
          <p:nvPr>
            <p:ph type="sldNum" sz="quarter" idx="12"/>
          </p:nvPr>
        </p:nvSpPr>
        <p:spPr/>
        <p:txBody>
          <a:bodyPr/>
          <a:lstStyle/>
          <a:p>
            <a:fld id="{CBD12358-51D2-46B3-9BDE-DF29528B9454}" type="slidenum">
              <a:rPr lang="en-US" smtClean="0"/>
              <a:t>‹#›</a:t>
            </a:fld>
            <a:endParaRPr lang="en-US"/>
          </a:p>
        </p:txBody>
      </p:sp>
    </p:spTree>
    <p:extLst>
      <p:ext uri="{BB962C8B-B14F-4D97-AF65-F5344CB8AC3E}">
        <p14:creationId xmlns:p14="http://schemas.microsoft.com/office/powerpoint/2010/main" val="6578526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ntent + picture ">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40C44A-93E6-6C58-5E88-AFDC594EC27A}"/>
              </a:ext>
            </a:extLst>
          </p:cNvPr>
          <p:cNvSpPr>
            <a:spLocks noGrp="1"/>
          </p:cNvSpPr>
          <p:nvPr>
            <p:ph type="title"/>
          </p:nvPr>
        </p:nvSpPr>
        <p:spPr>
          <a:xfrm>
            <a:off x="838201" y="448056"/>
            <a:ext cx="6172200" cy="1581912"/>
          </a:xfrm>
        </p:spPr>
        <p:txBody>
          <a:bodyPr anchor="b" anchorCtr="0">
            <a:noAutofit/>
          </a:bodyPr>
          <a:lstStyle>
            <a:lvl1pPr>
              <a:defRPr sz="3200"/>
            </a:lvl1pPr>
          </a:lstStyle>
          <a:p>
            <a:r>
              <a:rPr lang="en-US"/>
              <a:t>Click to edit Master title style</a:t>
            </a:r>
            <a:endParaRPr lang="en-US" dirty="0"/>
          </a:p>
        </p:txBody>
      </p:sp>
      <p:sp>
        <p:nvSpPr>
          <p:cNvPr id="4" name="Content Placeholder 10">
            <a:extLst>
              <a:ext uri="{FF2B5EF4-FFF2-40B4-BE49-F238E27FC236}">
                <a16:creationId xmlns:a16="http://schemas.microsoft.com/office/drawing/2014/main" id="{5F30E2A0-23EF-51B1-8ABD-00429EEA0642}"/>
              </a:ext>
            </a:extLst>
          </p:cNvPr>
          <p:cNvSpPr>
            <a:spLocks noGrp="1"/>
          </p:cNvSpPr>
          <p:nvPr>
            <p:ph sz="quarter" idx="14" hasCustomPrompt="1"/>
          </p:nvPr>
        </p:nvSpPr>
        <p:spPr>
          <a:xfrm>
            <a:off x="838200" y="2257063"/>
            <a:ext cx="4894006" cy="3904906"/>
          </a:xfrm>
        </p:spPr>
        <p:txBody>
          <a:bodyPr>
            <a:normAutofit/>
          </a:bodyPr>
          <a:lstStyle>
            <a:lvl1pPr marL="0" indent="0">
              <a:spcBef>
                <a:spcPts val="1000"/>
              </a:spcBef>
              <a:spcAft>
                <a:spcPts val="0"/>
              </a:spcAft>
              <a:buClr>
                <a:schemeClr val="accent2"/>
              </a:buClr>
              <a:buFont typeface="Wingdings" panose="05000000000000000000" pitchFamily="2" charset="2"/>
              <a:buNone/>
              <a:defRPr sz="1800">
                <a:latin typeface="+mn-lt"/>
              </a:defRPr>
            </a:lvl1pPr>
            <a:lvl2pPr marL="0" indent="-228600">
              <a:spcBef>
                <a:spcPts val="1000"/>
              </a:spcBef>
              <a:spcAft>
                <a:spcPts val="1000"/>
              </a:spcAft>
              <a:buClr>
                <a:schemeClr val="accent2"/>
              </a:buClr>
              <a:buFont typeface="Wingdings" panose="05000000000000000000" pitchFamily="2" charset="2"/>
              <a:buChar char="§"/>
              <a:defRPr sz="1800">
                <a:latin typeface="+mn-lt"/>
              </a:defRPr>
            </a:lvl2pPr>
            <a:lvl3pPr marL="457200" indent="-228600">
              <a:spcBef>
                <a:spcPts val="1000"/>
              </a:spcBef>
              <a:spcAft>
                <a:spcPts val="1000"/>
              </a:spcAft>
              <a:buClr>
                <a:schemeClr val="accent2"/>
              </a:buClr>
              <a:buFont typeface="Wingdings" panose="05000000000000000000" pitchFamily="2" charset="2"/>
              <a:buChar char="§"/>
              <a:defRPr sz="1800">
                <a:latin typeface="+mn-lt"/>
              </a:defRPr>
            </a:lvl3pPr>
            <a:lvl4pPr marL="685800" indent="-228600">
              <a:spcBef>
                <a:spcPts val="1000"/>
              </a:spcBef>
              <a:spcAft>
                <a:spcPts val="1000"/>
              </a:spcAft>
              <a:buClr>
                <a:schemeClr val="accent2"/>
              </a:buClr>
              <a:buFont typeface="Wingdings" panose="05000000000000000000" pitchFamily="2" charset="2"/>
              <a:buChar char="§"/>
              <a:defRPr sz="1800">
                <a:latin typeface="+mn-lt"/>
              </a:defRPr>
            </a:lvl4pPr>
            <a:lvl5pPr marL="914400" indent="-228600">
              <a:spcBef>
                <a:spcPts val="1000"/>
              </a:spcBef>
              <a:spcAft>
                <a:spcPts val="1000"/>
              </a:spcAft>
              <a:buClr>
                <a:schemeClr val="accent2"/>
              </a:buClr>
              <a:buFont typeface="Wingdings" panose="05000000000000000000" pitchFamily="2" charset="2"/>
              <a:buChar char="§"/>
              <a:defRPr sz="1800">
                <a:latin typeface="+mn-lt"/>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Picture Placeholder 10">
            <a:extLst>
              <a:ext uri="{FF2B5EF4-FFF2-40B4-BE49-F238E27FC236}">
                <a16:creationId xmlns:a16="http://schemas.microsoft.com/office/drawing/2014/main" id="{AF15552F-C66B-341F-2D37-0389710BA5E2}"/>
              </a:ext>
            </a:extLst>
          </p:cNvPr>
          <p:cNvSpPr>
            <a:spLocks noGrp="1"/>
          </p:cNvSpPr>
          <p:nvPr>
            <p:ph type="pic" sz="quarter" idx="10"/>
          </p:nvPr>
        </p:nvSpPr>
        <p:spPr>
          <a:xfrm>
            <a:off x="7500938" y="-22225"/>
            <a:ext cx="4714875" cy="6880225"/>
          </a:xfrm>
        </p:spPr>
        <p:txBody>
          <a:bodyPr>
            <a:normAutofit/>
          </a:bodyPr>
          <a:lstStyle>
            <a:lvl1pPr marL="0" indent="0" algn="ctr">
              <a:buNone/>
              <a:defRPr sz="2000"/>
            </a:lvl1pPr>
          </a:lstStyle>
          <a:p>
            <a:r>
              <a:rPr lang="en-US"/>
              <a:t>Click icon to add picture</a:t>
            </a:r>
            <a:endParaRPr lang="en-US" dirty="0"/>
          </a:p>
        </p:txBody>
      </p:sp>
      <p:sp>
        <p:nvSpPr>
          <p:cNvPr id="12" name="Rectangle 11">
            <a:extLst>
              <a:ext uri="{FF2B5EF4-FFF2-40B4-BE49-F238E27FC236}">
                <a16:creationId xmlns:a16="http://schemas.microsoft.com/office/drawing/2014/main" id="{0D8DCC6D-8B88-7BE0-7240-F743AE09EC48}"/>
              </a:ext>
              <a:ext uri="{C183D7F6-B498-43B3-948B-1728B52AA6E4}">
                <adec:decorative xmlns:adec="http://schemas.microsoft.com/office/drawing/2017/decorative" val="1"/>
              </a:ext>
            </a:extLst>
          </p:cNvPr>
          <p:cNvSpPr/>
          <p:nvPr userDrawn="1"/>
        </p:nvSpPr>
        <p:spPr>
          <a:xfrm>
            <a:off x="993814" y="6303963"/>
            <a:ext cx="4287186" cy="554037"/>
          </a:xfrm>
          <a:prstGeom prst="rect">
            <a:avLst/>
          </a:prstGeom>
          <a:gradFill flip="none" rotWithShape="1">
            <a:gsLst>
              <a:gs pos="0">
                <a:schemeClr val="accent5"/>
              </a:gs>
              <a:gs pos="100000">
                <a:schemeClr val="accent2">
                  <a:lumMod val="97000"/>
                  <a:lumOff val="3000"/>
                </a:schemeClr>
              </a:gs>
              <a:gs pos="50000">
                <a:schemeClr val="accent1"/>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84543810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ntent + tab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40C44A-93E6-6C58-5E88-AFDC594EC27A}"/>
              </a:ext>
            </a:extLst>
          </p:cNvPr>
          <p:cNvSpPr>
            <a:spLocks noGrp="1"/>
          </p:cNvSpPr>
          <p:nvPr>
            <p:ph type="title" hasCustomPrompt="1"/>
          </p:nvPr>
        </p:nvSpPr>
        <p:spPr>
          <a:xfrm>
            <a:off x="838200" y="365760"/>
            <a:ext cx="10515600" cy="1325563"/>
          </a:xfrm>
        </p:spPr>
        <p:txBody>
          <a:bodyPr anchor="ctr" anchorCtr="0">
            <a:noAutofit/>
          </a:bodyPr>
          <a:lstStyle>
            <a:lvl1pPr algn="ctr">
              <a:defRPr sz="3200"/>
            </a:lvl1pPr>
          </a:lstStyle>
          <a:p>
            <a:r>
              <a:rPr lang="en-US" dirty="0"/>
              <a:t>Click to add title</a:t>
            </a:r>
          </a:p>
        </p:txBody>
      </p:sp>
      <p:sp>
        <p:nvSpPr>
          <p:cNvPr id="4" name="Content Placeholder 10">
            <a:extLst>
              <a:ext uri="{FF2B5EF4-FFF2-40B4-BE49-F238E27FC236}">
                <a16:creationId xmlns:a16="http://schemas.microsoft.com/office/drawing/2014/main" id="{9C3ED3BF-FF6B-07FA-72C4-F6102A8558AF}"/>
              </a:ext>
            </a:extLst>
          </p:cNvPr>
          <p:cNvSpPr>
            <a:spLocks noGrp="1"/>
          </p:cNvSpPr>
          <p:nvPr>
            <p:ph sz="quarter" idx="15" hasCustomPrompt="1"/>
          </p:nvPr>
        </p:nvSpPr>
        <p:spPr>
          <a:xfrm>
            <a:off x="896074" y="2106591"/>
            <a:ext cx="2067045" cy="3633787"/>
          </a:xfrm>
        </p:spPr>
        <p:txBody>
          <a:bodyPr>
            <a:normAutofit/>
          </a:bodyPr>
          <a:lstStyle>
            <a:lvl1pPr marL="0" indent="0">
              <a:spcBef>
                <a:spcPts val="1000"/>
              </a:spcBef>
              <a:spcAft>
                <a:spcPts val="0"/>
              </a:spcAft>
              <a:buClr>
                <a:schemeClr val="accent2"/>
              </a:buClr>
              <a:buFont typeface="Wingdings" panose="05000000000000000000" pitchFamily="2" charset="2"/>
              <a:buNone/>
              <a:defRPr sz="1800">
                <a:latin typeface="+mn-lt"/>
              </a:defRPr>
            </a:lvl1pPr>
            <a:lvl2pPr marL="0" indent="-228600">
              <a:spcBef>
                <a:spcPts val="1000"/>
              </a:spcBef>
              <a:spcAft>
                <a:spcPts val="1000"/>
              </a:spcAft>
              <a:buClr>
                <a:schemeClr val="accent2"/>
              </a:buClr>
              <a:buFont typeface="Wingdings" panose="05000000000000000000" pitchFamily="2" charset="2"/>
              <a:buChar char="§"/>
              <a:defRPr sz="1600">
                <a:latin typeface="+mn-lt"/>
              </a:defRPr>
            </a:lvl2pPr>
            <a:lvl3pPr marL="457200" indent="-228600">
              <a:spcBef>
                <a:spcPts val="1000"/>
              </a:spcBef>
              <a:spcAft>
                <a:spcPts val="1000"/>
              </a:spcAft>
              <a:buClr>
                <a:schemeClr val="accent2"/>
              </a:buClr>
              <a:buFont typeface="Wingdings" panose="05000000000000000000" pitchFamily="2" charset="2"/>
              <a:buChar char="§"/>
              <a:defRPr sz="1400">
                <a:latin typeface="+mn-lt"/>
              </a:defRPr>
            </a:lvl3pPr>
            <a:lvl4pPr marL="685800" indent="-228600">
              <a:spcBef>
                <a:spcPts val="1000"/>
              </a:spcBef>
              <a:spcAft>
                <a:spcPts val="1000"/>
              </a:spcAft>
              <a:buClr>
                <a:schemeClr val="accent2"/>
              </a:buClr>
              <a:buFont typeface="Wingdings" panose="05000000000000000000" pitchFamily="2" charset="2"/>
              <a:buChar char="§"/>
              <a:defRPr sz="1400">
                <a:latin typeface="+mn-lt"/>
              </a:defRPr>
            </a:lvl4pPr>
            <a:lvl5pPr marL="914400" indent="-228600">
              <a:spcBef>
                <a:spcPts val="1000"/>
              </a:spcBef>
              <a:spcAft>
                <a:spcPts val="1000"/>
              </a:spcAft>
              <a:buClr>
                <a:schemeClr val="accent2"/>
              </a:buClr>
              <a:buFont typeface="Wingdings" panose="05000000000000000000" pitchFamily="2" charset="2"/>
              <a:buChar char="§"/>
              <a:defRPr sz="1200">
                <a:latin typeface="+mn-lt"/>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Table Placeholder 7">
            <a:extLst>
              <a:ext uri="{FF2B5EF4-FFF2-40B4-BE49-F238E27FC236}">
                <a16:creationId xmlns:a16="http://schemas.microsoft.com/office/drawing/2014/main" id="{423FEB60-8FB5-7F10-EDD7-8AB4B3139EF6}"/>
              </a:ext>
            </a:extLst>
          </p:cNvPr>
          <p:cNvSpPr>
            <a:spLocks noGrp="1"/>
          </p:cNvSpPr>
          <p:nvPr>
            <p:ph type="tbl" sz="quarter" idx="13"/>
          </p:nvPr>
        </p:nvSpPr>
        <p:spPr>
          <a:xfrm>
            <a:off x="3483980" y="2106591"/>
            <a:ext cx="7869820" cy="4016713"/>
          </a:xfrm>
        </p:spPr>
        <p:txBody>
          <a:bodyPr/>
          <a:lstStyle/>
          <a:p>
            <a:r>
              <a:rPr lang="en-US"/>
              <a:t>Click icon to add table</a:t>
            </a:r>
            <a:endParaRPr lang="en-US" dirty="0"/>
          </a:p>
        </p:txBody>
      </p:sp>
      <p:sp>
        <p:nvSpPr>
          <p:cNvPr id="5" name="Date Placeholder 4">
            <a:extLst>
              <a:ext uri="{FF2B5EF4-FFF2-40B4-BE49-F238E27FC236}">
                <a16:creationId xmlns:a16="http://schemas.microsoft.com/office/drawing/2014/main" id="{C6CFCEB5-4092-FD13-478E-51CD74FDB82E}"/>
              </a:ext>
            </a:extLst>
          </p:cNvPr>
          <p:cNvSpPr>
            <a:spLocks noGrp="1"/>
          </p:cNvSpPr>
          <p:nvPr>
            <p:ph type="dt" sz="half" idx="10"/>
          </p:nvPr>
        </p:nvSpPr>
        <p:spPr/>
        <p:txBody>
          <a:bodyPr/>
          <a:lstStyle/>
          <a:p>
            <a:fld id="{D6D8061D-18C3-4F4F-85EF-561633F58754}" type="datetimeFigureOut">
              <a:rPr lang="en-US" smtClean="0"/>
              <a:t>4/12/2025</a:t>
            </a:fld>
            <a:endParaRPr lang="en-US"/>
          </a:p>
        </p:txBody>
      </p:sp>
      <p:sp>
        <p:nvSpPr>
          <p:cNvPr id="6" name="Footer Placeholder 5">
            <a:extLst>
              <a:ext uri="{FF2B5EF4-FFF2-40B4-BE49-F238E27FC236}">
                <a16:creationId xmlns:a16="http://schemas.microsoft.com/office/drawing/2014/main" id="{5D077A4D-E7C0-912D-293F-D93F0CB5CA4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A6AA9E1-334B-5F8F-8A92-67DD095F7838}"/>
              </a:ext>
            </a:extLst>
          </p:cNvPr>
          <p:cNvSpPr>
            <a:spLocks noGrp="1"/>
          </p:cNvSpPr>
          <p:nvPr>
            <p:ph type="sldNum" sz="quarter" idx="12"/>
          </p:nvPr>
        </p:nvSpPr>
        <p:spPr/>
        <p:txBody>
          <a:bodyPr/>
          <a:lstStyle/>
          <a:p>
            <a:fld id="{CBD12358-51D2-46B3-9BDE-DF29528B9454}" type="slidenum">
              <a:rPr lang="en-US" smtClean="0"/>
              <a:t>‹#›</a:t>
            </a:fld>
            <a:endParaRPr lang="en-US"/>
          </a:p>
        </p:txBody>
      </p:sp>
    </p:spTree>
    <p:extLst>
      <p:ext uri="{BB962C8B-B14F-4D97-AF65-F5344CB8AC3E}">
        <p14:creationId xmlns:p14="http://schemas.microsoft.com/office/powerpoint/2010/main" val="28081503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wo Cont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40C44A-93E6-6C58-5E88-AFDC594EC27A}"/>
              </a:ext>
            </a:extLst>
          </p:cNvPr>
          <p:cNvSpPr>
            <a:spLocks noGrp="1"/>
          </p:cNvSpPr>
          <p:nvPr>
            <p:ph type="title" hasCustomPrompt="1"/>
          </p:nvPr>
        </p:nvSpPr>
        <p:spPr>
          <a:xfrm>
            <a:off x="838200" y="365760"/>
            <a:ext cx="10515600" cy="1325563"/>
          </a:xfrm>
        </p:spPr>
        <p:txBody>
          <a:bodyPr anchor="ctr" anchorCtr="0">
            <a:noAutofit/>
          </a:bodyPr>
          <a:lstStyle>
            <a:lvl1pPr algn="ctr">
              <a:defRPr sz="3200"/>
            </a:lvl1pPr>
          </a:lstStyle>
          <a:p>
            <a:r>
              <a:rPr lang="en-US" dirty="0"/>
              <a:t>Click to add title</a:t>
            </a:r>
          </a:p>
        </p:txBody>
      </p:sp>
      <p:sp>
        <p:nvSpPr>
          <p:cNvPr id="8" name="Content Placeholder 10">
            <a:extLst>
              <a:ext uri="{FF2B5EF4-FFF2-40B4-BE49-F238E27FC236}">
                <a16:creationId xmlns:a16="http://schemas.microsoft.com/office/drawing/2014/main" id="{A524C1E0-92FE-D7D2-83A7-46D29A838874}"/>
              </a:ext>
            </a:extLst>
          </p:cNvPr>
          <p:cNvSpPr>
            <a:spLocks noGrp="1"/>
          </p:cNvSpPr>
          <p:nvPr>
            <p:ph sz="quarter" idx="15" hasCustomPrompt="1"/>
          </p:nvPr>
        </p:nvSpPr>
        <p:spPr>
          <a:xfrm>
            <a:off x="838200" y="1790329"/>
            <a:ext cx="5134335" cy="4113054"/>
          </a:xfrm>
        </p:spPr>
        <p:txBody>
          <a:bodyPr>
            <a:normAutofit/>
          </a:bodyPr>
          <a:lstStyle>
            <a:lvl1pPr marL="0" indent="0">
              <a:lnSpc>
                <a:spcPct val="150000"/>
              </a:lnSpc>
              <a:spcBef>
                <a:spcPts val="1000"/>
              </a:spcBef>
              <a:spcAft>
                <a:spcPts val="0"/>
              </a:spcAft>
              <a:buClr>
                <a:schemeClr val="accent2"/>
              </a:buClr>
              <a:buFont typeface="Wingdings" panose="05000000000000000000" pitchFamily="2" charset="2"/>
              <a:buNone/>
              <a:defRPr sz="1800">
                <a:latin typeface="+mn-lt"/>
              </a:defRPr>
            </a:lvl1pPr>
            <a:lvl2pPr marL="0" indent="-228600">
              <a:spcBef>
                <a:spcPts val="1000"/>
              </a:spcBef>
              <a:spcAft>
                <a:spcPts val="1000"/>
              </a:spcAft>
              <a:buClr>
                <a:schemeClr val="accent2"/>
              </a:buClr>
              <a:buFont typeface="Wingdings" panose="05000000000000000000" pitchFamily="2" charset="2"/>
              <a:buChar char="§"/>
              <a:defRPr sz="1800">
                <a:latin typeface="+mn-lt"/>
              </a:defRPr>
            </a:lvl2pPr>
            <a:lvl3pPr marL="457200" indent="-228600">
              <a:spcBef>
                <a:spcPts val="1000"/>
              </a:spcBef>
              <a:spcAft>
                <a:spcPts val="1000"/>
              </a:spcAft>
              <a:buClr>
                <a:schemeClr val="accent2"/>
              </a:buClr>
              <a:buFont typeface="Wingdings" panose="05000000000000000000" pitchFamily="2" charset="2"/>
              <a:buChar char="§"/>
              <a:defRPr sz="1800">
                <a:latin typeface="+mn-lt"/>
              </a:defRPr>
            </a:lvl3pPr>
            <a:lvl4pPr marL="685800" indent="-228600">
              <a:spcBef>
                <a:spcPts val="1000"/>
              </a:spcBef>
              <a:spcAft>
                <a:spcPts val="1000"/>
              </a:spcAft>
              <a:buClr>
                <a:schemeClr val="accent2"/>
              </a:buClr>
              <a:buFont typeface="Wingdings" panose="05000000000000000000" pitchFamily="2" charset="2"/>
              <a:buChar char="§"/>
              <a:defRPr sz="1800">
                <a:latin typeface="+mn-lt"/>
              </a:defRPr>
            </a:lvl4pPr>
            <a:lvl5pPr marL="914400" indent="-228600">
              <a:spcBef>
                <a:spcPts val="1000"/>
              </a:spcBef>
              <a:spcAft>
                <a:spcPts val="1000"/>
              </a:spcAft>
              <a:buClr>
                <a:schemeClr val="accent2"/>
              </a:buClr>
              <a:buFont typeface="Wingdings" panose="05000000000000000000" pitchFamily="2" charset="2"/>
              <a:buChar char="§"/>
              <a:defRPr sz="1800">
                <a:latin typeface="+mn-lt"/>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Content Placeholder 10">
            <a:extLst>
              <a:ext uri="{FF2B5EF4-FFF2-40B4-BE49-F238E27FC236}">
                <a16:creationId xmlns:a16="http://schemas.microsoft.com/office/drawing/2014/main" id="{427E0367-8E38-8905-DC9A-D0C376A591A7}"/>
              </a:ext>
            </a:extLst>
          </p:cNvPr>
          <p:cNvSpPr>
            <a:spLocks noGrp="1"/>
          </p:cNvSpPr>
          <p:nvPr>
            <p:ph sz="quarter" idx="16" hasCustomPrompt="1"/>
          </p:nvPr>
        </p:nvSpPr>
        <p:spPr>
          <a:xfrm>
            <a:off x="6219464" y="1790329"/>
            <a:ext cx="5134335" cy="4113054"/>
          </a:xfrm>
        </p:spPr>
        <p:txBody>
          <a:bodyPr>
            <a:normAutofit/>
          </a:bodyPr>
          <a:lstStyle>
            <a:lvl1pPr marL="0" indent="0">
              <a:lnSpc>
                <a:spcPct val="150000"/>
              </a:lnSpc>
              <a:spcBef>
                <a:spcPts val="1000"/>
              </a:spcBef>
              <a:spcAft>
                <a:spcPts val="0"/>
              </a:spcAft>
              <a:buClr>
                <a:schemeClr val="accent2"/>
              </a:buClr>
              <a:buFont typeface="Wingdings" panose="05000000000000000000" pitchFamily="2" charset="2"/>
              <a:buNone/>
              <a:defRPr sz="1800">
                <a:latin typeface="+mn-lt"/>
              </a:defRPr>
            </a:lvl1pPr>
            <a:lvl2pPr marL="0" indent="-228600">
              <a:spcBef>
                <a:spcPts val="1000"/>
              </a:spcBef>
              <a:spcAft>
                <a:spcPts val="1000"/>
              </a:spcAft>
              <a:buClr>
                <a:schemeClr val="accent2"/>
              </a:buClr>
              <a:buFont typeface="Wingdings" panose="05000000000000000000" pitchFamily="2" charset="2"/>
              <a:buChar char="§"/>
              <a:defRPr sz="1800">
                <a:latin typeface="+mn-lt"/>
              </a:defRPr>
            </a:lvl2pPr>
            <a:lvl3pPr marL="457200" indent="-228600">
              <a:spcBef>
                <a:spcPts val="1000"/>
              </a:spcBef>
              <a:spcAft>
                <a:spcPts val="1000"/>
              </a:spcAft>
              <a:buClr>
                <a:schemeClr val="accent2"/>
              </a:buClr>
              <a:buFont typeface="Wingdings" panose="05000000000000000000" pitchFamily="2" charset="2"/>
              <a:buChar char="§"/>
              <a:defRPr sz="1800">
                <a:latin typeface="+mn-lt"/>
              </a:defRPr>
            </a:lvl3pPr>
            <a:lvl4pPr marL="685800" indent="-228600">
              <a:spcBef>
                <a:spcPts val="1000"/>
              </a:spcBef>
              <a:spcAft>
                <a:spcPts val="1000"/>
              </a:spcAft>
              <a:buClr>
                <a:schemeClr val="accent2"/>
              </a:buClr>
              <a:buFont typeface="Wingdings" panose="05000000000000000000" pitchFamily="2" charset="2"/>
              <a:buChar char="§"/>
              <a:defRPr sz="1800">
                <a:latin typeface="+mn-lt"/>
              </a:defRPr>
            </a:lvl4pPr>
            <a:lvl5pPr marL="914400" indent="-228600">
              <a:spcBef>
                <a:spcPts val="1000"/>
              </a:spcBef>
              <a:spcAft>
                <a:spcPts val="1000"/>
              </a:spcAft>
              <a:buClr>
                <a:schemeClr val="accent2"/>
              </a:buClr>
              <a:buFont typeface="Wingdings" panose="05000000000000000000" pitchFamily="2" charset="2"/>
              <a:buChar char="§"/>
              <a:defRPr sz="1800">
                <a:latin typeface="+mn-lt"/>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Rectangle 9">
            <a:extLst>
              <a:ext uri="{FF2B5EF4-FFF2-40B4-BE49-F238E27FC236}">
                <a16:creationId xmlns:a16="http://schemas.microsoft.com/office/drawing/2014/main" id="{43D847DE-29F2-8ABB-1718-34BED4F37718}"/>
              </a:ext>
              <a:ext uri="{C183D7F6-B498-43B3-948B-1728B52AA6E4}">
                <adec:decorative xmlns:adec="http://schemas.microsoft.com/office/drawing/2017/decorative" val="1"/>
              </a:ext>
            </a:extLst>
          </p:cNvPr>
          <p:cNvSpPr/>
          <p:nvPr userDrawn="1"/>
        </p:nvSpPr>
        <p:spPr>
          <a:xfrm>
            <a:off x="0" y="6303963"/>
            <a:ext cx="12192000" cy="554037"/>
          </a:xfrm>
          <a:prstGeom prst="rect">
            <a:avLst/>
          </a:prstGeom>
          <a:gradFill flip="none" rotWithShape="1">
            <a:gsLst>
              <a:gs pos="0">
                <a:schemeClr val="accent5"/>
              </a:gs>
              <a:gs pos="100000">
                <a:schemeClr val="accent2">
                  <a:lumMod val="97000"/>
                  <a:lumOff val="3000"/>
                </a:schemeClr>
              </a:gs>
              <a:gs pos="50000">
                <a:schemeClr val="accent1"/>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5" name="Date Placeholder 4">
            <a:extLst>
              <a:ext uri="{FF2B5EF4-FFF2-40B4-BE49-F238E27FC236}">
                <a16:creationId xmlns:a16="http://schemas.microsoft.com/office/drawing/2014/main" id="{C6CFCEB5-4092-FD13-478E-51CD74FDB82E}"/>
              </a:ext>
            </a:extLst>
          </p:cNvPr>
          <p:cNvSpPr>
            <a:spLocks noGrp="1"/>
          </p:cNvSpPr>
          <p:nvPr>
            <p:ph type="dt" sz="half" idx="10"/>
          </p:nvPr>
        </p:nvSpPr>
        <p:spPr/>
        <p:txBody>
          <a:bodyPr/>
          <a:lstStyle/>
          <a:p>
            <a:fld id="{D6D8061D-18C3-4F4F-85EF-561633F58754}" type="datetimeFigureOut">
              <a:rPr lang="en-US" smtClean="0"/>
              <a:t>4/12/2025</a:t>
            </a:fld>
            <a:endParaRPr lang="en-US"/>
          </a:p>
        </p:txBody>
      </p:sp>
      <p:sp>
        <p:nvSpPr>
          <p:cNvPr id="6" name="Footer Placeholder 5">
            <a:extLst>
              <a:ext uri="{FF2B5EF4-FFF2-40B4-BE49-F238E27FC236}">
                <a16:creationId xmlns:a16="http://schemas.microsoft.com/office/drawing/2014/main" id="{5D077A4D-E7C0-912D-293F-D93F0CB5CA4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A6AA9E1-334B-5F8F-8A92-67DD095F7838}"/>
              </a:ext>
            </a:extLst>
          </p:cNvPr>
          <p:cNvSpPr>
            <a:spLocks noGrp="1"/>
          </p:cNvSpPr>
          <p:nvPr>
            <p:ph type="sldNum" sz="quarter" idx="12"/>
          </p:nvPr>
        </p:nvSpPr>
        <p:spPr/>
        <p:txBody>
          <a:bodyPr/>
          <a:lstStyle/>
          <a:p>
            <a:fld id="{CBD12358-51D2-46B3-9BDE-DF29528B9454}" type="slidenum">
              <a:rPr lang="en-US" smtClean="0"/>
              <a:t>‹#›</a:t>
            </a:fld>
            <a:endParaRPr lang="en-US"/>
          </a:p>
        </p:txBody>
      </p:sp>
    </p:spTree>
    <p:extLst>
      <p:ext uri="{BB962C8B-B14F-4D97-AF65-F5344CB8AC3E}">
        <p14:creationId xmlns:p14="http://schemas.microsoft.com/office/powerpoint/2010/main" val="13770393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ab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57BD59-35CC-9BB3-8621-6FA3356F81AA}"/>
              </a:ext>
            </a:extLst>
          </p:cNvPr>
          <p:cNvSpPr>
            <a:spLocks noGrp="1"/>
          </p:cNvSpPr>
          <p:nvPr>
            <p:ph type="title" hasCustomPrompt="1"/>
          </p:nvPr>
        </p:nvSpPr>
        <p:spPr/>
        <p:txBody>
          <a:bodyPr anchor="ctr" anchorCtr="0">
            <a:noAutofit/>
          </a:bodyPr>
          <a:lstStyle>
            <a:lvl1pPr algn="ctr">
              <a:defRPr sz="3200"/>
            </a:lvl1pPr>
          </a:lstStyle>
          <a:p>
            <a:r>
              <a:rPr lang="en-US" dirty="0"/>
              <a:t>Click to add title</a:t>
            </a:r>
          </a:p>
        </p:txBody>
      </p:sp>
      <p:sp>
        <p:nvSpPr>
          <p:cNvPr id="8" name="Table Placeholder 7">
            <a:extLst>
              <a:ext uri="{FF2B5EF4-FFF2-40B4-BE49-F238E27FC236}">
                <a16:creationId xmlns:a16="http://schemas.microsoft.com/office/drawing/2014/main" id="{0CEAFE70-86D3-8690-31CA-F9A1FBA494D0}"/>
              </a:ext>
            </a:extLst>
          </p:cNvPr>
          <p:cNvSpPr>
            <a:spLocks noGrp="1"/>
          </p:cNvSpPr>
          <p:nvPr>
            <p:ph type="tbl" sz="quarter" idx="13"/>
          </p:nvPr>
        </p:nvSpPr>
        <p:spPr>
          <a:xfrm>
            <a:off x="613186" y="2107800"/>
            <a:ext cx="10965628" cy="3920196"/>
          </a:xfrm>
        </p:spPr>
        <p:txBody>
          <a:bodyPr/>
          <a:lstStyle>
            <a:lvl1pPr>
              <a:defRPr/>
            </a:lvl1pPr>
          </a:lstStyle>
          <a:p>
            <a:r>
              <a:rPr lang="en-US"/>
              <a:t>Click icon to add table</a:t>
            </a:r>
            <a:endParaRPr lang="en-US" dirty="0"/>
          </a:p>
        </p:txBody>
      </p:sp>
      <p:sp>
        <p:nvSpPr>
          <p:cNvPr id="4" name="Date Placeholder 3">
            <a:extLst>
              <a:ext uri="{FF2B5EF4-FFF2-40B4-BE49-F238E27FC236}">
                <a16:creationId xmlns:a16="http://schemas.microsoft.com/office/drawing/2014/main" id="{8C56EB0F-63C8-5F75-A333-3413A9DC6F76}"/>
              </a:ext>
            </a:extLst>
          </p:cNvPr>
          <p:cNvSpPr>
            <a:spLocks noGrp="1"/>
          </p:cNvSpPr>
          <p:nvPr>
            <p:ph type="dt" sz="half" idx="10"/>
          </p:nvPr>
        </p:nvSpPr>
        <p:spPr/>
        <p:txBody>
          <a:bodyPr/>
          <a:lstStyle/>
          <a:p>
            <a:fld id="{D6D8061D-18C3-4F4F-85EF-561633F58754}" type="datetimeFigureOut">
              <a:rPr lang="en-US" smtClean="0"/>
              <a:t>4/12/2025</a:t>
            </a:fld>
            <a:endParaRPr lang="en-US"/>
          </a:p>
        </p:txBody>
      </p:sp>
      <p:sp>
        <p:nvSpPr>
          <p:cNvPr id="5" name="Footer Placeholder 4">
            <a:extLst>
              <a:ext uri="{FF2B5EF4-FFF2-40B4-BE49-F238E27FC236}">
                <a16:creationId xmlns:a16="http://schemas.microsoft.com/office/drawing/2014/main" id="{4D4DE333-25B4-E092-1CC4-C3D20BA2516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F1AF200-E81F-A326-0EDB-4B93C71D9BF4}"/>
              </a:ext>
            </a:extLst>
          </p:cNvPr>
          <p:cNvSpPr>
            <a:spLocks noGrp="1"/>
          </p:cNvSpPr>
          <p:nvPr>
            <p:ph type="sldNum" sz="quarter" idx="12"/>
          </p:nvPr>
        </p:nvSpPr>
        <p:spPr/>
        <p:txBody>
          <a:bodyPr/>
          <a:lstStyle/>
          <a:p>
            <a:fld id="{CBD12358-51D2-46B3-9BDE-DF29528B9454}" type="slidenum">
              <a:rPr lang="en-US" smtClean="0"/>
              <a:t>‹#›</a:t>
            </a:fld>
            <a:endParaRPr lang="en-US"/>
          </a:p>
        </p:txBody>
      </p:sp>
    </p:spTree>
    <p:extLst>
      <p:ext uri="{BB962C8B-B14F-4D97-AF65-F5344CB8AC3E}">
        <p14:creationId xmlns:p14="http://schemas.microsoft.com/office/powerpoint/2010/main" val="262609929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ntent 3">
    <p:spTree>
      <p:nvGrpSpPr>
        <p:cNvPr id="1" name=""/>
        <p:cNvGrpSpPr/>
        <p:nvPr/>
      </p:nvGrpSpPr>
      <p:grpSpPr>
        <a:xfrm>
          <a:off x="0" y="0"/>
          <a:ext cx="0" cy="0"/>
          <a:chOff x="0" y="0"/>
          <a:chExt cx="0" cy="0"/>
        </a:xfrm>
      </p:grpSpPr>
      <p:sp>
        <p:nvSpPr>
          <p:cNvPr id="12" name="Picture Placeholder 11">
            <a:extLst>
              <a:ext uri="{FF2B5EF4-FFF2-40B4-BE49-F238E27FC236}">
                <a16:creationId xmlns:a16="http://schemas.microsoft.com/office/drawing/2014/main" id="{76EE6F3F-63EB-5C0E-2307-3B7CBBA1C374}"/>
              </a:ext>
            </a:extLst>
          </p:cNvPr>
          <p:cNvSpPr>
            <a:spLocks noGrp="1"/>
          </p:cNvSpPr>
          <p:nvPr>
            <p:ph type="pic" sz="quarter" idx="11"/>
          </p:nvPr>
        </p:nvSpPr>
        <p:spPr>
          <a:xfrm>
            <a:off x="0" y="0"/>
            <a:ext cx="12192000" cy="6858000"/>
          </a:xfrm>
          <a:solidFill>
            <a:schemeClr val="tx1"/>
          </a:solidFill>
        </p:spPr>
        <p:txBody>
          <a:bodyPr>
            <a:normAutofit/>
          </a:bodyPr>
          <a:lstStyle>
            <a:lvl1pPr marL="0" indent="0" algn="ctr">
              <a:buNone/>
              <a:defRPr sz="2000">
                <a:solidFill>
                  <a:schemeClr val="bg1"/>
                </a:solidFill>
              </a:defRPr>
            </a:lvl1pPr>
          </a:lstStyle>
          <a:p>
            <a:r>
              <a:rPr lang="en-US"/>
              <a:t>Click icon to add picture</a:t>
            </a:r>
            <a:endParaRPr lang="en-US" dirty="0"/>
          </a:p>
        </p:txBody>
      </p:sp>
      <p:sp>
        <p:nvSpPr>
          <p:cNvPr id="2" name="Title 1">
            <a:extLst>
              <a:ext uri="{FF2B5EF4-FFF2-40B4-BE49-F238E27FC236}">
                <a16:creationId xmlns:a16="http://schemas.microsoft.com/office/drawing/2014/main" id="{F657BD59-35CC-9BB3-8621-6FA3356F81AA}"/>
              </a:ext>
            </a:extLst>
          </p:cNvPr>
          <p:cNvSpPr>
            <a:spLocks noGrp="1"/>
          </p:cNvSpPr>
          <p:nvPr>
            <p:ph type="title" hasCustomPrompt="1"/>
          </p:nvPr>
        </p:nvSpPr>
        <p:spPr>
          <a:xfrm>
            <a:off x="1362437" y="400485"/>
            <a:ext cx="9467127" cy="2527911"/>
          </a:xfrm>
        </p:spPr>
        <p:txBody>
          <a:bodyPr anchor="b">
            <a:noAutofit/>
          </a:bodyPr>
          <a:lstStyle>
            <a:lvl1pPr algn="ctr">
              <a:spcBef>
                <a:spcPts val="1000"/>
              </a:spcBef>
              <a:defRPr>
                <a:solidFill>
                  <a:schemeClr val="bg1"/>
                </a:solidFill>
              </a:defRPr>
            </a:lvl1pPr>
          </a:lstStyle>
          <a:p>
            <a:r>
              <a:rPr lang="en-US" dirty="0"/>
              <a:t>Click to add title</a:t>
            </a:r>
          </a:p>
        </p:txBody>
      </p:sp>
      <p:sp>
        <p:nvSpPr>
          <p:cNvPr id="10" name="Text Placeholder 9">
            <a:extLst>
              <a:ext uri="{FF2B5EF4-FFF2-40B4-BE49-F238E27FC236}">
                <a16:creationId xmlns:a16="http://schemas.microsoft.com/office/drawing/2014/main" id="{E12DA517-30B0-BC62-0422-F995FB9189E2}"/>
              </a:ext>
            </a:extLst>
          </p:cNvPr>
          <p:cNvSpPr>
            <a:spLocks noGrp="1"/>
          </p:cNvSpPr>
          <p:nvPr>
            <p:ph type="body" sz="quarter" idx="10" hasCustomPrompt="1"/>
          </p:nvPr>
        </p:nvSpPr>
        <p:spPr>
          <a:xfrm>
            <a:off x="1362075" y="3738622"/>
            <a:ext cx="9467850" cy="2527911"/>
          </a:xfrm>
        </p:spPr>
        <p:txBody>
          <a:bodyPr>
            <a:normAutofit/>
          </a:bodyPr>
          <a:lstStyle>
            <a:lvl1pPr marL="0" indent="0" algn="ctr">
              <a:spcBef>
                <a:spcPts val="1000"/>
              </a:spcBef>
              <a:buNone/>
              <a:defRPr sz="1800">
                <a:solidFill>
                  <a:schemeClr val="bg1"/>
                </a:solidFill>
              </a:defRPr>
            </a:lvl1pPr>
            <a:lvl2pPr marL="457200" indent="0" algn="ctr">
              <a:spcBef>
                <a:spcPts val="1000"/>
              </a:spcBef>
              <a:buNone/>
              <a:defRPr sz="1800">
                <a:solidFill>
                  <a:schemeClr val="bg1"/>
                </a:solidFill>
              </a:defRPr>
            </a:lvl2pPr>
            <a:lvl3pPr marL="914400" indent="0" algn="ctr">
              <a:spcBef>
                <a:spcPts val="1000"/>
              </a:spcBef>
              <a:buNone/>
              <a:defRPr sz="1800">
                <a:solidFill>
                  <a:schemeClr val="bg1"/>
                </a:solidFill>
              </a:defRPr>
            </a:lvl3pPr>
            <a:lvl4pPr marL="1371600" indent="0" algn="ctr">
              <a:spcBef>
                <a:spcPts val="1000"/>
              </a:spcBef>
              <a:buNone/>
              <a:defRPr sz="1800">
                <a:solidFill>
                  <a:schemeClr val="bg1"/>
                </a:solidFill>
              </a:defRPr>
            </a:lvl4pPr>
            <a:lvl5pPr marL="1828800" indent="0" algn="ctr">
              <a:spcBef>
                <a:spcPts val="1000"/>
              </a:spcBef>
              <a:buNone/>
              <a:defRPr sz="1800">
                <a:solidFill>
                  <a:schemeClr val="bg1"/>
                </a:solidFill>
              </a:defRPr>
            </a:lvl5pPr>
          </a:lstStyle>
          <a:p>
            <a:pPr lvl="0"/>
            <a:r>
              <a:rPr lang="en-US" dirty="0"/>
              <a:t>Click to add text</a:t>
            </a:r>
          </a:p>
        </p:txBody>
      </p:sp>
    </p:spTree>
    <p:extLst>
      <p:ext uri="{BB962C8B-B14F-4D97-AF65-F5344CB8AC3E}">
        <p14:creationId xmlns:p14="http://schemas.microsoft.com/office/powerpoint/2010/main" val="216296700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FD97564-C310-6E8C-8689-CE18881B4A1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0FAD99FA-26D9-873B-BE7F-26FEC5C233A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C319819E-0266-97DD-DFD1-BAAA06AE323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D6D8061D-18C3-4F4F-85EF-561633F58754}" type="datetimeFigureOut">
              <a:rPr lang="en-US" smtClean="0"/>
              <a:t>4/12/2025</a:t>
            </a:fld>
            <a:endParaRPr lang="en-US"/>
          </a:p>
        </p:txBody>
      </p:sp>
      <p:sp>
        <p:nvSpPr>
          <p:cNvPr id="5" name="Footer Placeholder 4">
            <a:extLst>
              <a:ext uri="{FF2B5EF4-FFF2-40B4-BE49-F238E27FC236}">
                <a16:creationId xmlns:a16="http://schemas.microsoft.com/office/drawing/2014/main" id="{2BFD19C9-01CE-9E2A-CDA5-C15940F055F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A1801085-7B28-048D-E3D3-9C3614268DA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CBD12358-51D2-46B3-9BDE-DF29528B9454}" type="slidenum">
              <a:rPr lang="en-US" smtClean="0"/>
              <a:t>‹#›</a:t>
            </a:fld>
            <a:endParaRPr lang="en-US"/>
          </a:p>
        </p:txBody>
      </p:sp>
    </p:spTree>
    <p:extLst>
      <p:ext uri="{BB962C8B-B14F-4D97-AF65-F5344CB8AC3E}">
        <p14:creationId xmlns:p14="http://schemas.microsoft.com/office/powerpoint/2010/main" val="1965934658"/>
      </p:ext>
    </p:extLst>
  </p:cSld>
  <p:clrMap bg1="lt1" tx1="dk1" bg2="lt2" tx2="dk2" accent1="accent1" accent2="accent2" accent3="accent3" accent4="accent4" accent5="accent5" accent6="accent6" hlink="hlink" folHlink="folHlink"/>
  <p:sldLayoutIdLst>
    <p:sldLayoutId id="2147483654" r:id="rId1"/>
    <p:sldLayoutId id="2147483660" r:id="rId2"/>
    <p:sldLayoutId id="2147483659" r:id="rId3"/>
    <p:sldLayoutId id="2147483650" r:id="rId4"/>
    <p:sldLayoutId id="2147483649" r:id="rId5"/>
    <p:sldLayoutId id="2147483662" r:id="rId6"/>
    <p:sldLayoutId id="2147483663" r:id="rId7"/>
    <p:sldLayoutId id="2147483652" r:id="rId8"/>
    <p:sldLayoutId id="2147483666" r:id="rId9"/>
    <p:sldLayoutId id="2147483664" r:id="rId10"/>
    <p:sldLayoutId id="2147483665" r:id="rId11"/>
    <p:sldLayoutId id="2147483661" r:id="rId12"/>
  </p:sldLayoutIdLst>
  <p:txStyles>
    <p:titleStyle>
      <a:lvl1pPr algn="l" defTabSz="914400" rtl="0" eaLnBrk="1" latinLnBrk="0" hangingPunct="1">
        <a:lnSpc>
          <a:spcPct val="90000"/>
        </a:lnSpc>
        <a:spcBef>
          <a:spcPct val="0"/>
        </a:spcBef>
        <a:buNone/>
        <a:defRPr sz="4800" kern="1200" cap="all" spc="300" baseline="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0.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10.xml"/></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6.xml"/><Relationship Id="rId4" Type="http://schemas.openxmlformats.org/officeDocument/2006/relationships/image" Target="../media/image13.png"/></Relationships>
</file>

<file path=ppt/slides/_rels/slide1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0.xml"/></Relationships>
</file>

<file path=ppt/slides/_rels/slide13.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image" Target="../media/image20.jp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8" Type="http://schemas.openxmlformats.org/officeDocument/2006/relationships/image" Target="../media/image28.png"/><Relationship Id="rId3" Type="http://schemas.openxmlformats.org/officeDocument/2006/relationships/diagramLayout" Target="../diagrams/layout1.xml"/><Relationship Id="rId7" Type="http://schemas.openxmlformats.org/officeDocument/2006/relationships/image" Target="../media/image27.png"/><Relationship Id="rId2" Type="http://schemas.openxmlformats.org/officeDocument/2006/relationships/diagramData" Target="../diagrams/data1.xml"/><Relationship Id="rId1" Type="http://schemas.openxmlformats.org/officeDocument/2006/relationships/slideLayout" Target="../slideLayouts/slideLayout4.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20.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image" Target="../media/image29.png"/><Relationship Id="rId1" Type="http://schemas.openxmlformats.org/officeDocument/2006/relationships/slideLayout" Target="../slideLayouts/slideLayout6.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2" Type="http://schemas.openxmlformats.org/officeDocument/2006/relationships/image" Target="../media/image37.jpg"/><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10.xml"/></Relationships>
</file>

<file path=ppt/slides/_rels/slide27.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Placeholder 7" descr="abstract image">
            <a:extLst>
              <a:ext uri="{FF2B5EF4-FFF2-40B4-BE49-F238E27FC236}">
                <a16:creationId xmlns:a16="http://schemas.microsoft.com/office/drawing/2014/main" id="{782ED2F6-AFB3-9199-3999-2B5E4BAF2423}"/>
              </a:ext>
            </a:extLst>
          </p:cNvPr>
          <p:cNvPicPr>
            <a:picLocks noGrp="1" noChangeAspect="1"/>
          </p:cNvPicPr>
          <p:nvPr>
            <p:ph type="pic" sz="quarter" idx="10"/>
          </p:nvPr>
        </p:nvPicPr>
        <p:blipFill rotWithShape="1">
          <a:blip r:embed="rId2">
            <a:alphaModFix amt="52000"/>
            <a:extLst>
              <a:ext uri="{BEBA8EAE-BF5A-486C-A8C5-ECC9F3942E4B}">
                <a14:imgProps xmlns:a14="http://schemas.microsoft.com/office/drawing/2010/main">
                  <a14:imgLayer r:embed="rId3">
                    <a14:imgEffect>
                      <a14:saturation sat="0"/>
                    </a14:imgEffect>
                  </a14:imgLayer>
                </a14:imgProps>
              </a:ext>
            </a:extLst>
          </a:blip>
          <a:srcRect/>
          <a:stretch/>
        </p:blipFill>
        <p:spPr>
          <a:xfrm>
            <a:off x="0" y="0"/>
            <a:ext cx="12192000" cy="6858000"/>
          </a:xfrm>
        </p:spPr>
      </p:pic>
      <p:sp>
        <p:nvSpPr>
          <p:cNvPr id="6" name="Title 5">
            <a:extLst>
              <a:ext uri="{FF2B5EF4-FFF2-40B4-BE49-F238E27FC236}">
                <a16:creationId xmlns:a16="http://schemas.microsoft.com/office/drawing/2014/main" id="{F20A922B-22EC-7FD8-FA8C-2FFAC558BD66}"/>
              </a:ext>
            </a:extLst>
          </p:cNvPr>
          <p:cNvSpPr>
            <a:spLocks noGrp="1"/>
          </p:cNvSpPr>
          <p:nvPr>
            <p:ph type="ctrTitle"/>
          </p:nvPr>
        </p:nvSpPr>
        <p:spPr>
          <a:xfrm>
            <a:off x="1524000" y="2286000"/>
            <a:ext cx="9144000" cy="2286000"/>
          </a:xfrm>
        </p:spPr>
        <p:txBody>
          <a:bodyPr/>
          <a:lstStyle/>
          <a:p>
            <a:r>
              <a:rPr lang="en-US" dirty="0"/>
              <a:t>Driver Proportions</a:t>
            </a:r>
            <a:br>
              <a:rPr lang="en-US" dirty="0"/>
            </a:br>
            <a:r>
              <a:rPr lang="en-US" dirty="0"/>
              <a:t>across the US</a:t>
            </a:r>
            <a:br>
              <a:rPr lang="en-US" dirty="0"/>
            </a:br>
            <a:r>
              <a:rPr lang="en-US" sz="1400" dirty="0" err="1"/>
              <a:t>kenT</a:t>
            </a:r>
            <a:r>
              <a:rPr lang="en-US" sz="1400" dirty="0"/>
              <a:t> Roller </a:t>
            </a:r>
            <a:endParaRPr lang="en-US" dirty="0"/>
          </a:p>
        </p:txBody>
      </p:sp>
    </p:spTree>
    <p:extLst>
      <p:ext uri="{BB962C8B-B14F-4D97-AF65-F5344CB8AC3E}">
        <p14:creationId xmlns:p14="http://schemas.microsoft.com/office/powerpoint/2010/main" val="63926476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E68B0C-FB18-E10E-C45D-7C4BE6EAD1EE}"/>
              </a:ext>
            </a:extLst>
          </p:cNvPr>
          <p:cNvSpPr>
            <a:spLocks noGrp="1"/>
          </p:cNvSpPr>
          <p:nvPr>
            <p:ph type="title"/>
          </p:nvPr>
        </p:nvSpPr>
        <p:spPr>
          <a:xfrm>
            <a:off x="6562816" y="457200"/>
            <a:ext cx="4837176" cy="1993392"/>
          </a:xfrm>
        </p:spPr>
        <p:txBody>
          <a:bodyPr anchor="b">
            <a:normAutofit/>
          </a:bodyPr>
          <a:lstStyle/>
          <a:p>
            <a:r>
              <a:rPr lang="en-US" dirty="0"/>
              <a:t>Introduction</a:t>
            </a:r>
          </a:p>
        </p:txBody>
      </p:sp>
      <p:pic>
        <p:nvPicPr>
          <p:cNvPr id="6" name="Picture Placeholder 5" descr="A traffic on a city street&#10;&#10;Description automatically generated">
            <a:extLst>
              <a:ext uri="{FF2B5EF4-FFF2-40B4-BE49-F238E27FC236}">
                <a16:creationId xmlns:a16="http://schemas.microsoft.com/office/drawing/2014/main" id="{5DEE14B2-7ED4-1F44-260D-354F11D3A13B}"/>
              </a:ext>
            </a:extLst>
          </p:cNvPr>
          <p:cNvPicPr>
            <a:picLocks noGrp="1" noChangeAspect="1"/>
          </p:cNvPicPr>
          <p:nvPr>
            <p:ph type="pic" sz="quarter" idx="10"/>
          </p:nvPr>
        </p:nvPicPr>
        <p:blipFill>
          <a:blip r:embed="rId2">
            <a:extLst>
              <a:ext uri="{28A0092B-C50C-407E-A947-70E740481C1C}">
                <a14:useLocalDpi xmlns:a14="http://schemas.microsoft.com/office/drawing/2010/main" val="0"/>
              </a:ext>
            </a:extLst>
          </a:blip>
          <a:srcRect l="20241" r="20239" b="-1"/>
          <a:stretch/>
        </p:blipFill>
        <p:spPr>
          <a:xfrm>
            <a:off x="-28882" y="10"/>
            <a:ext cx="6115050" cy="6857990"/>
          </a:xfrm>
          <a:noFill/>
        </p:spPr>
      </p:pic>
      <p:sp>
        <p:nvSpPr>
          <p:cNvPr id="4" name="Content Placeholder 3">
            <a:extLst>
              <a:ext uri="{FF2B5EF4-FFF2-40B4-BE49-F238E27FC236}">
                <a16:creationId xmlns:a16="http://schemas.microsoft.com/office/drawing/2014/main" id="{887D834E-401C-A9D2-609C-B65ACE90DE0D}"/>
              </a:ext>
            </a:extLst>
          </p:cNvPr>
          <p:cNvSpPr>
            <a:spLocks noGrp="1"/>
          </p:cNvSpPr>
          <p:nvPr>
            <p:ph idx="1"/>
          </p:nvPr>
        </p:nvSpPr>
        <p:spPr>
          <a:xfrm>
            <a:off x="6562818" y="2752344"/>
            <a:ext cx="4837174" cy="3136392"/>
          </a:xfrm>
        </p:spPr>
        <p:txBody>
          <a:bodyPr anchor="t">
            <a:normAutofit/>
          </a:bodyPr>
          <a:lstStyle/>
          <a:p>
            <a:pPr marL="285750" indent="-285750">
              <a:buFont typeface="Arial" panose="020B0604020202020204" pitchFamily="34" charset="0"/>
              <a:buChar char="•"/>
            </a:pPr>
            <a:r>
              <a:rPr lang="en-US" dirty="0"/>
              <a:t>State and federal funds are limited</a:t>
            </a:r>
          </a:p>
          <a:p>
            <a:pPr marL="285750" indent="-285750">
              <a:buFont typeface="Arial" panose="020B0604020202020204" pitchFamily="34" charset="0"/>
              <a:buChar char="•"/>
            </a:pPr>
            <a:r>
              <a:rPr lang="en-US" dirty="0"/>
              <a:t>Projects which maximize impact are essential </a:t>
            </a:r>
          </a:p>
          <a:p>
            <a:pPr marL="285750" indent="-285750">
              <a:buFont typeface="Arial" panose="020B0604020202020204" pitchFamily="34" charset="0"/>
              <a:buChar char="•"/>
            </a:pPr>
            <a:r>
              <a:rPr lang="en-US" dirty="0"/>
              <a:t>How to distinguish where these funds are distributed </a:t>
            </a:r>
          </a:p>
        </p:txBody>
      </p:sp>
    </p:spTree>
    <p:extLst>
      <p:ext uri="{BB962C8B-B14F-4D97-AF65-F5344CB8AC3E}">
        <p14:creationId xmlns:p14="http://schemas.microsoft.com/office/powerpoint/2010/main" val="86726458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1BD062-C852-0586-5C8B-5F7856C5478C}"/>
              </a:ext>
            </a:extLst>
          </p:cNvPr>
          <p:cNvSpPr>
            <a:spLocks noGrp="1"/>
          </p:cNvSpPr>
          <p:nvPr>
            <p:ph type="title"/>
          </p:nvPr>
        </p:nvSpPr>
        <p:spPr/>
        <p:txBody>
          <a:bodyPr/>
          <a:lstStyle/>
          <a:p>
            <a:r>
              <a:rPr lang="en-US" dirty="0"/>
              <a:t>Primary dataset</a:t>
            </a:r>
          </a:p>
        </p:txBody>
      </p:sp>
      <p:sp>
        <p:nvSpPr>
          <p:cNvPr id="3" name="Content Placeholder 2">
            <a:extLst>
              <a:ext uri="{FF2B5EF4-FFF2-40B4-BE49-F238E27FC236}">
                <a16:creationId xmlns:a16="http://schemas.microsoft.com/office/drawing/2014/main" id="{DED50393-0E4E-483B-22A8-09F021F1F25F}"/>
              </a:ext>
            </a:extLst>
          </p:cNvPr>
          <p:cNvSpPr>
            <a:spLocks noGrp="1"/>
          </p:cNvSpPr>
          <p:nvPr>
            <p:ph sz="quarter" idx="13"/>
          </p:nvPr>
        </p:nvSpPr>
        <p:spPr/>
        <p:txBody>
          <a:bodyPr/>
          <a:lstStyle/>
          <a:p>
            <a:pPr marL="0" indent="0">
              <a:buNone/>
            </a:pPr>
            <a:r>
              <a:rPr lang="en-US" dirty="0"/>
              <a:t>The Primary dataset consist of licensed drivers listed by state.</a:t>
            </a:r>
          </a:p>
          <a:p>
            <a:pPr marL="0" indent="0">
              <a:buNone/>
            </a:pPr>
            <a:r>
              <a:rPr lang="en-US" dirty="0"/>
              <a:t>And by drivers cohort, segmenting the drivers by age. </a:t>
            </a:r>
          </a:p>
          <a:p>
            <a:pPr marL="0" indent="0">
              <a:buNone/>
            </a:pPr>
            <a:r>
              <a:rPr lang="en-US" dirty="0"/>
              <a:t>This data set covers the years 1994-2018. </a:t>
            </a:r>
          </a:p>
        </p:txBody>
      </p:sp>
      <p:pic>
        <p:nvPicPr>
          <p:cNvPr id="6" name="Content Placeholder 5">
            <a:extLst>
              <a:ext uri="{FF2B5EF4-FFF2-40B4-BE49-F238E27FC236}">
                <a16:creationId xmlns:a16="http://schemas.microsoft.com/office/drawing/2014/main" id="{44F91F6A-940F-84D3-0FA0-2C8145ED0420}"/>
              </a:ext>
            </a:extLst>
          </p:cNvPr>
          <p:cNvPicPr>
            <a:picLocks noGrp="1" noChangeAspect="1"/>
          </p:cNvPicPr>
          <p:nvPr>
            <p:ph sz="quarter" idx="14"/>
          </p:nvPr>
        </p:nvPicPr>
        <p:blipFill>
          <a:blip r:embed="rId2"/>
          <a:stretch>
            <a:fillRect/>
          </a:stretch>
        </p:blipFill>
        <p:spPr>
          <a:xfrm>
            <a:off x="5238308" y="2003871"/>
            <a:ext cx="5486400" cy="2297382"/>
          </a:xfrm>
        </p:spPr>
      </p:pic>
      <p:sp>
        <p:nvSpPr>
          <p:cNvPr id="7" name="TextBox 6">
            <a:extLst>
              <a:ext uri="{FF2B5EF4-FFF2-40B4-BE49-F238E27FC236}">
                <a16:creationId xmlns:a16="http://schemas.microsoft.com/office/drawing/2014/main" id="{6B2F7318-54B8-5FED-4849-9CBBECD185D2}"/>
              </a:ext>
            </a:extLst>
          </p:cNvPr>
          <p:cNvSpPr txBox="1"/>
          <p:nvPr/>
        </p:nvSpPr>
        <p:spPr>
          <a:xfrm>
            <a:off x="5434395" y="4454991"/>
            <a:ext cx="4784349" cy="646331"/>
          </a:xfrm>
          <a:prstGeom prst="rect">
            <a:avLst/>
          </a:prstGeom>
          <a:noFill/>
        </p:spPr>
        <p:txBody>
          <a:bodyPr wrap="square" rtlCol="0">
            <a:spAutoFit/>
          </a:bodyPr>
          <a:lstStyle/>
          <a:p>
            <a:r>
              <a:rPr lang="en-US" dirty="0"/>
              <a:t>The dataset contains 5 columns and 57834 observations</a:t>
            </a:r>
          </a:p>
        </p:txBody>
      </p:sp>
    </p:spTree>
    <p:extLst>
      <p:ext uri="{BB962C8B-B14F-4D97-AF65-F5344CB8AC3E}">
        <p14:creationId xmlns:p14="http://schemas.microsoft.com/office/powerpoint/2010/main" val="220179280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A896FF-D8B7-471C-BACE-6B6E4B3056A4}"/>
              </a:ext>
            </a:extLst>
          </p:cNvPr>
          <p:cNvSpPr>
            <a:spLocks noGrp="1"/>
          </p:cNvSpPr>
          <p:nvPr>
            <p:ph type="title"/>
          </p:nvPr>
        </p:nvSpPr>
        <p:spPr>
          <a:xfrm>
            <a:off x="5242425" y="466344"/>
            <a:ext cx="6241651" cy="1710354"/>
          </a:xfrm>
        </p:spPr>
        <p:txBody>
          <a:bodyPr anchor="ctr">
            <a:normAutofit/>
          </a:bodyPr>
          <a:lstStyle/>
          <a:p>
            <a:r>
              <a:rPr lang="en-US" dirty="0"/>
              <a:t>Secondary Datasets</a:t>
            </a:r>
          </a:p>
        </p:txBody>
      </p:sp>
      <p:pic>
        <p:nvPicPr>
          <p:cNvPr id="6" name="Picture 5" descr="Magnifying glass showing decling performance">
            <a:extLst>
              <a:ext uri="{FF2B5EF4-FFF2-40B4-BE49-F238E27FC236}">
                <a16:creationId xmlns:a16="http://schemas.microsoft.com/office/drawing/2014/main" id="{08F3BC3E-89D5-9824-5115-3F6EB288EE52}"/>
              </a:ext>
            </a:extLst>
          </p:cNvPr>
          <p:cNvPicPr>
            <a:picLocks noChangeAspect="1"/>
          </p:cNvPicPr>
          <p:nvPr/>
        </p:nvPicPr>
        <p:blipFill>
          <a:blip r:embed="rId2"/>
          <a:srcRect l="13851" r="44414" b="-1"/>
          <a:stretch/>
        </p:blipFill>
        <p:spPr>
          <a:xfrm>
            <a:off x="20" y="10"/>
            <a:ext cx="4287818" cy="6857990"/>
          </a:xfrm>
          <a:prstGeom prst="rect">
            <a:avLst/>
          </a:prstGeom>
          <a:noFill/>
        </p:spPr>
      </p:pic>
      <p:sp>
        <p:nvSpPr>
          <p:cNvPr id="3" name="Content Placeholder 2">
            <a:extLst>
              <a:ext uri="{FF2B5EF4-FFF2-40B4-BE49-F238E27FC236}">
                <a16:creationId xmlns:a16="http://schemas.microsoft.com/office/drawing/2014/main" id="{EB5A60D1-B445-9C76-E7F3-2A66789B9D84}"/>
              </a:ext>
            </a:extLst>
          </p:cNvPr>
          <p:cNvSpPr>
            <a:spLocks noGrp="1"/>
          </p:cNvSpPr>
          <p:nvPr>
            <p:ph idx="1"/>
          </p:nvPr>
        </p:nvSpPr>
        <p:spPr>
          <a:xfrm>
            <a:off x="5242426" y="2286000"/>
            <a:ext cx="6241650" cy="3474720"/>
          </a:xfrm>
        </p:spPr>
        <p:txBody>
          <a:bodyPr>
            <a:normAutofit fontScale="92500" lnSpcReduction="20000"/>
          </a:bodyPr>
          <a:lstStyle/>
          <a:p>
            <a:r>
              <a:rPr lang="en-US" sz="1600" dirty="0"/>
              <a:t>There are several secondary datasets to be merged with the licensed drivers dataset: </a:t>
            </a:r>
          </a:p>
          <a:p>
            <a:r>
              <a:rPr lang="en-US" sz="1600" dirty="0"/>
              <a:t>Fuel Tax Rate by State</a:t>
            </a:r>
          </a:p>
          <a:p>
            <a:r>
              <a:rPr lang="en-US" sz="1600" dirty="0"/>
              <a:t>Amtrak Rider Number by State</a:t>
            </a:r>
          </a:p>
          <a:p>
            <a:r>
              <a:rPr lang="en-US" sz="1600" dirty="0"/>
              <a:t>Road Condition by State</a:t>
            </a:r>
          </a:p>
          <a:p>
            <a:r>
              <a:rPr lang="en-US" sz="1600" dirty="0"/>
              <a:t>Unemployment Rate by State</a:t>
            </a:r>
          </a:p>
          <a:p>
            <a:endParaRPr lang="en-US" sz="1600" dirty="0"/>
          </a:p>
          <a:p>
            <a:r>
              <a:rPr lang="en-US" sz="1600" dirty="0"/>
              <a:t>These secondary datasets were selected as potential datasets that when combined with the original may shed additional insight into any differences found</a:t>
            </a:r>
          </a:p>
          <a:p>
            <a:endParaRPr lang="en-US" sz="1300" dirty="0"/>
          </a:p>
        </p:txBody>
      </p:sp>
    </p:spTree>
    <p:extLst>
      <p:ext uri="{BB962C8B-B14F-4D97-AF65-F5344CB8AC3E}">
        <p14:creationId xmlns:p14="http://schemas.microsoft.com/office/powerpoint/2010/main" val="227522046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Graph on document with pen">
            <a:extLst>
              <a:ext uri="{FF2B5EF4-FFF2-40B4-BE49-F238E27FC236}">
                <a16:creationId xmlns:a16="http://schemas.microsoft.com/office/drawing/2014/main" id="{8A0AD39E-1E83-1A85-A101-5234A1E615C4}"/>
              </a:ext>
            </a:extLst>
          </p:cNvPr>
          <p:cNvPicPr>
            <a:picLocks noChangeAspect="1"/>
          </p:cNvPicPr>
          <p:nvPr/>
        </p:nvPicPr>
        <p:blipFill>
          <a:blip r:embed="rId2"/>
          <a:srcRect t="1510" b="14220"/>
          <a:stretch/>
        </p:blipFill>
        <p:spPr>
          <a:xfrm>
            <a:off x="0" y="0"/>
            <a:ext cx="12191980" cy="6857990"/>
          </a:xfrm>
          <a:prstGeom prst="rect">
            <a:avLst/>
          </a:prstGeom>
          <a:noFill/>
        </p:spPr>
      </p:pic>
      <p:sp>
        <p:nvSpPr>
          <p:cNvPr id="3" name="Title 2">
            <a:extLst>
              <a:ext uri="{FF2B5EF4-FFF2-40B4-BE49-F238E27FC236}">
                <a16:creationId xmlns:a16="http://schemas.microsoft.com/office/drawing/2014/main" id="{A59CCF28-CEBE-47AF-D68D-9AEA6C794ACB}"/>
              </a:ext>
            </a:extLst>
          </p:cNvPr>
          <p:cNvSpPr>
            <a:spLocks noGrp="1"/>
          </p:cNvSpPr>
          <p:nvPr>
            <p:ph type="ctrTitle"/>
          </p:nvPr>
        </p:nvSpPr>
        <p:spPr>
          <a:xfrm>
            <a:off x="1240465" y="1215656"/>
            <a:ext cx="9144000" cy="2286000"/>
          </a:xfrm>
        </p:spPr>
        <p:txBody>
          <a:bodyPr anchor="ctr">
            <a:normAutofit/>
          </a:bodyPr>
          <a:lstStyle/>
          <a:p>
            <a:r>
              <a:rPr lang="en-US" dirty="0">
                <a:solidFill>
                  <a:schemeClr val="tx1"/>
                </a:solidFill>
              </a:rPr>
              <a:t>Data preprocessing</a:t>
            </a:r>
          </a:p>
        </p:txBody>
      </p:sp>
    </p:spTree>
    <p:extLst>
      <p:ext uri="{BB962C8B-B14F-4D97-AF65-F5344CB8AC3E}">
        <p14:creationId xmlns:p14="http://schemas.microsoft.com/office/powerpoint/2010/main" val="205465272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2A9CA2-5F08-BE4F-AD9E-821E625B8E79}"/>
              </a:ext>
            </a:extLst>
          </p:cNvPr>
          <p:cNvSpPr>
            <a:spLocks noGrp="1"/>
          </p:cNvSpPr>
          <p:nvPr>
            <p:ph type="title"/>
          </p:nvPr>
        </p:nvSpPr>
        <p:spPr>
          <a:xfrm>
            <a:off x="838200" y="365760"/>
            <a:ext cx="10515600" cy="1325563"/>
          </a:xfrm>
        </p:spPr>
        <p:txBody>
          <a:bodyPr anchor="ctr">
            <a:normAutofit/>
          </a:bodyPr>
          <a:lstStyle/>
          <a:p>
            <a:r>
              <a:rPr lang="en-US" dirty="0"/>
              <a:t>Primary Data Preprocessing </a:t>
            </a:r>
          </a:p>
        </p:txBody>
      </p:sp>
      <p:pic>
        <p:nvPicPr>
          <p:cNvPr id="6" name="Content Placeholder 5">
            <a:extLst>
              <a:ext uri="{FF2B5EF4-FFF2-40B4-BE49-F238E27FC236}">
                <a16:creationId xmlns:a16="http://schemas.microsoft.com/office/drawing/2014/main" id="{0C82C515-C455-3C87-77E3-217FDAB4C609}"/>
              </a:ext>
            </a:extLst>
          </p:cNvPr>
          <p:cNvPicPr>
            <a:picLocks noGrp="1" noChangeAspect="1"/>
          </p:cNvPicPr>
          <p:nvPr>
            <p:ph sz="quarter" idx="15"/>
          </p:nvPr>
        </p:nvPicPr>
        <p:blipFill>
          <a:blip r:embed="rId2"/>
          <a:stretch>
            <a:fillRect/>
          </a:stretch>
        </p:blipFill>
        <p:spPr>
          <a:xfrm>
            <a:off x="1536803" y="1790329"/>
            <a:ext cx="3737128" cy="4113054"/>
          </a:xfrm>
          <a:noFill/>
        </p:spPr>
      </p:pic>
      <p:sp>
        <p:nvSpPr>
          <p:cNvPr id="3" name="Content Placeholder 2">
            <a:extLst>
              <a:ext uri="{FF2B5EF4-FFF2-40B4-BE49-F238E27FC236}">
                <a16:creationId xmlns:a16="http://schemas.microsoft.com/office/drawing/2014/main" id="{464FFDE0-F5C4-29E7-19AB-B6AD028AAFE6}"/>
              </a:ext>
            </a:extLst>
          </p:cNvPr>
          <p:cNvSpPr>
            <a:spLocks noGrp="1"/>
          </p:cNvSpPr>
          <p:nvPr>
            <p:ph sz="quarter" idx="16"/>
          </p:nvPr>
        </p:nvSpPr>
        <p:spPr>
          <a:xfrm>
            <a:off x="6219464" y="1790329"/>
            <a:ext cx="5134335" cy="4113054"/>
          </a:xfrm>
        </p:spPr>
        <p:txBody>
          <a:bodyPr>
            <a:normAutofit/>
          </a:bodyPr>
          <a:lstStyle/>
          <a:p>
            <a:r>
              <a:rPr lang="en-US" dirty="0"/>
              <a:t>The primary dataset cleaning process was straightforward as there was only one missing value present in the original dataset, which was replaced using the mean method. </a:t>
            </a:r>
          </a:p>
        </p:txBody>
      </p:sp>
    </p:spTree>
    <p:extLst>
      <p:ext uri="{BB962C8B-B14F-4D97-AF65-F5344CB8AC3E}">
        <p14:creationId xmlns:p14="http://schemas.microsoft.com/office/powerpoint/2010/main" val="394978527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0FBC23-86B2-00DD-2E80-496D2EFAECA2}"/>
              </a:ext>
            </a:extLst>
          </p:cNvPr>
          <p:cNvSpPr>
            <a:spLocks noGrp="1"/>
          </p:cNvSpPr>
          <p:nvPr>
            <p:ph type="title"/>
          </p:nvPr>
        </p:nvSpPr>
        <p:spPr/>
        <p:txBody>
          <a:bodyPr/>
          <a:lstStyle/>
          <a:p>
            <a:r>
              <a:rPr lang="en-US" dirty="0"/>
              <a:t>Secondary Data: Amtrak Riders</a:t>
            </a:r>
          </a:p>
        </p:txBody>
      </p:sp>
      <p:sp>
        <p:nvSpPr>
          <p:cNvPr id="3" name="Content Placeholder 2">
            <a:extLst>
              <a:ext uri="{FF2B5EF4-FFF2-40B4-BE49-F238E27FC236}">
                <a16:creationId xmlns:a16="http://schemas.microsoft.com/office/drawing/2014/main" id="{0E323AE6-7C16-78AD-EEDB-B71C846F04D3}"/>
              </a:ext>
            </a:extLst>
          </p:cNvPr>
          <p:cNvSpPr>
            <a:spLocks noGrp="1"/>
          </p:cNvSpPr>
          <p:nvPr>
            <p:ph sz="quarter" idx="13"/>
          </p:nvPr>
        </p:nvSpPr>
        <p:spPr/>
        <p:txBody>
          <a:bodyPr/>
          <a:lstStyle/>
          <a:p>
            <a:r>
              <a:rPr lang="en-US" dirty="0"/>
              <a:t>The Amtrak Riders data has both missing values and a mismatched year range when compared with licensed drivers. </a:t>
            </a:r>
          </a:p>
          <a:p>
            <a:endParaRPr lang="en-US" dirty="0"/>
          </a:p>
          <a:p>
            <a:r>
              <a:rPr lang="en-US" dirty="0"/>
              <a:t>We resolved this by trimming the values in the Amtrak data to match the original. </a:t>
            </a:r>
          </a:p>
          <a:p>
            <a:endParaRPr lang="en-US" dirty="0"/>
          </a:p>
          <a:p>
            <a:r>
              <a:rPr lang="en-US" dirty="0"/>
              <a:t>Missing values were present as well, which once again the mean method to fill Na values was used. </a:t>
            </a:r>
          </a:p>
        </p:txBody>
      </p:sp>
      <p:pic>
        <p:nvPicPr>
          <p:cNvPr id="6" name="Content Placeholder 5">
            <a:extLst>
              <a:ext uri="{FF2B5EF4-FFF2-40B4-BE49-F238E27FC236}">
                <a16:creationId xmlns:a16="http://schemas.microsoft.com/office/drawing/2014/main" id="{D02FD8D5-F15A-7A0D-E69E-7E5F80614894}"/>
              </a:ext>
            </a:extLst>
          </p:cNvPr>
          <p:cNvPicPr>
            <a:picLocks noGrp="1" noChangeAspect="1"/>
          </p:cNvPicPr>
          <p:nvPr>
            <p:ph sz="quarter" idx="14"/>
          </p:nvPr>
        </p:nvPicPr>
        <p:blipFill>
          <a:blip r:embed="rId2"/>
          <a:stretch>
            <a:fillRect/>
          </a:stretch>
        </p:blipFill>
        <p:spPr>
          <a:xfrm>
            <a:off x="6793997" y="2260037"/>
            <a:ext cx="1138581" cy="3988526"/>
          </a:xfrm>
        </p:spPr>
      </p:pic>
      <p:pic>
        <p:nvPicPr>
          <p:cNvPr id="8" name="Picture 7">
            <a:extLst>
              <a:ext uri="{FF2B5EF4-FFF2-40B4-BE49-F238E27FC236}">
                <a16:creationId xmlns:a16="http://schemas.microsoft.com/office/drawing/2014/main" id="{2A4703E0-AF9E-C0E9-5970-B5379C55CCC2}"/>
              </a:ext>
            </a:extLst>
          </p:cNvPr>
          <p:cNvPicPr>
            <a:picLocks noChangeAspect="1"/>
          </p:cNvPicPr>
          <p:nvPr/>
        </p:nvPicPr>
        <p:blipFill>
          <a:blip r:embed="rId3"/>
          <a:stretch>
            <a:fillRect/>
          </a:stretch>
        </p:blipFill>
        <p:spPr>
          <a:xfrm>
            <a:off x="8513419" y="2731861"/>
            <a:ext cx="1138581" cy="3248945"/>
          </a:xfrm>
          <a:prstGeom prst="rect">
            <a:avLst/>
          </a:prstGeom>
        </p:spPr>
      </p:pic>
    </p:spTree>
    <p:extLst>
      <p:ext uri="{BB962C8B-B14F-4D97-AF65-F5344CB8AC3E}">
        <p14:creationId xmlns:p14="http://schemas.microsoft.com/office/powerpoint/2010/main" val="261055583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8BEB91-5EF0-C84B-E303-F965D8CBC9A9}"/>
              </a:ext>
            </a:extLst>
          </p:cNvPr>
          <p:cNvSpPr>
            <a:spLocks noGrp="1"/>
          </p:cNvSpPr>
          <p:nvPr>
            <p:ph type="title"/>
          </p:nvPr>
        </p:nvSpPr>
        <p:spPr/>
        <p:txBody>
          <a:bodyPr/>
          <a:lstStyle/>
          <a:p>
            <a:r>
              <a:rPr lang="en-US" dirty="0"/>
              <a:t>Secondary Data: Fuel Rate</a:t>
            </a:r>
          </a:p>
        </p:txBody>
      </p:sp>
      <p:sp>
        <p:nvSpPr>
          <p:cNvPr id="3" name="Content Placeholder 2">
            <a:extLst>
              <a:ext uri="{FF2B5EF4-FFF2-40B4-BE49-F238E27FC236}">
                <a16:creationId xmlns:a16="http://schemas.microsoft.com/office/drawing/2014/main" id="{FB72113D-964A-B76D-B990-D1CC2575B824}"/>
              </a:ext>
            </a:extLst>
          </p:cNvPr>
          <p:cNvSpPr>
            <a:spLocks noGrp="1"/>
          </p:cNvSpPr>
          <p:nvPr>
            <p:ph sz="quarter" idx="15"/>
          </p:nvPr>
        </p:nvSpPr>
        <p:spPr/>
        <p:txBody>
          <a:bodyPr/>
          <a:lstStyle/>
          <a:p>
            <a:r>
              <a:rPr lang="en-US" dirty="0"/>
              <a:t>The fuel rate had many missing values in several columns. </a:t>
            </a:r>
          </a:p>
          <a:p>
            <a:endParaRPr lang="en-US" dirty="0"/>
          </a:p>
          <a:p>
            <a:r>
              <a:rPr lang="en-US" dirty="0"/>
              <a:t>However , it was found that these columns were not needed for analysis, so we dropped the columns from the dataset. </a:t>
            </a:r>
          </a:p>
        </p:txBody>
      </p:sp>
      <p:pic>
        <p:nvPicPr>
          <p:cNvPr id="6" name="Content Placeholder 5">
            <a:extLst>
              <a:ext uri="{FF2B5EF4-FFF2-40B4-BE49-F238E27FC236}">
                <a16:creationId xmlns:a16="http://schemas.microsoft.com/office/drawing/2014/main" id="{EC564AEF-A3A5-BF10-42F5-54AA5D71F9F2}"/>
              </a:ext>
            </a:extLst>
          </p:cNvPr>
          <p:cNvPicPr>
            <a:picLocks noGrp="1" noChangeAspect="1"/>
          </p:cNvPicPr>
          <p:nvPr>
            <p:ph sz="quarter" idx="16"/>
          </p:nvPr>
        </p:nvPicPr>
        <p:blipFill>
          <a:blip r:embed="rId2"/>
          <a:stretch>
            <a:fillRect/>
          </a:stretch>
        </p:blipFill>
        <p:spPr>
          <a:xfrm>
            <a:off x="6549670" y="2113280"/>
            <a:ext cx="2177770" cy="2826159"/>
          </a:xfrm>
        </p:spPr>
      </p:pic>
      <p:pic>
        <p:nvPicPr>
          <p:cNvPr id="8" name="Picture 7">
            <a:extLst>
              <a:ext uri="{FF2B5EF4-FFF2-40B4-BE49-F238E27FC236}">
                <a16:creationId xmlns:a16="http://schemas.microsoft.com/office/drawing/2014/main" id="{110DA31D-F637-D256-8428-132FFEA93201}"/>
              </a:ext>
            </a:extLst>
          </p:cNvPr>
          <p:cNvPicPr>
            <a:picLocks noChangeAspect="1"/>
          </p:cNvPicPr>
          <p:nvPr/>
        </p:nvPicPr>
        <p:blipFill>
          <a:blip r:embed="rId3"/>
          <a:stretch>
            <a:fillRect/>
          </a:stretch>
        </p:blipFill>
        <p:spPr>
          <a:xfrm>
            <a:off x="9304575" y="2723087"/>
            <a:ext cx="2117739" cy="1411825"/>
          </a:xfrm>
          <a:prstGeom prst="rect">
            <a:avLst/>
          </a:prstGeom>
        </p:spPr>
      </p:pic>
    </p:spTree>
    <p:extLst>
      <p:ext uri="{BB962C8B-B14F-4D97-AF65-F5344CB8AC3E}">
        <p14:creationId xmlns:p14="http://schemas.microsoft.com/office/powerpoint/2010/main" val="90353198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FDEDCC-1A5D-F803-7FF9-4C231560F96A}"/>
              </a:ext>
            </a:extLst>
          </p:cNvPr>
          <p:cNvSpPr>
            <a:spLocks noGrp="1"/>
          </p:cNvSpPr>
          <p:nvPr>
            <p:ph type="title"/>
          </p:nvPr>
        </p:nvSpPr>
        <p:spPr/>
        <p:txBody>
          <a:bodyPr/>
          <a:lstStyle/>
          <a:p>
            <a:r>
              <a:rPr lang="en-US" dirty="0"/>
              <a:t>Secondary Data: Road Condition</a:t>
            </a:r>
          </a:p>
        </p:txBody>
      </p:sp>
      <p:sp>
        <p:nvSpPr>
          <p:cNvPr id="3" name="Content Placeholder 2">
            <a:extLst>
              <a:ext uri="{FF2B5EF4-FFF2-40B4-BE49-F238E27FC236}">
                <a16:creationId xmlns:a16="http://schemas.microsoft.com/office/drawing/2014/main" id="{829B099E-30B2-A972-79EA-56324376D613}"/>
              </a:ext>
            </a:extLst>
          </p:cNvPr>
          <p:cNvSpPr>
            <a:spLocks noGrp="1"/>
          </p:cNvSpPr>
          <p:nvPr>
            <p:ph sz="quarter" idx="13"/>
          </p:nvPr>
        </p:nvSpPr>
        <p:spPr/>
        <p:txBody>
          <a:bodyPr/>
          <a:lstStyle/>
          <a:p>
            <a:r>
              <a:rPr lang="en-US" dirty="0"/>
              <a:t>Road Condition required additional steps to clean before use.</a:t>
            </a:r>
          </a:p>
          <a:p>
            <a:endParaRPr lang="en-US" dirty="0"/>
          </a:p>
          <a:p>
            <a:endParaRPr lang="en-US" dirty="0"/>
          </a:p>
        </p:txBody>
      </p:sp>
      <p:pic>
        <p:nvPicPr>
          <p:cNvPr id="8" name="Content Placeholder 7">
            <a:extLst>
              <a:ext uri="{FF2B5EF4-FFF2-40B4-BE49-F238E27FC236}">
                <a16:creationId xmlns:a16="http://schemas.microsoft.com/office/drawing/2014/main" id="{AC58C6A6-4F0B-B21B-38FE-AECE0BEA5462}"/>
              </a:ext>
            </a:extLst>
          </p:cNvPr>
          <p:cNvPicPr>
            <a:picLocks noGrp="1" noChangeAspect="1"/>
          </p:cNvPicPr>
          <p:nvPr>
            <p:ph sz="quarter" idx="14"/>
          </p:nvPr>
        </p:nvPicPr>
        <p:blipFill>
          <a:blip r:embed="rId2"/>
          <a:stretch>
            <a:fillRect/>
          </a:stretch>
        </p:blipFill>
        <p:spPr>
          <a:xfrm>
            <a:off x="6374136" y="1691640"/>
            <a:ext cx="5674147" cy="1431122"/>
          </a:xfrm>
        </p:spPr>
      </p:pic>
      <p:pic>
        <p:nvPicPr>
          <p:cNvPr id="6" name="Picture 5">
            <a:extLst>
              <a:ext uri="{FF2B5EF4-FFF2-40B4-BE49-F238E27FC236}">
                <a16:creationId xmlns:a16="http://schemas.microsoft.com/office/drawing/2014/main" id="{D5A8E1A5-3EBA-3DE5-776C-A702591EC19E}"/>
              </a:ext>
            </a:extLst>
          </p:cNvPr>
          <p:cNvPicPr>
            <a:picLocks noChangeAspect="1"/>
          </p:cNvPicPr>
          <p:nvPr/>
        </p:nvPicPr>
        <p:blipFill>
          <a:blip r:embed="rId3"/>
          <a:stretch>
            <a:fillRect/>
          </a:stretch>
        </p:blipFill>
        <p:spPr>
          <a:xfrm>
            <a:off x="514341" y="2794000"/>
            <a:ext cx="5740695" cy="2891220"/>
          </a:xfrm>
          <a:prstGeom prst="rect">
            <a:avLst/>
          </a:prstGeom>
        </p:spPr>
      </p:pic>
      <p:pic>
        <p:nvPicPr>
          <p:cNvPr id="10" name="Picture 9">
            <a:extLst>
              <a:ext uri="{FF2B5EF4-FFF2-40B4-BE49-F238E27FC236}">
                <a16:creationId xmlns:a16="http://schemas.microsoft.com/office/drawing/2014/main" id="{31B60E4D-2129-4156-E3C2-06CE6E0B6B9F}"/>
              </a:ext>
            </a:extLst>
          </p:cNvPr>
          <p:cNvPicPr>
            <a:picLocks noChangeAspect="1"/>
          </p:cNvPicPr>
          <p:nvPr/>
        </p:nvPicPr>
        <p:blipFill>
          <a:blip r:embed="rId4"/>
          <a:stretch>
            <a:fillRect/>
          </a:stretch>
        </p:blipFill>
        <p:spPr>
          <a:xfrm>
            <a:off x="7688524" y="3196706"/>
            <a:ext cx="3030276" cy="1336887"/>
          </a:xfrm>
          <a:prstGeom prst="rect">
            <a:avLst/>
          </a:prstGeom>
        </p:spPr>
      </p:pic>
      <p:sp>
        <p:nvSpPr>
          <p:cNvPr id="11" name="TextBox 10">
            <a:extLst>
              <a:ext uri="{FF2B5EF4-FFF2-40B4-BE49-F238E27FC236}">
                <a16:creationId xmlns:a16="http://schemas.microsoft.com/office/drawing/2014/main" id="{A7675120-7D39-6D9E-2251-984095263948}"/>
              </a:ext>
            </a:extLst>
          </p:cNvPr>
          <p:cNvSpPr txBox="1"/>
          <p:nvPr/>
        </p:nvSpPr>
        <p:spPr>
          <a:xfrm>
            <a:off x="7000240" y="4607537"/>
            <a:ext cx="3718560" cy="646331"/>
          </a:xfrm>
          <a:prstGeom prst="rect">
            <a:avLst/>
          </a:prstGeom>
          <a:noFill/>
        </p:spPr>
        <p:txBody>
          <a:bodyPr wrap="square" rtlCol="0">
            <a:spAutoFit/>
          </a:bodyPr>
          <a:lstStyle/>
          <a:p>
            <a:r>
              <a:rPr lang="en-US" dirty="0"/>
              <a:t>The Road Condition Dataset after processing </a:t>
            </a:r>
          </a:p>
        </p:txBody>
      </p:sp>
    </p:spTree>
    <p:extLst>
      <p:ext uri="{BB962C8B-B14F-4D97-AF65-F5344CB8AC3E}">
        <p14:creationId xmlns:p14="http://schemas.microsoft.com/office/powerpoint/2010/main" val="350150840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35506E-D99D-E410-55ED-4A63C9BFDB01}"/>
              </a:ext>
            </a:extLst>
          </p:cNvPr>
          <p:cNvSpPr>
            <a:spLocks noGrp="1"/>
          </p:cNvSpPr>
          <p:nvPr>
            <p:ph type="title"/>
          </p:nvPr>
        </p:nvSpPr>
        <p:spPr/>
        <p:txBody>
          <a:bodyPr/>
          <a:lstStyle/>
          <a:p>
            <a:r>
              <a:rPr lang="en-US" dirty="0"/>
              <a:t>Secondary Data: Unemployment </a:t>
            </a:r>
          </a:p>
        </p:txBody>
      </p:sp>
      <p:sp>
        <p:nvSpPr>
          <p:cNvPr id="3" name="Content Placeholder 2">
            <a:extLst>
              <a:ext uri="{FF2B5EF4-FFF2-40B4-BE49-F238E27FC236}">
                <a16:creationId xmlns:a16="http://schemas.microsoft.com/office/drawing/2014/main" id="{8C3AD108-EC7F-13ED-9975-FC7D7674B351}"/>
              </a:ext>
            </a:extLst>
          </p:cNvPr>
          <p:cNvSpPr>
            <a:spLocks noGrp="1"/>
          </p:cNvSpPr>
          <p:nvPr>
            <p:ph sz="quarter" idx="13"/>
          </p:nvPr>
        </p:nvSpPr>
        <p:spPr/>
        <p:txBody>
          <a:bodyPr/>
          <a:lstStyle/>
          <a:p>
            <a:r>
              <a:rPr lang="en-US" dirty="0"/>
              <a:t>Like the previous data set, the unemployment rate required additional work to make ready for use. </a:t>
            </a:r>
          </a:p>
        </p:txBody>
      </p:sp>
      <p:pic>
        <p:nvPicPr>
          <p:cNvPr id="8" name="Content Placeholder 7">
            <a:extLst>
              <a:ext uri="{FF2B5EF4-FFF2-40B4-BE49-F238E27FC236}">
                <a16:creationId xmlns:a16="http://schemas.microsoft.com/office/drawing/2014/main" id="{AFC2EE24-1C12-A902-4BD8-1BDF0A87709B}"/>
              </a:ext>
            </a:extLst>
          </p:cNvPr>
          <p:cNvPicPr>
            <a:picLocks noGrp="1" noChangeAspect="1"/>
          </p:cNvPicPr>
          <p:nvPr>
            <p:ph sz="quarter" idx="14"/>
          </p:nvPr>
        </p:nvPicPr>
        <p:blipFill>
          <a:blip r:embed="rId2"/>
          <a:stretch>
            <a:fillRect/>
          </a:stretch>
        </p:blipFill>
        <p:spPr>
          <a:xfrm>
            <a:off x="6453318" y="2103120"/>
            <a:ext cx="5738682" cy="1325880"/>
          </a:xfrm>
        </p:spPr>
      </p:pic>
      <p:pic>
        <p:nvPicPr>
          <p:cNvPr id="6" name="Picture 5">
            <a:extLst>
              <a:ext uri="{FF2B5EF4-FFF2-40B4-BE49-F238E27FC236}">
                <a16:creationId xmlns:a16="http://schemas.microsoft.com/office/drawing/2014/main" id="{FB070188-B283-65B7-77D2-46EEF6982B6A}"/>
              </a:ext>
            </a:extLst>
          </p:cNvPr>
          <p:cNvPicPr>
            <a:picLocks noChangeAspect="1"/>
          </p:cNvPicPr>
          <p:nvPr/>
        </p:nvPicPr>
        <p:blipFill>
          <a:blip r:embed="rId3"/>
          <a:stretch>
            <a:fillRect/>
          </a:stretch>
        </p:blipFill>
        <p:spPr>
          <a:xfrm>
            <a:off x="330183" y="2651760"/>
            <a:ext cx="5924854" cy="3596640"/>
          </a:xfrm>
          <a:prstGeom prst="rect">
            <a:avLst/>
          </a:prstGeom>
        </p:spPr>
      </p:pic>
      <p:sp>
        <p:nvSpPr>
          <p:cNvPr id="9" name="TextBox 8">
            <a:extLst>
              <a:ext uri="{FF2B5EF4-FFF2-40B4-BE49-F238E27FC236}">
                <a16:creationId xmlns:a16="http://schemas.microsoft.com/office/drawing/2014/main" id="{2BB78A02-942E-381B-71F2-EEF14B7C98D6}"/>
              </a:ext>
            </a:extLst>
          </p:cNvPr>
          <p:cNvSpPr txBox="1"/>
          <p:nvPr/>
        </p:nvSpPr>
        <p:spPr>
          <a:xfrm>
            <a:off x="7213600" y="3545840"/>
            <a:ext cx="3870960" cy="1200329"/>
          </a:xfrm>
          <a:prstGeom prst="rect">
            <a:avLst/>
          </a:prstGeom>
          <a:noFill/>
        </p:spPr>
        <p:txBody>
          <a:bodyPr wrap="square" rtlCol="0">
            <a:spAutoFit/>
          </a:bodyPr>
          <a:lstStyle/>
          <a:p>
            <a:r>
              <a:rPr lang="en-US" dirty="0"/>
              <a:t>The dataset after cleaning no longer contains any of the information included in the spreadsheet or missing values</a:t>
            </a:r>
          </a:p>
        </p:txBody>
      </p:sp>
    </p:spTree>
    <p:extLst>
      <p:ext uri="{BB962C8B-B14F-4D97-AF65-F5344CB8AC3E}">
        <p14:creationId xmlns:p14="http://schemas.microsoft.com/office/powerpoint/2010/main" val="49944677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Financial graphs on a dark display">
            <a:extLst>
              <a:ext uri="{FF2B5EF4-FFF2-40B4-BE49-F238E27FC236}">
                <a16:creationId xmlns:a16="http://schemas.microsoft.com/office/drawing/2014/main" id="{C575C59B-4D8E-1263-441A-3BBA9B3D05A4}"/>
              </a:ext>
            </a:extLst>
          </p:cNvPr>
          <p:cNvPicPr>
            <a:picLocks noChangeAspect="1"/>
          </p:cNvPicPr>
          <p:nvPr/>
        </p:nvPicPr>
        <p:blipFill>
          <a:blip r:embed="rId2"/>
          <a:srcRect t="10000"/>
          <a:stretch/>
        </p:blipFill>
        <p:spPr>
          <a:xfrm>
            <a:off x="0" y="10"/>
            <a:ext cx="12191980" cy="6857990"/>
          </a:xfrm>
          <a:prstGeom prst="rect">
            <a:avLst/>
          </a:prstGeom>
          <a:noFill/>
        </p:spPr>
      </p:pic>
      <p:sp>
        <p:nvSpPr>
          <p:cNvPr id="3" name="Title 2">
            <a:extLst>
              <a:ext uri="{FF2B5EF4-FFF2-40B4-BE49-F238E27FC236}">
                <a16:creationId xmlns:a16="http://schemas.microsoft.com/office/drawing/2014/main" id="{A4D12D7E-B9E1-C7F4-0F42-02A46B7AFE8C}"/>
              </a:ext>
            </a:extLst>
          </p:cNvPr>
          <p:cNvSpPr>
            <a:spLocks noGrp="1"/>
          </p:cNvSpPr>
          <p:nvPr>
            <p:ph type="ctrTitle"/>
          </p:nvPr>
        </p:nvSpPr>
        <p:spPr>
          <a:xfrm>
            <a:off x="1391920" y="4307840"/>
            <a:ext cx="9144000" cy="2286000"/>
          </a:xfrm>
        </p:spPr>
        <p:txBody>
          <a:bodyPr anchor="ctr">
            <a:normAutofit/>
          </a:bodyPr>
          <a:lstStyle/>
          <a:p>
            <a:r>
              <a:rPr lang="en-US" dirty="0"/>
              <a:t>Merging the </a:t>
            </a:r>
            <a:r>
              <a:rPr lang="en-US" dirty="0" err="1"/>
              <a:t>dATASETS</a:t>
            </a:r>
            <a:endParaRPr lang="en-US" dirty="0"/>
          </a:p>
        </p:txBody>
      </p:sp>
    </p:spTree>
    <p:extLst>
      <p:ext uri="{BB962C8B-B14F-4D97-AF65-F5344CB8AC3E}">
        <p14:creationId xmlns:p14="http://schemas.microsoft.com/office/powerpoint/2010/main" val="95648175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8078B8-765B-22FC-BFBD-6BBCF73513D1}"/>
              </a:ext>
            </a:extLst>
          </p:cNvPr>
          <p:cNvSpPr>
            <a:spLocks noGrp="1"/>
          </p:cNvSpPr>
          <p:nvPr>
            <p:ph type="title"/>
          </p:nvPr>
        </p:nvSpPr>
        <p:spPr>
          <a:xfrm>
            <a:off x="838200" y="365760"/>
            <a:ext cx="10515600" cy="1325563"/>
          </a:xfrm>
        </p:spPr>
        <p:txBody>
          <a:bodyPr anchor="ctr">
            <a:normAutofit/>
          </a:bodyPr>
          <a:lstStyle/>
          <a:p>
            <a:r>
              <a:rPr lang="en-US" dirty="0"/>
              <a:t>Initial Merge Attempt</a:t>
            </a:r>
          </a:p>
        </p:txBody>
      </p:sp>
      <p:pic>
        <p:nvPicPr>
          <p:cNvPr id="6" name="Content Placeholder 5">
            <a:extLst>
              <a:ext uri="{FF2B5EF4-FFF2-40B4-BE49-F238E27FC236}">
                <a16:creationId xmlns:a16="http://schemas.microsoft.com/office/drawing/2014/main" id="{EE677F79-1150-132D-CC2D-DB4844BF95C6}"/>
              </a:ext>
            </a:extLst>
          </p:cNvPr>
          <p:cNvPicPr>
            <a:picLocks noGrp="1" noChangeAspect="1"/>
          </p:cNvPicPr>
          <p:nvPr>
            <p:ph sz="quarter" idx="15"/>
          </p:nvPr>
        </p:nvPicPr>
        <p:blipFill>
          <a:blip r:embed="rId2"/>
          <a:stretch>
            <a:fillRect/>
          </a:stretch>
        </p:blipFill>
        <p:spPr>
          <a:xfrm>
            <a:off x="118413" y="2075235"/>
            <a:ext cx="5854124" cy="2707530"/>
          </a:xfrm>
          <a:noFill/>
        </p:spPr>
      </p:pic>
      <p:sp>
        <p:nvSpPr>
          <p:cNvPr id="3" name="Content Placeholder 2">
            <a:extLst>
              <a:ext uri="{FF2B5EF4-FFF2-40B4-BE49-F238E27FC236}">
                <a16:creationId xmlns:a16="http://schemas.microsoft.com/office/drawing/2014/main" id="{5BC56497-8321-F989-727A-B9AEBB56B78E}"/>
              </a:ext>
            </a:extLst>
          </p:cNvPr>
          <p:cNvSpPr>
            <a:spLocks noGrp="1"/>
          </p:cNvSpPr>
          <p:nvPr>
            <p:ph sz="quarter" idx="16"/>
          </p:nvPr>
        </p:nvSpPr>
        <p:spPr>
          <a:xfrm>
            <a:off x="6219464" y="1790329"/>
            <a:ext cx="5134335" cy="4113054"/>
          </a:xfrm>
        </p:spPr>
        <p:txBody>
          <a:bodyPr>
            <a:normAutofit/>
          </a:bodyPr>
          <a:lstStyle/>
          <a:p>
            <a:r>
              <a:rPr lang="en-US" dirty="0"/>
              <a:t>Initially when trying to merge the dataset used merge on the dataset as they were and attempted to join on the column ‘State’, however this resulted in an unusable dataset. </a:t>
            </a:r>
          </a:p>
        </p:txBody>
      </p:sp>
    </p:spTree>
    <p:extLst>
      <p:ext uri="{BB962C8B-B14F-4D97-AF65-F5344CB8AC3E}">
        <p14:creationId xmlns:p14="http://schemas.microsoft.com/office/powerpoint/2010/main" val="255018178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94D54A-0F81-854F-22AE-938B77AC8821}"/>
              </a:ext>
            </a:extLst>
          </p:cNvPr>
          <p:cNvSpPr>
            <a:spLocks noGrp="1"/>
          </p:cNvSpPr>
          <p:nvPr>
            <p:ph type="title"/>
          </p:nvPr>
        </p:nvSpPr>
        <p:spPr/>
        <p:txBody>
          <a:bodyPr/>
          <a:lstStyle/>
          <a:p>
            <a:r>
              <a:rPr lang="en-US" dirty="0"/>
              <a:t>Secondary Merge</a:t>
            </a:r>
          </a:p>
        </p:txBody>
      </p:sp>
      <p:sp>
        <p:nvSpPr>
          <p:cNvPr id="3" name="Content Placeholder 2">
            <a:extLst>
              <a:ext uri="{FF2B5EF4-FFF2-40B4-BE49-F238E27FC236}">
                <a16:creationId xmlns:a16="http://schemas.microsoft.com/office/drawing/2014/main" id="{8F597A92-F9C7-0D95-BB55-A039170648C4}"/>
              </a:ext>
            </a:extLst>
          </p:cNvPr>
          <p:cNvSpPr>
            <a:spLocks noGrp="1"/>
          </p:cNvSpPr>
          <p:nvPr>
            <p:ph sz="quarter" idx="13"/>
          </p:nvPr>
        </p:nvSpPr>
        <p:spPr/>
        <p:txBody>
          <a:bodyPr/>
          <a:lstStyle/>
          <a:p>
            <a:r>
              <a:rPr lang="en-US" dirty="0"/>
              <a:t>On the second attempt to merge the datasets used melt in order to reshape the data in the Amtrak data to conform to the license data which allowed for an appropriate join. </a:t>
            </a:r>
          </a:p>
        </p:txBody>
      </p:sp>
      <p:pic>
        <p:nvPicPr>
          <p:cNvPr id="6" name="Content Placeholder 5">
            <a:extLst>
              <a:ext uri="{FF2B5EF4-FFF2-40B4-BE49-F238E27FC236}">
                <a16:creationId xmlns:a16="http://schemas.microsoft.com/office/drawing/2014/main" id="{2B863D77-6541-14A3-8EEC-9E93BC96EE70}"/>
              </a:ext>
            </a:extLst>
          </p:cNvPr>
          <p:cNvPicPr>
            <a:picLocks noGrp="1" noChangeAspect="1"/>
          </p:cNvPicPr>
          <p:nvPr>
            <p:ph sz="quarter" idx="14"/>
          </p:nvPr>
        </p:nvPicPr>
        <p:blipFill>
          <a:blip r:embed="rId2"/>
          <a:stretch>
            <a:fillRect/>
          </a:stretch>
        </p:blipFill>
        <p:spPr>
          <a:xfrm>
            <a:off x="2367718" y="3429000"/>
            <a:ext cx="9025574" cy="2280920"/>
          </a:xfrm>
        </p:spPr>
      </p:pic>
    </p:spTree>
    <p:extLst>
      <p:ext uri="{BB962C8B-B14F-4D97-AF65-F5344CB8AC3E}">
        <p14:creationId xmlns:p14="http://schemas.microsoft.com/office/powerpoint/2010/main" val="185998195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93B13B-4FE4-7F58-2535-1A79E30BA461}"/>
              </a:ext>
            </a:extLst>
          </p:cNvPr>
          <p:cNvSpPr>
            <a:spLocks noGrp="1"/>
          </p:cNvSpPr>
          <p:nvPr>
            <p:ph type="title"/>
          </p:nvPr>
        </p:nvSpPr>
        <p:spPr/>
        <p:txBody>
          <a:bodyPr/>
          <a:lstStyle/>
          <a:p>
            <a:r>
              <a:rPr lang="en-US" dirty="0"/>
              <a:t>Completed Merge</a:t>
            </a:r>
          </a:p>
        </p:txBody>
      </p:sp>
      <p:sp>
        <p:nvSpPr>
          <p:cNvPr id="3" name="Content Placeholder 2">
            <a:extLst>
              <a:ext uri="{FF2B5EF4-FFF2-40B4-BE49-F238E27FC236}">
                <a16:creationId xmlns:a16="http://schemas.microsoft.com/office/drawing/2014/main" id="{D70A6084-9707-5352-794C-80303CC593C3}"/>
              </a:ext>
            </a:extLst>
          </p:cNvPr>
          <p:cNvSpPr>
            <a:spLocks noGrp="1"/>
          </p:cNvSpPr>
          <p:nvPr>
            <p:ph sz="quarter" idx="13"/>
          </p:nvPr>
        </p:nvSpPr>
        <p:spPr/>
        <p:txBody>
          <a:bodyPr/>
          <a:lstStyle/>
          <a:p>
            <a:r>
              <a:rPr lang="en-US" dirty="0"/>
              <a:t>The merged dataset contains the licensed data and its columns as well as the added columns from the additional dataset. </a:t>
            </a:r>
          </a:p>
          <a:p>
            <a:endParaRPr lang="en-US" dirty="0"/>
          </a:p>
          <a:p>
            <a:r>
              <a:rPr lang="en-US" dirty="0"/>
              <a:t>Now that the data set creation is complete, we can progress to the analysis </a:t>
            </a:r>
          </a:p>
        </p:txBody>
      </p:sp>
      <p:pic>
        <p:nvPicPr>
          <p:cNvPr id="6" name="Content Placeholder 5">
            <a:extLst>
              <a:ext uri="{FF2B5EF4-FFF2-40B4-BE49-F238E27FC236}">
                <a16:creationId xmlns:a16="http://schemas.microsoft.com/office/drawing/2014/main" id="{8E3CABB5-0650-A4D4-631D-54550DC62C67}"/>
              </a:ext>
            </a:extLst>
          </p:cNvPr>
          <p:cNvPicPr>
            <a:picLocks noGrp="1" noChangeAspect="1"/>
          </p:cNvPicPr>
          <p:nvPr>
            <p:ph sz="quarter" idx="14"/>
          </p:nvPr>
        </p:nvPicPr>
        <p:blipFill>
          <a:blip r:embed="rId2"/>
          <a:stretch>
            <a:fillRect/>
          </a:stretch>
        </p:blipFill>
        <p:spPr>
          <a:xfrm>
            <a:off x="6503070" y="1835876"/>
            <a:ext cx="5290291" cy="4137189"/>
          </a:xfrm>
        </p:spPr>
      </p:pic>
    </p:spTree>
    <p:extLst>
      <p:ext uri="{BB962C8B-B14F-4D97-AF65-F5344CB8AC3E}">
        <p14:creationId xmlns:p14="http://schemas.microsoft.com/office/powerpoint/2010/main" val="136683918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BFE6C62-1A66-A18C-4DB6-18DE337347AC}"/>
              </a:ext>
            </a:extLst>
          </p:cNvPr>
          <p:cNvSpPr>
            <a:spLocks noGrp="1"/>
          </p:cNvSpPr>
          <p:nvPr>
            <p:ph type="ctrTitle"/>
          </p:nvPr>
        </p:nvSpPr>
        <p:spPr>
          <a:xfrm>
            <a:off x="548640" y="2377440"/>
            <a:ext cx="9144000" cy="2286000"/>
          </a:xfrm>
        </p:spPr>
        <p:txBody>
          <a:bodyPr anchor="ctr">
            <a:normAutofit/>
          </a:bodyPr>
          <a:lstStyle/>
          <a:p>
            <a:r>
              <a:rPr lang="en-US" dirty="0"/>
              <a:t>Data Analysis</a:t>
            </a:r>
          </a:p>
        </p:txBody>
      </p:sp>
      <p:sp>
        <p:nvSpPr>
          <p:cNvPr id="2" name="Picture Placeholder 1">
            <a:extLst>
              <a:ext uri="{FF2B5EF4-FFF2-40B4-BE49-F238E27FC236}">
                <a16:creationId xmlns:a16="http://schemas.microsoft.com/office/drawing/2014/main" id="{599AFF00-B1CC-913D-D51A-926DD331C19C}"/>
              </a:ext>
            </a:extLst>
          </p:cNvPr>
          <p:cNvSpPr>
            <a:spLocks noGrp="1"/>
          </p:cNvSpPr>
          <p:nvPr>
            <p:ph type="pic" sz="quarter" idx="10"/>
          </p:nvPr>
        </p:nvSpPr>
        <p:spPr/>
        <p:txBody>
          <a:bodyPr/>
          <a:lstStyle/>
          <a:p>
            <a:endParaRPr lang="en-US" dirty="0"/>
          </a:p>
          <a:p>
            <a:endParaRPr lang="en-US" dirty="0">
              <a:solidFill>
                <a:schemeClr val="tx1"/>
              </a:solidFill>
            </a:endParaRPr>
          </a:p>
        </p:txBody>
      </p:sp>
      <p:pic>
        <p:nvPicPr>
          <p:cNvPr id="8" name="Picture 7" descr="A graph of stock market growth&#10;&#10;Description automatically generated with medium confidence">
            <a:extLst>
              <a:ext uri="{FF2B5EF4-FFF2-40B4-BE49-F238E27FC236}">
                <a16:creationId xmlns:a16="http://schemas.microsoft.com/office/drawing/2014/main" id="{E5E5FAAB-43E3-F690-4CA5-6E763FE9FC87}"/>
              </a:ext>
            </a:extLst>
          </p:cNvPr>
          <p:cNvPicPr>
            <a:picLocks noChangeAspect="1"/>
          </p:cNvPicPr>
          <p:nvPr/>
        </p:nvPicPr>
        <p:blipFill>
          <a:blip r:embed="rId2">
            <a:alphaModFix amt="35000"/>
            <a:extLst>
              <a:ext uri="{28A0092B-C50C-407E-A947-70E740481C1C}">
                <a14:useLocalDpi xmlns:a14="http://schemas.microsoft.com/office/drawing/2010/main" val="0"/>
              </a:ext>
            </a:extLst>
          </a:blip>
          <a:stretch>
            <a:fillRect/>
          </a:stretch>
        </p:blipFill>
        <p:spPr>
          <a:xfrm>
            <a:off x="-213360" y="0"/>
            <a:ext cx="12405360" cy="6858000"/>
          </a:xfrm>
          <a:prstGeom prst="rect">
            <a:avLst/>
          </a:prstGeom>
        </p:spPr>
      </p:pic>
    </p:spTree>
    <p:extLst>
      <p:ext uri="{BB962C8B-B14F-4D97-AF65-F5344CB8AC3E}">
        <p14:creationId xmlns:p14="http://schemas.microsoft.com/office/powerpoint/2010/main" val="373512610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D7D10A-FFF3-3BEA-BB77-69A1E880177E}"/>
              </a:ext>
            </a:extLst>
          </p:cNvPr>
          <p:cNvSpPr>
            <a:spLocks noGrp="1"/>
          </p:cNvSpPr>
          <p:nvPr>
            <p:ph type="title"/>
          </p:nvPr>
        </p:nvSpPr>
        <p:spPr/>
        <p:txBody>
          <a:bodyPr/>
          <a:lstStyle/>
          <a:p>
            <a:r>
              <a:rPr lang="en-US" dirty="0"/>
              <a:t>Analysis: First Step </a:t>
            </a:r>
          </a:p>
        </p:txBody>
      </p:sp>
      <p:sp>
        <p:nvSpPr>
          <p:cNvPr id="3" name="Content Placeholder 2">
            <a:extLst>
              <a:ext uri="{FF2B5EF4-FFF2-40B4-BE49-F238E27FC236}">
                <a16:creationId xmlns:a16="http://schemas.microsoft.com/office/drawing/2014/main" id="{6BC053DF-1C98-908A-12DA-50F46BDD35B7}"/>
              </a:ext>
            </a:extLst>
          </p:cNvPr>
          <p:cNvSpPr>
            <a:spLocks noGrp="1"/>
          </p:cNvSpPr>
          <p:nvPr>
            <p:ph sz="quarter" idx="13"/>
          </p:nvPr>
        </p:nvSpPr>
        <p:spPr/>
        <p:txBody>
          <a:bodyPr/>
          <a:lstStyle/>
          <a:p>
            <a:r>
              <a:rPr lang="en-US" dirty="0"/>
              <a:t>Before Analysis can begin need to change the measure of drivers. </a:t>
            </a:r>
          </a:p>
          <a:p>
            <a:r>
              <a:rPr lang="en-US" dirty="0"/>
              <a:t>Instead of using a raw count we opt instead to use proportions </a:t>
            </a:r>
          </a:p>
          <a:p>
            <a:r>
              <a:rPr lang="en-US" dirty="0"/>
              <a:t>This same transformation is also applied to the Amtrak Riders</a:t>
            </a:r>
          </a:p>
        </p:txBody>
      </p:sp>
      <p:pic>
        <p:nvPicPr>
          <p:cNvPr id="6" name="Content Placeholder 5">
            <a:extLst>
              <a:ext uri="{FF2B5EF4-FFF2-40B4-BE49-F238E27FC236}">
                <a16:creationId xmlns:a16="http://schemas.microsoft.com/office/drawing/2014/main" id="{7E8C76E2-8D63-AA7F-8901-AE7466CE7DC9}"/>
              </a:ext>
            </a:extLst>
          </p:cNvPr>
          <p:cNvPicPr>
            <a:picLocks noGrp="1" noChangeAspect="1"/>
          </p:cNvPicPr>
          <p:nvPr>
            <p:ph sz="quarter" idx="14"/>
          </p:nvPr>
        </p:nvPicPr>
        <p:blipFill>
          <a:blip r:embed="rId2"/>
          <a:stretch>
            <a:fillRect/>
          </a:stretch>
        </p:blipFill>
        <p:spPr>
          <a:xfrm>
            <a:off x="6183086" y="1691640"/>
            <a:ext cx="3900851" cy="1987627"/>
          </a:xfrm>
        </p:spPr>
      </p:pic>
      <p:pic>
        <p:nvPicPr>
          <p:cNvPr id="8" name="Picture 7">
            <a:extLst>
              <a:ext uri="{FF2B5EF4-FFF2-40B4-BE49-F238E27FC236}">
                <a16:creationId xmlns:a16="http://schemas.microsoft.com/office/drawing/2014/main" id="{E439E78E-D5D2-E581-D699-444E1CA042A8}"/>
              </a:ext>
            </a:extLst>
          </p:cNvPr>
          <p:cNvPicPr>
            <a:picLocks noChangeAspect="1"/>
          </p:cNvPicPr>
          <p:nvPr/>
        </p:nvPicPr>
        <p:blipFill>
          <a:blip r:embed="rId3"/>
          <a:stretch>
            <a:fillRect/>
          </a:stretch>
        </p:blipFill>
        <p:spPr>
          <a:xfrm>
            <a:off x="6183086" y="4062310"/>
            <a:ext cx="3900851" cy="1620033"/>
          </a:xfrm>
          <a:prstGeom prst="rect">
            <a:avLst/>
          </a:prstGeom>
        </p:spPr>
      </p:pic>
    </p:spTree>
    <p:extLst>
      <p:ext uri="{BB962C8B-B14F-4D97-AF65-F5344CB8AC3E}">
        <p14:creationId xmlns:p14="http://schemas.microsoft.com/office/powerpoint/2010/main" val="46642670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5322A4-2464-12AC-71E2-C8406849E89F}"/>
              </a:ext>
            </a:extLst>
          </p:cNvPr>
          <p:cNvSpPr>
            <a:spLocks noGrp="1"/>
          </p:cNvSpPr>
          <p:nvPr>
            <p:ph type="title"/>
          </p:nvPr>
        </p:nvSpPr>
        <p:spPr/>
        <p:txBody>
          <a:bodyPr/>
          <a:lstStyle/>
          <a:p>
            <a:r>
              <a:rPr lang="en-US" dirty="0"/>
              <a:t>Highest and Lowest proportions of drivers</a:t>
            </a:r>
          </a:p>
        </p:txBody>
      </p:sp>
      <p:pic>
        <p:nvPicPr>
          <p:cNvPr id="6" name="Content Placeholder 5">
            <a:extLst>
              <a:ext uri="{FF2B5EF4-FFF2-40B4-BE49-F238E27FC236}">
                <a16:creationId xmlns:a16="http://schemas.microsoft.com/office/drawing/2014/main" id="{9FB5FD87-46B0-6CDB-741E-FB80B9F7DF91}"/>
              </a:ext>
            </a:extLst>
          </p:cNvPr>
          <p:cNvPicPr>
            <a:picLocks noGrp="1" noChangeAspect="1"/>
          </p:cNvPicPr>
          <p:nvPr>
            <p:ph sz="quarter" idx="13"/>
          </p:nvPr>
        </p:nvPicPr>
        <p:blipFill>
          <a:blip r:embed="rId2"/>
          <a:stretch>
            <a:fillRect/>
          </a:stretch>
        </p:blipFill>
        <p:spPr>
          <a:xfrm>
            <a:off x="918027" y="2817669"/>
            <a:ext cx="4560203" cy="2639702"/>
          </a:xfrm>
        </p:spPr>
      </p:pic>
      <p:pic>
        <p:nvPicPr>
          <p:cNvPr id="8" name="Content Placeholder 7">
            <a:extLst>
              <a:ext uri="{FF2B5EF4-FFF2-40B4-BE49-F238E27FC236}">
                <a16:creationId xmlns:a16="http://schemas.microsoft.com/office/drawing/2014/main" id="{7E57BD1F-B5DB-9526-5AD0-CEB7EA796399}"/>
              </a:ext>
            </a:extLst>
          </p:cNvPr>
          <p:cNvPicPr>
            <a:picLocks noGrp="1" noChangeAspect="1"/>
          </p:cNvPicPr>
          <p:nvPr>
            <p:ph sz="quarter" idx="14"/>
          </p:nvPr>
        </p:nvPicPr>
        <p:blipFill>
          <a:blip r:embed="rId3"/>
          <a:stretch>
            <a:fillRect/>
          </a:stretch>
        </p:blipFill>
        <p:spPr>
          <a:xfrm>
            <a:off x="6658582" y="2817669"/>
            <a:ext cx="4651781" cy="2639701"/>
          </a:xfrm>
        </p:spPr>
      </p:pic>
      <p:sp>
        <p:nvSpPr>
          <p:cNvPr id="9" name="TextBox 8">
            <a:extLst>
              <a:ext uri="{FF2B5EF4-FFF2-40B4-BE49-F238E27FC236}">
                <a16:creationId xmlns:a16="http://schemas.microsoft.com/office/drawing/2014/main" id="{6B7F931D-503F-F631-4050-C21D624DAEAE}"/>
              </a:ext>
            </a:extLst>
          </p:cNvPr>
          <p:cNvSpPr txBox="1"/>
          <p:nvPr/>
        </p:nvSpPr>
        <p:spPr>
          <a:xfrm>
            <a:off x="1262743" y="2387600"/>
            <a:ext cx="2440412" cy="369332"/>
          </a:xfrm>
          <a:prstGeom prst="rect">
            <a:avLst/>
          </a:prstGeom>
          <a:noFill/>
        </p:spPr>
        <p:txBody>
          <a:bodyPr wrap="none" rtlCol="0">
            <a:spAutoFit/>
          </a:bodyPr>
          <a:lstStyle/>
          <a:p>
            <a:r>
              <a:rPr lang="en-US" dirty="0"/>
              <a:t>Least Amount of Drivers</a:t>
            </a:r>
          </a:p>
        </p:txBody>
      </p:sp>
      <p:sp>
        <p:nvSpPr>
          <p:cNvPr id="10" name="TextBox 9">
            <a:extLst>
              <a:ext uri="{FF2B5EF4-FFF2-40B4-BE49-F238E27FC236}">
                <a16:creationId xmlns:a16="http://schemas.microsoft.com/office/drawing/2014/main" id="{E8DABF38-7368-67BC-A014-9661457AFF1F}"/>
              </a:ext>
            </a:extLst>
          </p:cNvPr>
          <p:cNvSpPr txBox="1"/>
          <p:nvPr/>
        </p:nvSpPr>
        <p:spPr>
          <a:xfrm>
            <a:off x="7184571" y="2387600"/>
            <a:ext cx="2931885" cy="369332"/>
          </a:xfrm>
          <a:prstGeom prst="rect">
            <a:avLst/>
          </a:prstGeom>
          <a:noFill/>
        </p:spPr>
        <p:txBody>
          <a:bodyPr wrap="square" rtlCol="0">
            <a:spAutoFit/>
          </a:bodyPr>
          <a:lstStyle/>
          <a:p>
            <a:r>
              <a:rPr lang="en-US" dirty="0"/>
              <a:t>Highest Amount of Drivers</a:t>
            </a:r>
          </a:p>
        </p:txBody>
      </p:sp>
      <p:sp>
        <p:nvSpPr>
          <p:cNvPr id="11" name="TextBox 10">
            <a:extLst>
              <a:ext uri="{FF2B5EF4-FFF2-40B4-BE49-F238E27FC236}">
                <a16:creationId xmlns:a16="http://schemas.microsoft.com/office/drawing/2014/main" id="{61189188-EE39-8179-BE79-83134D0E85F3}"/>
              </a:ext>
            </a:extLst>
          </p:cNvPr>
          <p:cNvSpPr txBox="1"/>
          <p:nvPr/>
        </p:nvSpPr>
        <p:spPr>
          <a:xfrm>
            <a:off x="918027" y="5518108"/>
            <a:ext cx="4498516" cy="646331"/>
          </a:xfrm>
          <a:prstGeom prst="rect">
            <a:avLst/>
          </a:prstGeom>
          <a:noFill/>
        </p:spPr>
        <p:txBody>
          <a:bodyPr wrap="square" rtlCol="0">
            <a:spAutoFit/>
          </a:bodyPr>
          <a:lstStyle/>
          <a:p>
            <a:r>
              <a:rPr lang="en-US" dirty="0"/>
              <a:t>Here we can see the least 10 states by driver proportion sorted from least to greatest. </a:t>
            </a:r>
          </a:p>
        </p:txBody>
      </p:sp>
      <p:sp>
        <p:nvSpPr>
          <p:cNvPr id="12" name="TextBox 11">
            <a:extLst>
              <a:ext uri="{FF2B5EF4-FFF2-40B4-BE49-F238E27FC236}">
                <a16:creationId xmlns:a16="http://schemas.microsoft.com/office/drawing/2014/main" id="{4DB6FE59-D13B-2A4C-0122-B0897FF340F8}"/>
              </a:ext>
            </a:extLst>
          </p:cNvPr>
          <p:cNvSpPr txBox="1"/>
          <p:nvPr/>
        </p:nvSpPr>
        <p:spPr>
          <a:xfrm>
            <a:off x="6658582" y="5457370"/>
            <a:ext cx="4753429" cy="646331"/>
          </a:xfrm>
          <a:prstGeom prst="rect">
            <a:avLst/>
          </a:prstGeom>
          <a:noFill/>
        </p:spPr>
        <p:txBody>
          <a:bodyPr wrap="square" rtlCol="0">
            <a:spAutoFit/>
          </a:bodyPr>
          <a:lstStyle/>
          <a:p>
            <a:r>
              <a:rPr lang="en-US" dirty="0"/>
              <a:t>And here are the 10 States with the most drivers by proportion </a:t>
            </a:r>
          </a:p>
        </p:txBody>
      </p:sp>
    </p:spTree>
    <p:extLst>
      <p:ext uri="{BB962C8B-B14F-4D97-AF65-F5344CB8AC3E}">
        <p14:creationId xmlns:p14="http://schemas.microsoft.com/office/powerpoint/2010/main" val="389418573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B9CBE6-2827-71BB-32D5-57E9CA5BCEE4}"/>
              </a:ext>
            </a:extLst>
          </p:cNvPr>
          <p:cNvSpPr>
            <a:spLocks noGrp="1"/>
          </p:cNvSpPr>
          <p:nvPr>
            <p:ph type="title"/>
          </p:nvPr>
        </p:nvSpPr>
        <p:spPr/>
        <p:txBody>
          <a:bodyPr/>
          <a:lstStyle/>
          <a:p>
            <a:r>
              <a:rPr lang="en-US" dirty="0"/>
              <a:t>Amtrak Proportion Comparison </a:t>
            </a:r>
          </a:p>
        </p:txBody>
      </p:sp>
      <p:pic>
        <p:nvPicPr>
          <p:cNvPr id="6" name="Content Placeholder 5">
            <a:extLst>
              <a:ext uri="{FF2B5EF4-FFF2-40B4-BE49-F238E27FC236}">
                <a16:creationId xmlns:a16="http://schemas.microsoft.com/office/drawing/2014/main" id="{B33D3F13-C6D7-57CE-D736-A88D63E99D55}"/>
              </a:ext>
            </a:extLst>
          </p:cNvPr>
          <p:cNvPicPr>
            <a:picLocks noGrp="1" noChangeAspect="1"/>
          </p:cNvPicPr>
          <p:nvPr>
            <p:ph sz="quarter" idx="13"/>
          </p:nvPr>
        </p:nvPicPr>
        <p:blipFill>
          <a:blip r:embed="rId2"/>
          <a:stretch>
            <a:fillRect/>
          </a:stretch>
        </p:blipFill>
        <p:spPr>
          <a:xfrm>
            <a:off x="518885" y="2572438"/>
            <a:ext cx="5324587" cy="2942315"/>
          </a:xfrm>
        </p:spPr>
      </p:pic>
      <p:pic>
        <p:nvPicPr>
          <p:cNvPr id="8" name="Content Placeholder 7">
            <a:extLst>
              <a:ext uri="{FF2B5EF4-FFF2-40B4-BE49-F238E27FC236}">
                <a16:creationId xmlns:a16="http://schemas.microsoft.com/office/drawing/2014/main" id="{7DF0CE67-C044-D905-C8BE-C71359068B84}"/>
              </a:ext>
            </a:extLst>
          </p:cNvPr>
          <p:cNvPicPr>
            <a:picLocks noGrp="1" noChangeAspect="1"/>
          </p:cNvPicPr>
          <p:nvPr>
            <p:ph sz="quarter" idx="14"/>
          </p:nvPr>
        </p:nvPicPr>
        <p:blipFill>
          <a:blip r:embed="rId3"/>
          <a:stretch>
            <a:fillRect/>
          </a:stretch>
        </p:blipFill>
        <p:spPr>
          <a:xfrm>
            <a:off x="6351160" y="2546743"/>
            <a:ext cx="5321957" cy="2968010"/>
          </a:xfrm>
        </p:spPr>
      </p:pic>
      <p:sp>
        <p:nvSpPr>
          <p:cNvPr id="9" name="TextBox 8">
            <a:extLst>
              <a:ext uri="{FF2B5EF4-FFF2-40B4-BE49-F238E27FC236}">
                <a16:creationId xmlns:a16="http://schemas.microsoft.com/office/drawing/2014/main" id="{12789CD6-EFD6-5FD9-CFCF-DDCA3276141E}"/>
              </a:ext>
            </a:extLst>
          </p:cNvPr>
          <p:cNvSpPr txBox="1"/>
          <p:nvPr/>
        </p:nvSpPr>
        <p:spPr>
          <a:xfrm>
            <a:off x="2034363" y="1490070"/>
            <a:ext cx="8229600" cy="923330"/>
          </a:xfrm>
          <a:prstGeom prst="rect">
            <a:avLst/>
          </a:prstGeom>
          <a:noFill/>
        </p:spPr>
        <p:txBody>
          <a:bodyPr wrap="square" rtlCol="0">
            <a:spAutoFit/>
          </a:bodyPr>
          <a:lstStyle/>
          <a:p>
            <a:r>
              <a:rPr lang="en-US" dirty="0"/>
              <a:t>The same comparison can be made with the Amtrak rider proportions between the top 10 and least 10 states by rider. The least amount of Amtrak riders is shown left and the most is shown on the right.</a:t>
            </a:r>
          </a:p>
        </p:txBody>
      </p:sp>
    </p:spTree>
    <p:extLst>
      <p:ext uri="{BB962C8B-B14F-4D97-AF65-F5344CB8AC3E}">
        <p14:creationId xmlns:p14="http://schemas.microsoft.com/office/powerpoint/2010/main" val="66422997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D6FD67-1F18-76AB-81E6-B77C53237200}"/>
              </a:ext>
            </a:extLst>
          </p:cNvPr>
          <p:cNvSpPr>
            <a:spLocks noGrp="1"/>
          </p:cNvSpPr>
          <p:nvPr>
            <p:ph type="title"/>
          </p:nvPr>
        </p:nvSpPr>
        <p:spPr>
          <a:xfrm>
            <a:off x="2733141" y="95837"/>
            <a:ext cx="6241651" cy="1710354"/>
          </a:xfrm>
        </p:spPr>
        <p:txBody>
          <a:bodyPr anchor="ctr">
            <a:normAutofit/>
          </a:bodyPr>
          <a:lstStyle/>
          <a:p>
            <a:r>
              <a:rPr lang="en-US" dirty="0"/>
              <a:t>How to Show a difference </a:t>
            </a:r>
          </a:p>
        </p:txBody>
      </p:sp>
      <p:graphicFrame>
        <p:nvGraphicFramePr>
          <p:cNvPr id="6" name="Content Placeholder 2">
            <a:extLst>
              <a:ext uri="{FF2B5EF4-FFF2-40B4-BE49-F238E27FC236}">
                <a16:creationId xmlns:a16="http://schemas.microsoft.com/office/drawing/2014/main" id="{228C9658-9C93-4FC8-9364-20CB21645345}"/>
              </a:ext>
            </a:extLst>
          </p:cNvPr>
          <p:cNvGraphicFramePr>
            <a:graphicFrameLocks noGrp="1"/>
          </p:cNvGraphicFramePr>
          <p:nvPr>
            <p:ph idx="1"/>
            <p:extLst>
              <p:ext uri="{D42A27DB-BD31-4B8C-83A1-F6EECF244321}">
                <p14:modId xmlns:p14="http://schemas.microsoft.com/office/powerpoint/2010/main" val="1757241038"/>
              </p:ext>
            </p:extLst>
          </p:nvPr>
        </p:nvGraphicFramePr>
        <p:xfrm>
          <a:off x="5242426" y="2286000"/>
          <a:ext cx="6241650" cy="347472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12" name="Picture 11">
            <a:extLst>
              <a:ext uri="{FF2B5EF4-FFF2-40B4-BE49-F238E27FC236}">
                <a16:creationId xmlns:a16="http://schemas.microsoft.com/office/drawing/2014/main" id="{FB949543-9F5D-D03F-5A80-03CE408026B9}"/>
              </a:ext>
            </a:extLst>
          </p:cNvPr>
          <p:cNvPicPr>
            <a:picLocks noChangeAspect="1"/>
          </p:cNvPicPr>
          <p:nvPr/>
        </p:nvPicPr>
        <p:blipFill>
          <a:blip r:embed="rId7"/>
          <a:stretch>
            <a:fillRect/>
          </a:stretch>
        </p:blipFill>
        <p:spPr>
          <a:xfrm>
            <a:off x="264866" y="2176698"/>
            <a:ext cx="4183828" cy="573590"/>
          </a:xfrm>
          <a:prstGeom prst="rect">
            <a:avLst/>
          </a:prstGeom>
        </p:spPr>
      </p:pic>
      <p:pic>
        <p:nvPicPr>
          <p:cNvPr id="14" name="Picture 13">
            <a:extLst>
              <a:ext uri="{FF2B5EF4-FFF2-40B4-BE49-F238E27FC236}">
                <a16:creationId xmlns:a16="http://schemas.microsoft.com/office/drawing/2014/main" id="{4A29AD78-5478-AA0E-B751-269DAB66F938}"/>
              </a:ext>
            </a:extLst>
          </p:cNvPr>
          <p:cNvPicPr>
            <a:picLocks noChangeAspect="1"/>
          </p:cNvPicPr>
          <p:nvPr/>
        </p:nvPicPr>
        <p:blipFill>
          <a:blip r:embed="rId8"/>
          <a:stretch>
            <a:fillRect/>
          </a:stretch>
        </p:blipFill>
        <p:spPr>
          <a:xfrm>
            <a:off x="210964" y="3491303"/>
            <a:ext cx="4281732" cy="470520"/>
          </a:xfrm>
          <a:prstGeom prst="rect">
            <a:avLst/>
          </a:prstGeom>
        </p:spPr>
      </p:pic>
      <p:sp>
        <p:nvSpPr>
          <p:cNvPr id="15" name="TextBox 14">
            <a:extLst>
              <a:ext uri="{FF2B5EF4-FFF2-40B4-BE49-F238E27FC236}">
                <a16:creationId xmlns:a16="http://schemas.microsoft.com/office/drawing/2014/main" id="{E1322FA5-F6A9-6A3B-A073-368DB24CF7D3}"/>
              </a:ext>
            </a:extLst>
          </p:cNvPr>
          <p:cNvSpPr txBox="1"/>
          <p:nvPr/>
        </p:nvSpPr>
        <p:spPr>
          <a:xfrm>
            <a:off x="517451" y="4102673"/>
            <a:ext cx="3728484" cy="1200329"/>
          </a:xfrm>
          <a:prstGeom prst="rect">
            <a:avLst/>
          </a:prstGeom>
          <a:noFill/>
        </p:spPr>
        <p:txBody>
          <a:bodyPr wrap="square" rtlCol="0">
            <a:spAutoFit/>
          </a:bodyPr>
          <a:lstStyle/>
          <a:p>
            <a:r>
              <a:rPr lang="en-US" dirty="0"/>
              <a:t>Here the permutation p-value indicates a rejection of the hypothesis of identical probability curves for each group.</a:t>
            </a:r>
          </a:p>
        </p:txBody>
      </p:sp>
    </p:spTree>
    <p:extLst>
      <p:ext uri="{BB962C8B-B14F-4D97-AF65-F5344CB8AC3E}">
        <p14:creationId xmlns:p14="http://schemas.microsoft.com/office/powerpoint/2010/main" val="310131658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928C3D-15DD-E620-A771-6ADC2D1C68F2}"/>
              </a:ext>
            </a:extLst>
          </p:cNvPr>
          <p:cNvSpPr>
            <a:spLocks noGrp="1"/>
          </p:cNvSpPr>
          <p:nvPr>
            <p:ph type="title"/>
          </p:nvPr>
        </p:nvSpPr>
        <p:spPr>
          <a:xfrm>
            <a:off x="838200" y="365760"/>
            <a:ext cx="10515600" cy="1325880"/>
          </a:xfrm>
        </p:spPr>
        <p:txBody>
          <a:bodyPr anchor="ctr">
            <a:normAutofit/>
          </a:bodyPr>
          <a:lstStyle/>
          <a:p>
            <a:r>
              <a:rPr lang="en-US" dirty="0"/>
              <a:t>Trying to Show why the difference exist</a:t>
            </a:r>
          </a:p>
        </p:txBody>
      </p:sp>
      <p:pic>
        <p:nvPicPr>
          <p:cNvPr id="7" name="Content Placeholder 6">
            <a:extLst>
              <a:ext uri="{FF2B5EF4-FFF2-40B4-BE49-F238E27FC236}">
                <a16:creationId xmlns:a16="http://schemas.microsoft.com/office/drawing/2014/main" id="{3699F4E0-BF28-2A63-3EA0-5C94C307D7ED}"/>
              </a:ext>
            </a:extLst>
          </p:cNvPr>
          <p:cNvPicPr>
            <a:picLocks noGrp="1" noChangeAspect="1"/>
          </p:cNvPicPr>
          <p:nvPr>
            <p:ph sz="quarter" idx="13"/>
          </p:nvPr>
        </p:nvPicPr>
        <p:blipFill>
          <a:blip r:embed="rId2"/>
          <a:stretch>
            <a:fillRect/>
          </a:stretch>
        </p:blipFill>
        <p:spPr>
          <a:xfrm>
            <a:off x="228202" y="2024779"/>
            <a:ext cx="5867798" cy="4137189"/>
          </a:xfrm>
        </p:spPr>
      </p:pic>
      <p:graphicFrame>
        <p:nvGraphicFramePr>
          <p:cNvPr id="6" name="Content Placeholder 2">
            <a:extLst>
              <a:ext uri="{FF2B5EF4-FFF2-40B4-BE49-F238E27FC236}">
                <a16:creationId xmlns:a16="http://schemas.microsoft.com/office/drawing/2014/main" id="{703A2CC8-7D51-66F1-3F47-1773C9170CC5}"/>
              </a:ext>
            </a:extLst>
          </p:cNvPr>
          <p:cNvGraphicFramePr>
            <a:graphicFrameLocks noGrp="1"/>
          </p:cNvGraphicFramePr>
          <p:nvPr>
            <p:ph sz="quarter" idx="14"/>
            <p:extLst>
              <p:ext uri="{D42A27DB-BD31-4B8C-83A1-F6EECF244321}">
                <p14:modId xmlns:p14="http://schemas.microsoft.com/office/powerpoint/2010/main" val="4193778965"/>
              </p:ext>
            </p:extLst>
          </p:nvPr>
        </p:nvGraphicFramePr>
        <p:xfrm>
          <a:off x="6459795" y="2024780"/>
          <a:ext cx="4894006" cy="413718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06958830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790C5C-0D34-1B58-7167-134A2E78E1BE}"/>
              </a:ext>
            </a:extLst>
          </p:cNvPr>
          <p:cNvSpPr>
            <a:spLocks noGrp="1"/>
          </p:cNvSpPr>
          <p:nvPr>
            <p:ph type="title"/>
          </p:nvPr>
        </p:nvSpPr>
        <p:spPr/>
        <p:txBody>
          <a:bodyPr/>
          <a:lstStyle/>
          <a:p>
            <a:r>
              <a:rPr lang="en-US" dirty="0"/>
              <a:t>Using Ridge Regression </a:t>
            </a:r>
          </a:p>
        </p:txBody>
      </p:sp>
      <p:sp>
        <p:nvSpPr>
          <p:cNvPr id="3" name="Content Placeholder 2">
            <a:extLst>
              <a:ext uri="{FF2B5EF4-FFF2-40B4-BE49-F238E27FC236}">
                <a16:creationId xmlns:a16="http://schemas.microsoft.com/office/drawing/2014/main" id="{1B7D8E2E-7BA8-94B5-56C3-0DE04D9DB362}"/>
              </a:ext>
            </a:extLst>
          </p:cNvPr>
          <p:cNvSpPr>
            <a:spLocks noGrp="1"/>
          </p:cNvSpPr>
          <p:nvPr>
            <p:ph sz="quarter" idx="13"/>
          </p:nvPr>
        </p:nvSpPr>
        <p:spPr/>
        <p:txBody>
          <a:bodyPr/>
          <a:lstStyle/>
          <a:p>
            <a:r>
              <a:rPr lang="en-US" dirty="0"/>
              <a:t>The performance of the OLS Regression is incredibly poor. We can instead try a different model.</a:t>
            </a:r>
          </a:p>
          <a:p>
            <a:endParaRPr lang="en-US" dirty="0"/>
          </a:p>
          <a:p>
            <a:r>
              <a:rPr lang="en-US" dirty="0"/>
              <a:t>Ridge regression can help resolve any </a:t>
            </a:r>
            <a:r>
              <a:rPr lang="en-US" dirty="0" err="1"/>
              <a:t>mutli</a:t>
            </a:r>
            <a:r>
              <a:rPr lang="en-US" dirty="0"/>
              <a:t>-collinearity between variables in the dataset. </a:t>
            </a:r>
          </a:p>
          <a:p>
            <a:endParaRPr lang="en-US" dirty="0"/>
          </a:p>
          <a:p>
            <a:r>
              <a:rPr lang="en-US" dirty="0"/>
              <a:t>If multi-collinearity was the issue this will help resolve it. </a:t>
            </a:r>
          </a:p>
          <a:p>
            <a:endParaRPr lang="en-US" dirty="0"/>
          </a:p>
          <a:p>
            <a:r>
              <a:rPr lang="en-US" dirty="0"/>
              <a:t>Unfortunately, this did not prove to be the case as can be seen in the prediction scatterplot. </a:t>
            </a:r>
          </a:p>
        </p:txBody>
      </p:sp>
      <p:pic>
        <p:nvPicPr>
          <p:cNvPr id="5" name="Content Placeholder 4">
            <a:extLst>
              <a:ext uri="{FF2B5EF4-FFF2-40B4-BE49-F238E27FC236}">
                <a16:creationId xmlns:a16="http://schemas.microsoft.com/office/drawing/2014/main" id="{74ECBFC0-2DF2-2453-42D9-737CA629A9D3}"/>
              </a:ext>
            </a:extLst>
          </p:cNvPr>
          <p:cNvPicPr>
            <a:picLocks noGrp="1" noChangeAspect="1"/>
          </p:cNvPicPr>
          <p:nvPr>
            <p:ph sz="quarter" idx="14"/>
          </p:nvPr>
        </p:nvPicPr>
        <p:blipFill>
          <a:blip r:embed="rId2"/>
          <a:stretch>
            <a:fillRect/>
          </a:stretch>
        </p:blipFill>
        <p:spPr>
          <a:xfrm>
            <a:off x="6512560" y="1691640"/>
            <a:ext cx="4988560" cy="3565090"/>
          </a:xfrm>
          <a:prstGeom prst="rect">
            <a:avLst/>
          </a:prstGeom>
        </p:spPr>
      </p:pic>
      <p:pic>
        <p:nvPicPr>
          <p:cNvPr id="7" name="Picture 6">
            <a:extLst>
              <a:ext uri="{FF2B5EF4-FFF2-40B4-BE49-F238E27FC236}">
                <a16:creationId xmlns:a16="http://schemas.microsoft.com/office/drawing/2014/main" id="{769A262E-C9B4-6C93-1062-0D9125676E10}"/>
              </a:ext>
            </a:extLst>
          </p:cNvPr>
          <p:cNvPicPr>
            <a:picLocks noChangeAspect="1"/>
          </p:cNvPicPr>
          <p:nvPr/>
        </p:nvPicPr>
        <p:blipFill>
          <a:blip r:embed="rId3"/>
          <a:stretch>
            <a:fillRect/>
          </a:stretch>
        </p:blipFill>
        <p:spPr>
          <a:xfrm>
            <a:off x="7557090" y="5364481"/>
            <a:ext cx="3372907" cy="497846"/>
          </a:xfrm>
          <a:prstGeom prst="rect">
            <a:avLst/>
          </a:prstGeom>
        </p:spPr>
      </p:pic>
    </p:spTree>
    <p:extLst>
      <p:ext uri="{BB962C8B-B14F-4D97-AF65-F5344CB8AC3E}">
        <p14:creationId xmlns:p14="http://schemas.microsoft.com/office/powerpoint/2010/main" val="172235748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08F065-8523-4196-5E36-4EB52C4C1AAF}"/>
              </a:ext>
            </a:extLst>
          </p:cNvPr>
          <p:cNvSpPr>
            <a:spLocks noGrp="1"/>
          </p:cNvSpPr>
          <p:nvPr>
            <p:ph type="title"/>
          </p:nvPr>
        </p:nvSpPr>
        <p:spPr>
          <a:xfrm>
            <a:off x="6562816" y="457200"/>
            <a:ext cx="4837176" cy="1993392"/>
          </a:xfrm>
        </p:spPr>
        <p:txBody>
          <a:bodyPr anchor="b">
            <a:normAutofit/>
          </a:bodyPr>
          <a:lstStyle/>
          <a:p>
            <a:r>
              <a:rPr lang="en-US" dirty="0"/>
              <a:t>Random Forest Regressor </a:t>
            </a:r>
          </a:p>
        </p:txBody>
      </p:sp>
      <p:pic>
        <p:nvPicPr>
          <p:cNvPr id="6" name="Content Placeholder 5">
            <a:extLst>
              <a:ext uri="{FF2B5EF4-FFF2-40B4-BE49-F238E27FC236}">
                <a16:creationId xmlns:a16="http://schemas.microsoft.com/office/drawing/2014/main" id="{3A9FFD5D-111D-ECCC-1E75-169C7F09B3C8}"/>
              </a:ext>
            </a:extLst>
          </p:cNvPr>
          <p:cNvPicPr>
            <a:picLocks noGrp="1" noChangeAspect="1"/>
          </p:cNvPicPr>
          <p:nvPr>
            <p:ph type="pic" sz="quarter" idx="10"/>
          </p:nvPr>
        </p:nvPicPr>
        <p:blipFill>
          <a:blip r:embed="rId2"/>
          <a:srcRect l="29097" r="25873" b="-1"/>
          <a:stretch/>
        </p:blipFill>
        <p:spPr>
          <a:xfrm>
            <a:off x="-28882" y="10"/>
            <a:ext cx="6115050" cy="6857990"/>
          </a:xfrm>
          <a:noFill/>
        </p:spPr>
      </p:pic>
      <p:sp>
        <p:nvSpPr>
          <p:cNvPr id="3" name="Content Placeholder 2">
            <a:extLst>
              <a:ext uri="{FF2B5EF4-FFF2-40B4-BE49-F238E27FC236}">
                <a16:creationId xmlns:a16="http://schemas.microsoft.com/office/drawing/2014/main" id="{CD2F55A8-B340-6200-7C72-1E74DDDE30AE}"/>
              </a:ext>
            </a:extLst>
          </p:cNvPr>
          <p:cNvSpPr>
            <a:spLocks noGrp="1"/>
          </p:cNvSpPr>
          <p:nvPr>
            <p:ph idx="1"/>
          </p:nvPr>
        </p:nvSpPr>
        <p:spPr>
          <a:xfrm>
            <a:off x="6562818" y="2752344"/>
            <a:ext cx="4837174" cy="3136392"/>
          </a:xfrm>
        </p:spPr>
        <p:txBody>
          <a:bodyPr anchor="t">
            <a:normAutofit/>
          </a:bodyPr>
          <a:lstStyle/>
          <a:p>
            <a:pPr>
              <a:lnSpc>
                <a:spcPct val="140000"/>
              </a:lnSpc>
            </a:pPr>
            <a:r>
              <a:rPr lang="en-US" sz="1500"/>
              <a:t>After the poor performance exhibited by the previous two models, a new approach is selected. </a:t>
            </a:r>
          </a:p>
          <a:p>
            <a:pPr>
              <a:lnSpc>
                <a:spcPct val="140000"/>
              </a:lnSpc>
            </a:pPr>
            <a:endParaRPr lang="en-US" sz="1500"/>
          </a:p>
          <a:p>
            <a:pPr>
              <a:lnSpc>
                <a:spcPct val="140000"/>
              </a:lnSpc>
            </a:pPr>
            <a:r>
              <a:rPr lang="en-US" sz="1500"/>
              <a:t>Here we use Random Forest to try and get a suitable prediction. </a:t>
            </a:r>
          </a:p>
        </p:txBody>
      </p:sp>
    </p:spTree>
    <p:extLst>
      <p:ext uri="{BB962C8B-B14F-4D97-AF65-F5344CB8AC3E}">
        <p14:creationId xmlns:p14="http://schemas.microsoft.com/office/powerpoint/2010/main" val="116999680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493657-6715-5712-84FE-E489C4339531}"/>
              </a:ext>
            </a:extLst>
          </p:cNvPr>
          <p:cNvSpPr>
            <a:spLocks noGrp="1"/>
          </p:cNvSpPr>
          <p:nvPr>
            <p:ph type="title"/>
          </p:nvPr>
        </p:nvSpPr>
        <p:spPr/>
        <p:txBody>
          <a:bodyPr/>
          <a:lstStyle/>
          <a:p>
            <a:r>
              <a:rPr lang="en-US" dirty="0"/>
              <a:t>Random forest regressor II</a:t>
            </a:r>
          </a:p>
        </p:txBody>
      </p:sp>
      <p:pic>
        <p:nvPicPr>
          <p:cNvPr id="5" name="Content Placeholder 4">
            <a:extLst>
              <a:ext uri="{FF2B5EF4-FFF2-40B4-BE49-F238E27FC236}">
                <a16:creationId xmlns:a16="http://schemas.microsoft.com/office/drawing/2014/main" id="{9B674967-D8A1-57AC-125F-8A634AE1D5BF}"/>
              </a:ext>
            </a:extLst>
          </p:cNvPr>
          <p:cNvPicPr>
            <a:picLocks noGrp="1" noChangeAspect="1"/>
          </p:cNvPicPr>
          <p:nvPr>
            <p:ph sz="quarter" idx="13"/>
          </p:nvPr>
        </p:nvPicPr>
        <p:blipFill>
          <a:blip r:embed="rId2"/>
          <a:stretch>
            <a:fillRect/>
          </a:stretch>
        </p:blipFill>
        <p:spPr>
          <a:xfrm>
            <a:off x="748194" y="1818933"/>
            <a:ext cx="5087041" cy="3635468"/>
          </a:xfrm>
          <a:prstGeom prst="rect">
            <a:avLst/>
          </a:prstGeom>
        </p:spPr>
      </p:pic>
      <p:pic>
        <p:nvPicPr>
          <p:cNvPr id="6" name="Content Placeholder 5">
            <a:extLst>
              <a:ext uri="{FF2B5EF4-FFF2-40B4-BE49-F238E27FC236}">
                <a16:creationId xmlns:a16="http://schemas.microsoft.com/office/drawing/2014/main" id="{2BC5872B-9D24-51A1-2ECB-0E2E51F2D1C2}"/>
              </a:ext>
            </a:extLst>
          </p:cNvPr>
          <p:cNvPicPr>
            <a:picLocks noGrp="1" noChangeAspect="1"/>
          </p:cNvPicPr>
          <p:nvPr>
            <p:ph sz="quarter" idx="14"/>
          </p:nvPr>
        </p:nvPicPr>
        <p:blipFill>
          <a:blip r:embed="rId3"/>
          <a:stretch>
            <a:fillRect/>
          </a:stretch>
        </p:blipFill>
        <p:spPr>
          <a:xfrm>
            <a:off x="6167547" y="2119153"/>
            <a:ext cx="4634597" cy="3237231"/>
          </a:xfrm>
          <a:prstGeom prst="rect">
            <a:avLst/>
          </a:prstGeom>
        </p:spPr>
      </p:pic>
      <p:sp>
        <p:nvSpPr>
          <p:cNvPr id="7" name="TextBox 6">
            <a:extLst>
              <a:ext uri="{FF2B5EF4-FFF2-40B4-BE49-F238E27FC236}">
                <a16:creationId xmlns:a16="http://schemas.microsoft.com/office/drawing/2014/main" id="{0880D7FA-D163-4C8D-7701-84BA07C1166D}"/>
              </a:ext>
            </a:extLst>
          </p:cNvPr>
          <p:cNvSpPr txBox="1"/>
          <p:nvPr/>
        </p:nvSpPr>
        <p:spPr>
          <a:xfrm>
            <a:off x="1493520" y="5454401"/>
            <a:ext cx="9438640" cy="923330"/>
          </a:xfrm>
          <a:prstGeom prst="rect">
            <a:avLst/>
          </a:prstGeom>
          <a:noFill/>
        </p:spPr>
        <p:txBody>
          <a:bodyPr wrap="square" rtlCol="0">
            <a:spAutoFit/>
          </a:bodyPr>
          <a:lstStyle/>
          <a:p>
            <a:r>
              <a:rPr lang="en-US" dirty="0"/>
              <a:t>As can be see in the scatterplot, we now have the opposite problem where the data is overfitted to the model. This can be further seen in the learning curve where the training score is a constant 1 and the cross validation score also quickly becomes 1.</a:t>
            </a:r>
          </a:p>
        </p:txBody>
      </p:sp>
    </p:spTree>
    <p:extLst>
      <p:ext uri="{BB962C8B-B14F-4D97-AF65-F5344CB8AC3E}">
        <p14:creationId xmlns:p14="http://schemas.microsoft.com/office/powerpoint/2010/main" val="304028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41E5A8-ED75-A70E-D19B-973DAD9DE230}"/>
              </a:ext>
            </a:extLst>
          </p:cNvPr>
          <p:cNvSpPr>
            <a:spLocks noGrp="1"/>
          </p:cNvSpPr>
          <p:nvPr>
            <p:ph type="title"/>
          </p:nvPr>
        </p:nvSpPr>
        <p:spPr/>
        <p:txBody>
          <a:bodyPr/>
          <a:lstStyle/>
          <a:p>
            <a:r>
              <a:rPr lang="en-US" dirty="0"/>
              <a:t>Support Vector Regression </a:t>
            </a:r>
          </a:p>
        </p:txBody>
      </p:sp>
      <p:sp>
        <p:nvSpPr>
          <p:cNvPr id="3" name="Content Placeholder 2">
            <a:extLst>
              <a:ext uri="{FF2B5EF4-FFF2-40B4-BE49-F238E27FC236}">
                <a16:creationId xmlns:a16="http://schemas.microsoft.com/office/drawing/2014/main" id="{ED738A02-1F0E-B578-7706-616805CD1308}"/>
              </a:ext>
            </a:extLst>
          </p:cNvPr>
          <p:cNvSpPr>
            <a:spLocks noGrp="1"/>
          </p:cNvSpPr>
          <p:nvPr>
            <p:ph sz="quarter" idx="13"/>
          </p:nvPr>
        </p:nvSpPr>
        <p:spPr/>
        <p:txBody>
          <a:bodyPr/>
          <a:lstStyle/>
          <a:p>
            <a:r>
              <a:rPr lang="en-US" dirty="0"/>
              <a:t>As a last attempt, we try to use Support Vector Regression, which is built off of the SVM package. </a:t>
            </a:r>
          </a:p>
          <a:p>
            <a:endParaRPr lang="en-US" dirty="0"/>
          </a:p>
          <a:p>
            <a:r>
              <a:rPr lang="en-US" dirty="0"/>
              <a:t>Unfortunately, the performance gained by switching to this method was minimal over the others, once again yielding a poor r2 value. </a:t>
            </a:r>
          </a:p>
          <a:p>
            <a:endParaRPr lang="en-US" dirty="0"/>
          </a:p>
          <a:p>
            <a:endParaRPr lang="en-US" dirty="0"/>
          </a:p>
        </p:txBody>
      </p:sp>
      <p:pic>
        <p:nvPicPr>
          <p:cNvPr id="5" name="Content Placeholder 4">
            <a:extLst>
              <a:ext uri="{FF2B5EF4-FFF2-40B4-BE49-F238E27FC236}">
                <a16:creationId xmlns:a16="http://schemas.microsoft.com/office/drawing/2014/main" id="{568421BA-2EBB-92A5-32F2-0054550E7513}"/>
              </a:ext>
            </a:extLst>
          </p:cNvPr>
          <p:cNvPicPr>
            <a:picLocks noGrp="1" noChangeAspect="1"/>
          </p:cNvPicPr>
          <p:nvPr>
            <p:ph sz="quarter" idx="14"/>
          </p:nvPr>
        </p:nvPicPr>
        <p:blipFill>
          <a:blip r:embed="rId2"/>
          <a:stretch>
            <a:fillRect/>
          </a:stretch>
        </p:blipFill>
        <p:spPr>
          <a:xfrm>
            <a:off x="5943600" y="1975803"/>
            <a:ext cx="5410200" cy="3866416"/>
          </a:xfrm>
          <a:prstGeom prst="rect">
            <a:avLst/>
          </a:prstGeom>
        </p:spPr>
      </p:pic>
      <p:pic>
        <p:nvPicPr>
          <p:cNvPr id="7" name="Picture 6">
            <a:extLst>
              <a:ext uri="{FF2B5EF4-FFF2-40B4-BE49-F238E27FC236}">
                <a16:creationId xmlns:a16="http://schemas.microsoft.com/office/drawing/2014/main" id="{93EA653D-C518-B53D-709D-DE6892661FFE}"/>
              </a:ext>
            </a:extLst>
          </p:cNvPr>
          <p:cNvPicPr>
            <a:picLocks noChangeAspect="1"/>
          </p:cNvPicPr>
          <p:nvPr/>
        </p:nvPicPr>
        <p:blipFill>
          <a:blip r:embed="rId3"/>
          <a:stretch>
            <a:fillRect/>
          </a:stretch>
        </p:blipFill>
        <p:spPr>
          <a:xfrm>
            <a:off x="967611" y="4363549"/>
            <a:ext cx="4448170" cy="513251"/>
          </a:xfrm>
          <a:prstGeom prst="rect">
            <a:avLst/>
          </a:prstGeom>
        </p:spPr>
      </p:pic>
    </p:spTree>
    <p:extLst>
      <p:ext uri="{BB962C8B-B14F-4D97-AF65-F5344CB8AC3E}">
        <p14:creationId xmlns:p14="http://schemas.microsoft.com/office/powerpoint/2010/main" val="184679886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098C3A7-504C-FD72-F58E-363A1F9EE933}"/>
              </a:ext>
            </a:extLst>
          </p:cNvPr>
          <p:cNvSpPr>
            <a:spLocks noGrp="1"/>
          </p:cNvSpPr>
          <p:nvPr>
            <p:ph type="ctrTitle"/>
          </p:nvPr>
        </p:nvSpPr>
        <p:spPr>
          <a:xfrm>
            <a:off x="1117600" y="762000"/>
            <a:ext cx="5066250" cy="2900680"/>
          </a:xfrm>
        </p:spPr>
        <p:txBody>
          <a:bodyPr anchor="b">
            <a:normAutofit/>
          </a:bodyPr>
          <a:lstStyle/>
          <a:p>
            <a:r>
              <a:rPr lang="en-US" dirty="0"/>
              <a:t>Conclusion</a:t>
            </a:r>
          </a:p>
        </p:txBody>
      </p:sp>
      <p:sp>
        <p:nvSpPr>
          <p:cNvPr id="10" name="Subtitle 3">
            <a:extLst>
              <a:ext uri="{FF2B5EF4-FFF2-40B4-BE49-F238E27FC236}">
                <a16:creationId xmlns:a16="http://schemas.microsoft.com/office/drawing/2014/main" id="{B60C50EB-FB21-E446-7636-27E01C66E3E0}"/>
              </a:ext>
            </a:extLst>
          </p:cNvPr>
          <p:cNvSpPr>
            <a:spLocks noGrp="1"/>
          </p:cNvSpPr>
          <p:nvPr>
            <p:ph type="subTitle" idx="1"/>
          </p:nvPr>
        </p:nvSpPr>
        <p:spPr>
          <a:xfrm>
            <a:off x="1117600" y="4145280"/>
            <a:ext cx="5066250" cy="690880"/>
          </a:xfrm>
        </p:spPr>
        <p:txBody>
          <a:bodyPr/>
          <a:lstStyle/>
          <a:p>
            <a:endParaRPr lang="en-US" dirty="0"/>
          </a:p>
        </p:txBody>
      </p:sp>
      <p:pic>
        <p:nvPicPr>
          <p:cNvPr id="28" name="Picture Placeholder 27" descr="A high angle view of a city at night&#10;&#10;Description automatically generated">
            <a:extLst>
              <a:ext uri="{FF2B5EF4-FFF2-40B4-BE49-F238E27FC236}">
                <a16:creationId xmlns:a16="http://schemas.microsoft.com/office/drawing/2014/main" id="{CDE08803-27B3-FD2A-4944-7E49CB74D651}"/>
              </a:ext>
            </a:extLst>
          </p:cNvPr>
          <p:cNvPicPr>
            <a:picLocks noGrp="1" noChangeAspect="1"/>
          </p:cNvPicPr>
          <p:nvPr>
            <p:ph type="pic" sz="quarter" idx="10"/>
          </p:nvPr>
        </p:nvPicPr>
        <p:blipFill>
          <a:blip r:embed="rId2">
            <a:extLst>
              <a:ext uri="{28A0092B-C50C-407E-A947-70E740481C1C}">
                <a14:useLocalDpi xmlns:a14="http://schemas.microsoft.com/office/drawing/2010/main" val="0"/>
              </a:ext>
            </a:extLst>
          </a:blip>
          <a:srcRect t="11528" b="11528"/>
          <a:stretch>
            <a:fillRect/>
          </a:stretch>
        </p:blipFill>
        <p:spPr/>
      </p:pic>
    </p:spTree>
    <p:extLst>
      <p:ext uri="{BB962C8B-B14F-4D97-AF65-F5344CB8AC3E}">
        <p14:creationId xmlns:p14="http://schemas.microsoft.com/office/powerpoint/2010/main" val="379164151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7E24F2-E954-6590-B089-F0B70089DA37}"/>
              </a:ext>
            </a:extLst>
          </p:cNvPr>
          <p:cNvSpPr>
            <a:spLocks noGrp="1"/>
          </p:cNvSpPr>
          <p:nvPr>
            <p:ph type="title"/>
          </p:nvPr>
        </p:nvSpPr>
        <p:spPr>
          <a:xfrm>
            <a:off x="838200" y="365760"/>
            <a:ext cx="10515600" cy="1325563"/>
          </a:xfrm>
        </p:spPr>
        <p:txBody>
          <a:bodyPr anchor="ctr">
            <a:normAutofit/>
          </a:bodyPr>
          <a:lstStyle/>
          <a:p>
            <a:r>
              <a:rPr lang="en-US" dirty="0"/>
              <a:t>Conclusion	</a:t>
            </a:r>
          </a:p>
        </p:txBody>
      </p:sp>
      <p:sp>
        <p:nvSpPr>
          <p:cNvPr id="3" name="Content Placeholder 2">
            <a:extLst>
              <a:ext uri="{FF2B5EF4-FFF2-40B4-BE49-F238E27FC236}">
                <a16:creationId xmlns:a16="http://schemas.microsoft.com/office/drawing/2014/main" id="{DFBD1430-7621-D6CD-30F9-DD78EF533C70}"/>
              </a:ext>
            </a:extLst>
          </p:cNvPr>
          <p:cNvSpPr>
            <a:spLocks noGrp="1"/>
          </p:cNvSpPr>
          <p:nvPr>
            <p:ph sz="quarter" idx="15"/>
          </p:nvPr>
        </p:nvSpPr>
        <p:spPr>
          <a:xfrm>
            <a:off x="838200" y="1790329"/>
            <a:ext cx="5134335" cy="4113054"/>
          </a:xfrm>
        </p:spPr>
        <p:txBody>
          <a:bodyPr>
            <a:normAutofit/>
          </a:bodyPr>
          <a:lstStyle/>
          <a:p>
            <a:pPr marL="285750" indent="-285750">
              <a:lnSpc>
                <a:spcPct val="140000"/>
              </a:lnSpc>
              <a:buFont typeface="Arial" panose="020B0604020202020204" pitchFamily="34" charset="0"/>
              <a:buChar char="•"/>
            </a:pPr>
            <a:r>
              <a:rPr lang="en-US" sz="1500"/>
              <a:t>Here we managed to take multiple datasets, clean them, and merge them</a:t>
            </a:r>
          </a:p>
          <a:p>
            <a:pPr marL="285750" indent="-285750">
              <a:lnSpc>
                <a:spcPct val="140000"/>
              </a:lnSpc>
              <a:buFont typeface="Arial" panose="020B0604020202020204" pitchFamily="34" charset="0"/>
              <a:buChar char="•"/>
            </a:pPr>
            <a:r>
              <a:rPr lang="en-US" sz="1500"/>
              <a:t>We were able to take the data and show that a significant difference existed between the proportions of drivers between states. </a:t>
            </a:r>
          </a:p>
          <a:p>
            <a:pPr marL="285750" indent="-285750">
              <a:lnSpc>
                <a:spcPct val="140000"/>
              </a:lnSpc>
              <a:buFont typeface="Arial" panose="020B0604020202020204" pitchFamily="34" charset="0"/>
              <a:buChar char="•"/>
            </a:pPr>
            <a:r>
              <a:rPr lang="en-US" sz="1500"/>
              <a:t>However, we were unable to gain any insight into why this difference may exist </a:t>
            </a:r>
          </a:p>
          <a:p>
            <a:pPr marL="285750" indent="-285750">
              <a:lnSpc>
                <a:spcPct val="140000"/>
              </a:lnSpc>
              <a:buFont typeface="Arial" panose="020B0604020202020204" pitchFamily="34" charset="0"/>
              <a:buChar char="•"/>
            </a:pPr>
            <a:r>
              <a:rPr lang="en-US" sz="1500"/>
              <a:t>Additional predictors would be needed to establish a cause for this difference </a:t>
            </a:r>
          </a:p>
          <a:p>
            <a:pPr marL="285750" indent="-285750">
              <a:lnSpc>
                <a:spcPct val="140000"/>
              </a:lnSpc>
              <a:buFont typeface="Arial" panose="020B0604020202020204" pitchFamily="34" charset="0"/>
              <a:buChar char="•"/>
            </a:pPr>
            <a:r>
              <a:rPr lang="en-US" sz="1500"/>
              <a:t>Additional exploration of the distribution of the data could be performed to find better models. </a:t>
            </a:r>
          </a:p>
        </p:txBody>
      </p:sp>
      <p:pic>
        <p:nvPicPr>
          <p:cNvPr id="5" name="Content Placeholder 4">
            <a:extLst>
              <a:ext uri="{FF2B5EF4-FFF2-40B4-BE49-F238E27FC236}">
                <a16:creationId xmlns:a16="http://schemas.microsoft.com/office/drawing/2014/main" id="{F6BD4E2B-4457-78C2-7FD5-6FB10EC31E4D}"/>
              </a:ext>
            </a:extLst>
          </p:cNvPr>
          <p:cNvPicPr>
            <a:picLocks noGrp="1" noChangeAspect="1"/>
          </p:cNvPicPr>
          <p:nvPr>
            <p:ph sz="quarter" idx="16"/>
          </p:nvPr>
        </p:nvPicPr>
        <p:blipFill>
          <a:blip r:embed="rId2"/>
          <a:srcRect l="13867" r="-2" b="-2"/>
          <a:stretch/>
        </p:blipFill>
        <p:spPr>
          <a:xfrm>
            <a:off x="6219464" y="1790329"/>
            <a:ext cx="5134335" cy="4113054"/>
          </a:xfrm>
          <a:prstGeom prst="rect">
            <a:avLst/>
          </a:prstGeom>
          <a:noFill/>
        </p:spPr>
      </p:pic>
    </p:spTree>
    <p:extLst>
      <p:ext uri="{BB962C8B-B14F-4D97-AF65-F5344CB8AC3E}">
        <p14:creationId xmlns:p14="http://schemas.microsoft.com/office/powerpoint/2010/main" val="255816496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Placeholder 11" descr="A close up of dots&#10;">
            <a:extLst>
              <a:ext uri="{FF2B5EF4-FFF2-40B4-BE49-F238E27FC236}">
                <a16:creationId xmlns:a16="http://schemas.microsoft.com/office/drawing/2014/main" id="{030E03B4-DAB0-F43D-4B1C-C54F75E621A1}"/>
              </a:ext>
            </a:extLst>
          </p:cNvPr>
          <p:cNvPicPr>
            <a:picLocks noGrp="1" noChangeAspect="1"/>
          </p:cNvPicPr>
          <p:nvPr>
            <p:ph type="pic" sz="quarter" idx="11"/>
          </p:nvPr>
        </p:nvPicPr>
        <p:blipFill>
          <a:blip r:embed="rId2"/>
          <a:srcRect/>
          <a:stretch/>
        </p:blipFill>
        <p:spPr>
          <a:xfrm>
            <a:off x="0" y="0"/>
            <a:ext cx="12192000" cy="6858000"/>
          </a:xfrm>
        </p:spPr>
      </p:pic>
      <p:sp>
        <p:nvSpPr>
          <p:cNvPr id="7" name="Title 6">
            <a:extLst>
              <a:ext uri="{FF2B5EF4-FFF2-40B4-BE49-F238E27FC236}">
                <a16:creationId xmlns:a16="http://schemas.microsoft.com/office/drawing/2014/main" id="{4AB1CD4B-2C7F-1593-8E69-B7450F3DCAD6}"/>
              </a:ext>
            </a:extLst>
          </p:cNvPr>
          <p:cNvSpPr>
            <a:spLocks noGrp="1"/>
          </p:cNvSpPr>
          <p:nvPr>
            <p:ph type="title"/>
          </p:nvPr>
        </p:nvSpPr>
        <p:spPr>
          <a:xfrm>
            <a:off x="1362437" y="400485"/>
            <a:ext cx="9467127" cy="2527911"/>
          </a:xfrm>
        </p:spPr>
        <p:txBody>
          <a:bodyPr/>
          <a:lstStyle/>
          <a:p>
            <a:r>
              <a:rPr lang="en-US" dirty="0"/>
              <a:t>THANK YOU</a:t>
            </a:r>
          </a:p>
        </p:txBody>
      </p:sp>
      <p:sp>
        <p:nvSpPr>
          <p:cNvPr id="8" name="Text Placeholder 7">
            <a:extLst>
              <a:ext uri="{FF2B5EF4-FFF2-40B4-BE49-F238E27FC236}">
                <a16:creationId xmlns:a16="http://schemas.microsoft.com/office/drawing/2014/main" id="{86613063-168A-02B8-4326-BB842F3B83E2}"/>
              </a:ext>
            </a:extLst>
          </p:cNvPr>
          <p:cNvSpPr>
            <a:spLocks noGrp="1"/>
          </p:cNvSpPr>
          <p:nvPr>
            <p:ph type="body" sz="quarter" idx="10"/>
          </p:nvPr>
        </p:nvSpPr>
        <p:spPr>
          <a:xfrm>
            <a:off x="1362075" y="3738622"/>
            <a:ext cx="9467850" cy="2527911"/>
          </a:xfrm>
        </p:spPr>
        <p:txBody>
          <a:bodyPr/>
          <a:lstStyle/>
          <a:p>
            <a:r>
              <a:rPr lang="en-US" dirty="0"/>
              <a:t>Kent Roller</a:t>
            </a:r>
          </a:p>
          <a:p>
            <a:r>
              <a:rPr lang="en-US" dirty="0"/>
              <a:t>kdroller@syr.edu</a:t>
            </a:r>
          </a:p>
          <a:p>
            <a:endParaRPr lang="en-US" dirty="0"/>
          </a:p>
        </p:txBody>
      </p:sp>
    </p:spTree>
    <p:extLst>
      <p:ext uri="{BB962C8B-B14F-4D97-AF65-F5344CB8AC3E}">
        <p14:creationId xmlns:p14="http://schemas.microsoft.com/office/powerpoint/2010/main" val="2184472291"/>
      </p:ext>
    </p:extLst>
  </p:cSld>
  <p:clrMapOvr>
    <a:masterClrMapping/>
  </p:clrMapOvr>
</p:sld>
</file>

<file path=ppt/theme/theme1.xml><?xml version="1.0" encoding="utf-8"?>
<a:theme xmlns:a="http://schemas.openxmlformats.org/drawingml/2006/main" name="Custom">
  <a:themeElements>
    <a:clrScheme name="Tech presentation">
      <a:dk1>
        <a:srgbClr val="000000"/>
      </a:dk1>
      <a:lt1>
        <a:srgbClr val="FFFFFF"/>
      </a:lt1>
      <a:dk2>
        <a:srgbClr val="435369"/>
      </a:dk2>
      <a:lt2>
        <a:srgbClr val="E8E8E8"/>
      </a:lt2>
      <a:accent1>
        <a:srgbClr val="A53F51"/>
      </a:accent1>
      <a:accent2>
        <a:srgbClr val="E89756"/>
      </a:accent2>
      <a:accent3>
        <a:srgbClr val="2F3342"/>
      </a:accent3>
      <a:accent4>
        <a:srgbClr val="2B2052"/>
      </a:accent4>
      <a:accent5>
        <a:srgbClr val="00023A"/>
      </a:accent5>
      <a:accent6>
        <a:srgbClr val="7E7E7E"/>
      </a:accent6>
      <a:hlink>
        <a:srgbClr val="467886"/>
      </a:hlink>
      <a:folHlink>
        <a:srgbClr val="96607D"/>
      </a:folHlink>
    </a:clrScheme>
    <a:fontScheme name="Custom 99">
      <a:majorFont>
        <a:latin typeface="Calibri Light"/>
        <a:ea typeface=""/>
        <a:cs typeface=""/>
      </a:majorFont>
      <a:minorFont>
        <a:latin typeface="Calibr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TM55661986_wac_CP_V19" id="{030227AD-26D8-46F7-B412-6532AF4DDFEA}" vid="{787E6F9C-FC70-455D-8D81-5DEDA8A08FF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Props1.xml><?xml version="1.0" encoding="utf-8"?>
<ds:datastoreItem xmlns:ds="http://schemas.openxmlformats.org/officeDocument/2006/customXml" ds:itemID="{5F2A2379-DD35-4769-BFD6-4857D72F808A}">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0F048343-1EA9-44C3-883E-652FAAF0713E}">
  <ds:schemaRefs>
    <ds:schemaRef ds:uri="http://schemas.microsoft.com/sharepoint/v3/contenttype/forms"/>
  </ds:schemaRefs>
</ds:datastoreItem>
</file>

<file path=customXml/itemProps3.xml><?xml version="1.0" encoding="utf-8"?>
<ds:datastoreItem xmlns:ds="http://schemas.openxmlformats.org/officeDocument/2006/customXml" ds:itemID="{85C2645A-E767-4D7E-984D-234E531E4556}">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{6A37CEB6-C5E2-46EE-A681-929A3B0052E1}tf55661986_win32</Template>
  <TotalTime>196</TotalTime>
  <Words>976</Words>
  <Application>Microsoft Office PowerPoint</Application>
  <PresentationFormat>Widescreen</PresentationFormat>
  <Paragraphs>96</Paragraphs>
  <Slides>27</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27</vt:i4>
      </vt:variant>
    </vt:vector>
  </HeadingPairs>
  <TitlesOfParts>
    <vt:vector size="33" baseType="lpstr">
      <vt:lpstr>Aptos</vt:lpstr>
      <vt:lpstr>Arial</vt:lpstr>
      <vt:lpstr>Calibri</vt:lpstr>
      <vt:lpstr>Calibri Light</vt:lpstr>
      <vt:lpstr>Wingdings</vt:lpstr>
      <vt:lpstr>Custom</vt:lpstr>
      <vt:lpstr>Driver Proportions across the US kenT Roller </vt:lpstr>
      <vt:lpstr>Introduction</vt:lpstr>
      <vt:lpstr>Primary dataset</vt:lpstr>
      <vt:lpstr>Secondary Datasets</vt:lpstr>
      <vt:lpstr>Data preprocessing</vt:lpstr>
      <vt:lpstr>Primary Data Preprocessing </vt:lpstr>
      <vt:lpstr>Secondary Data: Amtrak Riders</vt:lpstr>
      <vt:lpstr>Secondary Data: Fuel Rate</vt:lpstr>
      <vt:lpstr>Secondary Data: Road Condition</vt:lpstr>
      <vt:lpstr>Secondary Data: Unemployment </vt:lpstr>
      <vt:lpstr>Merging the dATASETS</vt:lpstr>
      <vt:lpstr>Initial Merge Attempt</vt:lpstr>
      <vt:lpstr>Secondary Merge</vt:lpstr>
      <vt:lpstr>Completed Merge</vt:lpstr>
      <vt:lpstr>Data Analysis</vt:lpstr>
      <vt:lpstr>Analysis: First Step </vt:lpstr>
      <vt:lpstr>Highest and Lowest proportions of drivers</vt:lpstr>
      <vt:lpstr>Amtrak Proportion Comparison </vt:lpstr>
      <vt:lpstr>How to Show a difference </vt:lpstr>
      <vt:lpstr>Trying to Show why the difference exist</vt:lpstr>
      <vt:lpstr>Using Ridge Regression </vt:lpstr>
      <vt:lpstr>Random Forest Regressor </vt:lpstr>
      <vt:lpstr>Random forest regressor II</vt:lpstr>
      <vt:lpstr>Support Vector Regression </vt:lpstr>
      <vt:lpstr>Conclusion</vt:lpstr>
      <vt:lpstr>Conclusion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Kent Roller</dc:creator>
  <cp:lastModifiedBy>Kent Roller</cp:lastModifiedBy>
  <cp:revision>2</cp:revision>
  <dcterms:created xsi:type="dcterms:W3CDTF">2024-09-08T23:38:06Z</dcterms:created>
  <dcterms:modified xsi:type="dcterms:W3CDTF">2025-04-12T20:27:44Z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ies>
</file>