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4"/>
  </p:sldMasterIdLst>
  <p:notesMasterIdLst>
    <p:notesMasterId r:id="rId36"/>
  </p:notesMasterIdLst>
  <p:handoutMasterIdLst>
    <p:handoutMasterId r:id="rId37"/>
  </p:handoutMasterIdLst>
  <p:sldIdLst>
    <p:sldId id="256" r:id="rId5"/>
    <p:sldId id="300" r:id="rId6"/>
    <p:sldId id="297" r:id="rId7"/>
    <p:sldId id="314" r:id="rId8"/>
    <p:sldId id="317" r:id="rId9"/>
    <p:sldId id="320" r:id="rId10"/>
    <p:sldId id="337" r:id="rId11"/>
    <p:sldId id="338" r:id="rId12"/>
    <p:sldId id="339" r:id="rId13"/>
    <p:sldId id="322" r:id="rId14"/>
    <p:sldId id="336" r:id="rId15"/>
    <p:sldId id="277" r:id="rId16"/>
    <p:sldId id="319" r:id="rId17"/>
    <p:sldId id="334" r:id="rId18"/>
    <p:sldId id="306" r:id="rId19"/>
    <p:sldId id="309" r:id="rId20"/>
    <p:sldId id="298" r:id="rId21"/>
    <p:sldId id="329" r:id="rId22"/>
    <p:sldId id="330" r:id="rId23"/>
    <p:sldId id="331" r:id="rId24"/>
    <p:sldId id="326" r:id="rId25"/>
    <p:sldId id="307" r:id="rId26"/>
    <p:sldId id="308" r:id="rId27"/>
    <p:sldId id="325" r:id="rId28"/>
    <p:sldId id="332" r:id="rId29"/>
    <p:sldId id="333" r:id="rId30"/>
    <p:sldId id="328" r:id="rId31"/>
    <p:sldId id="335" r:id="rId32"/>
    <p:sldId id="301" r:id="rId33"/>
    <p:sldId id="302" r:id="rId34"/>
    <p:sldId id="29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67E77-BBD2-4EDA-B3DB-8024DE80F076}" v="647" dt="2023-11-11T10:50:35.28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 Roller" userId="817c41d8bb86f71b" providerId="LiveId" clId="{46567E77-BBD2-4EDA-B3DB-8024DE80F076}"/>
    <pc:docChg chg="undo custSel addSld delSld modSld sldOrd">
      <pc:chgData name="Kent Roller" userId="817c41d8bb86f71b" providerId="LiveId" clId="{46567E77-BBD2-4EDA-B3DB-8024DE80F076}" dt="2023-11-13T22:52:24.463" v="7496"/>
      <pc:docMkLst>
        <pc:docMk/>
      </pc:docMkLst>
      <pc:sldChg chg="modSp">
        <pc:chgData name="Kent Roller" userId="817c41d8bb86f71b" providerId="LiveId" clId="{46567E77-BBD2-4EDA-B3DB-8024DE80F076}" dt="2023-11-01T05:15:08.510" v="1809"/>
        <pc:sldMkLst>
          <pc:docMk/>
          <pc:sldMk cId="2259308896" sldId="256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2259308896" sldId="256"/>
            <ac:spMk id="3" creationId="{A068D447-28D3-4F5F-B2DC-FD67E9015868}"/>
          </ac:spMkLst>
        </pc:spChg>
      </pc:sldChg>
      <pc:sldChg chg="modSp ord">
        <pc:chgData name="Kent Roller" userId="817c41d8bb86f71b" providerId="LiveId" clId="{46567E77-BBD2-4EDA-B3DB-8024DE80F076}" dt="2023-11-13T22:52:24.463" v="7496"/>
        <pc:sldMkLst>
          <pc:docMk/>
          <pc:sldMk cId="90975920" sldId="277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90975920" sldId="277"/>
            <ac:spMk id="2" creationId="{95A45CA2-9C49-73BF-E0DB-89EF6A837D81}"/>
          </ac:spMkLst>
        </pc:spChg>
      </pc:sldChg>
      <pc:sldChg chg="del">
        <pc:chgData name="Kent Roller" userId="817c41d8bb86f71b" providerId="LiveId" clId="{46567E77-BBD2-4EDA-B3DB-8024DE80F076}" dt="2023-11-01T01:01:09.134" v="612" actId="47"/>
        <pc:sldMkLst>
          <pc:docMk/>
          <pc:sldMk cId="2076136124" sldId="279"/>
        </pc:sldMkLst>
      </pc:sldChg>
      <pc:sldChg chg="del">
        <pc:chgData name="Kent Roller" userId="817c41d8bb86f71b" providerId="LiveId" clId="{46567E77-BBD2-4EDA-B3DB-8024DE80F076}" dt="2023-11-01T01:01:12.090" v="613" actId="47"/>
        <pc:sldMkLst>
          <pc:docMk/>
          <pc:sldMk cId="3728569636" sldId="280"/>
        </pc:sldMkLst>
      </pc:sldChg>
      <pc:sldChg chg="modSp del">
        <pc:chgData name="Kent Roller" userId="817c41d8bb86f71b" providerId="LiveId" clId="{46567E77-BBD2-4EDA-B3DB-8024DE80F076}" dt="2023-11-01T06:45:11.655" v="3323" actId="47"/>
        <pc:sldMkLst>
          <pc:docMk/>
          <pc:sldMk cId="3696128350" sldId="282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3696128350" sldId="282"/>
            <ac:spMk id="2" creationId="{849B2A72-0136-7F77-6239-C1677293024E}"/>
          </ac:spMkLst>
        </pc:spChg>
      </pc:sldChg>
      <pc:sldChg chg="modSp del">
        <pc:chgData name="Kent Roller" userId="817c41d8bb86f71b" providerId="LiveId" clId="{46567E77-BBD2-4EDA-B3DB-8024DE80F076}" dt="2023-11-01T06:13:43.026" v="2411" actId="47"/>
        <pc:sldMkLst>
          <pc:docMk/>
          <pc:sldMk cId="1121521548" sldId="285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1121521548" sldId="285"/>
            <ac:spMk id="3" creationId="{4DDEC43F-38FA-318F-FD09-CB0EBD20DF82}"/>
          </ac:spMkLst>
        </pc:spChg>
        <pc:spChg chg="mod">
          <ac:chgData name="Kent Roller" userId="817c41d8bb86f71b" providerId="LiveId" clId="{46567E77-BBD2-4EDA-B3DB-8024DE80F076}" dt="2023-11-01T05:15:08.510" v="1809"/>
          <ac:spMkLst>
            <pc:docMk/>
            <pc:sldMk cId="1121521548" sldId="285"/>
            <ac:spMk id="4" creationId="{65E1B1D9-568F-F5F1-9CD6-DAE6F948C961}"/>
          </ac:spMkLst>
        </pc:spChg>
        <pc:spChg chg="mod">
          <ac:chgData name="Kent Roller" userId="817c41d8bb86f71b" providerId="LiveId" clId="{46567E77-BBD2-4EDA-B3DB-8024DE80F076}" dt="2023-11-01T05:15:08.510" v="1809"/>
          <ac:spMkLst>
            <pc:docMk/>
            <pc:sldMk cId="1121521548" sldId="285"/>
            <ac:spMk id="5" creationId="{C227109A-2B95-79A7-EE61-D79136F35937}"/>
          </ac:spMkLst>
        </pc:spChg>
        <pc:spChg chg="mod">
          <ac:chgData name="Kent Roller" userId="817c41d8bb86f71b" providerId="LiveId" clId="{46567E77-BBD2-4EDA-B3DB-8024DE80F076}" dt="2023-11-01T05:15:08.510" v="1809"/>
          <ac:spMkLst>
            <pc:docMk/>
            <pc:sldMk cId="1121521548" sldId="285"/>
            <ac:spMk id="6" creationId="{0C320BD1-A4F4-7ED7-7943-C72537B7BA3D}"/>
          </ac:spMkLst>
        </pc:spChg>
      </pc:sldChg>
      <pc:sldChg chg="add del ord">
        <pc:chgData name="Kent Roller" userId="817c41d8bb86f71b" providerId="LiveId" clId="{46567E77-BBD2-4EDA-B3DB-8024DE80F076}" dt="2023-11-01T00:55:44.405" v="259" actId="47"/>
        <pc:sldMkLst>
          <pc:docMk/>
          <pc:sldMk cId="545195704" sldId="287"/>
        </pc:sldMkLst>
      </pc:sldChg>
      <pc:sldChg chg="addSp delSp modSp add del mod setBg">
        <pc:chgData name="Kent Roller" userId="817c41d8bb86f71b" providerId="LiveId" clId="{46567E77-BBD2-4EDA-B3DB-8024DE80F076}" dt="2023-11-01T00:56:39.083" v="260" actId="47"/>
        <pc:sldMkLst>
          <pc:docMk/>
          <pc:sldMk cId="2617326864" sldId="288"/>
        </pc:sldMkLst>
        <pc:spChg chg="mod">
          <ac:chgData name="Kent Roller" userId="817c41d8bb86f71b" providerId="LiveId" clId="{46567E77-BBD2-4EDA-B3DB-8024DE80F076}" dt="2023-10-31T21:50:55.732" v="83" actId="26606"/>
          <ac:spMkLst>
            <pc:docMk/>
            <pc:sldMk cId="2617326864" sldId="288"/>
            <ac:spMk id="2" creationId="{28B3D542-F871-B3AF-0EE1-D5C0906DAE97}"/>
          </ac:spMkLst>
        </pc:spChg>
        <pc:spChg chg="mod ord">
          <ac:chgData name="Kent Roller" userId="817c41d8bb86f71b" providerId="LiveId" clId="{46567E77-BBD2-4EDA-B3DB-8024DE80F076}" dt="2023-10-31T21:50:55.732" v="83" actId="26606"/>
          <ac:spMkLst>
            <pc:docMk/>
            <pc:sldMk cId="2617326864" sldId="288"/>
            <ac:spMk id="4" creationId="{AC1244CA-140E-DD95-F2F8-410C1095C7D0}"/>
          </ac:spMkLst>
        </pc:spChg>
        <pc:spChg chg="add del">
          <ac:chgData name="Kent Roller" userId="817c41d8bb86f71b" providerId="LiveId" clId="{46567E77-BBD2-4EDA-B3DB-8024DE80F076}" dt="2023-10-31T21:50:49.474" v="80" actId="26606"/>
          <ac:spMkLst>
            <pc:docMk/>
            <pc:sldMk cId="2617326864" sldId="288"/>
            <ac:spMk id="25" creationId="{3BCB5F6A-9EB0-40B0-9D13-3023E9A20508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29" creationId="{3F088236-D655-4F88-B238-E16762358025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31" creationId="{3DAC0C92-199E-475C-9390-119A9B027276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33" creationId="{C4CFB339-0ED8-4FE2-9EF1-6D1375B8499B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35" creationId="{31896C80-2069-4431-9C19-83B913734490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37" creationId="{BF120A21-0841-4823-B0C4-28AEBCEF9B78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39" creationId="{DBB05BAE-BBD3-4289-899F-A6851503C6B0}"/>
          </ac:spMkLst>
        </pc:spChg>
        <pc:spChg chg="add del">
          <ac:chgData name="Kent Roller" userId="817c41d8bb86f71b" providerId="LiveId" clId="{46567E77-BBD2-4EDA-B3DB-8024DE80F076}" dt="2023-10-31T21:50:55.729" v="82" actId="26606"/>
          <ac:spMkLst>
            <pc:docMk/>
            <pc:sldMk cId="2617326864" sldId="288"/>
            <ac:spMk id="41" creationId="{9874D11C-36F5-4BBE-A490-019A54E953B0}"/>
          </ac:spMkLst>
        </pc:spChg>
        <pc:grpChg chg="add del">
          <ac:chgData name="Kent Roller" userId="817c41d8bb86f71b" providerId="LiveId" clId="{46567E77-BBD2-4EDA-B3DB-8024DE80F076}" dt="2023-10-31T21:50:49.474" v="80" actId="26606"/>
          <ac:grpSpMkLst>
            <pc:docMk/>
            <pc:sldMk cId="2617326864" sldId="288"/>
            <ac:grpSpMk id="13" creationId="{10BE40E3-5550-4CDD-B4FD-387C33EBF157}"/>
          </ac:grpSpMkLst>
        </pc:grpChg>
        <pc:grpChg chg="add del">
          <ac:chgData name="Kent Roller" userId="817c41d8bb86f71b" providerId="LiveId" clId="{46567E77-BBD2-4EDA-B3DB-8024DE80F076}" dt="2023-10-31T21:50:55.729" v="82" actId="26606"/>
          <ac:grpSpMkLst>
            <pc:docMk/>
            <pc:sldMk cId="2617326864" sldId="288"/>
            <ac:grpSpMk id="28" creationId="{10BE40E3-5550-4CDD-B4FD-387C33EBF157}"/>
          </ac:grpSpMkLst>
        </pc:grpChg>
        <pc:grpChg chg="add">
          <ac:chgData name="Kent Roller" userId="817c41d8bb86f71b" providerId="LiveId" clId="{46567E77-BBD2-4EDA-B3DB-8024DE80F076}" dt="2023-10-31T21:50:55.732" v="83" actId="26606"/>
          <ac:grpSpMkLst>
            <pc:docMk/>
            <pc:sldMk cId="2617326864" sldId="288"/>
            <ac:grpSpMk id="46" creationId="{1F2B4773-3207-44CC-B7AC-892B70498211}"/>
          </ac:grpSpMkLst>
        </pc:grpChg>
        <pc:picChg chg="mod ord">
          <ac:chgData name="Kent Roller" userId="817c41d8bb86f71b" providerId="LiveId" clId="{46567E77-BBD2-4EDA-B3DB-8024DE80F076}" dt="2023-10-31T21:50:55.732" v="83" actId="26606"/>
          <ac:picMkLst>
            <pc:docMk/>
            <pc:sldMk cId="2617326864" sldId="288"/>
            <ac:picMk id="8" creationId="{48982988-85A0-D1DC-6244-76BA68B67AF4}"/>
          </ac:picMkLst>
        </pc:picChg>
        <pc:cxnChg chg="add del">
          <ac:chgData name="Kent Roller" userId="817c41d8bb86f71b" providerId="LiveId" clId="{46567E77-BBD2-4EDA-B3DB-8024DE80F076}" dt="2023-10-31T21:50:55.729" v="82" actId="26606"/>
          <ac:cxnSpMkLst>
            <pc:docMk/>
            <pc:sldMk cId="2617326864" sldId="288"/>
            <ac:cxnSpMk id="27" creationId="{2AFD8CBA-54A3-4363-991B-B9C631BBFA74}"/>
          </ac:cxnSpMkLst>
        </pc:cxnChg>
        <pc:cxnChg chg="add del">
          <ac:chgData name="Kent Roller" userId="817c41d8bb86f71b" providerId="LiveId" clId="{46567E77-BBD2-4EDA-B3DB-8024DE80F076}" dt="2023-10-31T21:50:55.729" v="82" actId="26606"/>
          <ac:cxnSpMkLst>
            <pc:docMk/>
            <pc:sldMk cId="2617326864" sldId="288"/>
            <ac:cxnSpMk id="44" creationId="{64FA5DFF-7FE6-4855-84E6-DFA78EE978BD}"/>
          </ac:cxnSpMkLst>
        </pc:cxnChg>
      </pc:sldChg>
      <pc:sldChg chg="delSp del delDesignElem">
        <pc:chgData name="Kent Roller" userId="817c41d8bb86f71b" providerId="LiveId" clId="{46567E77-BBD2-4EDA-B3DB-8024DE80F076}" dt="2023-11-01T06:24:14.139" v="2988" actId="47"/>
        <pc:sldMkLst>
          <pc:docMk/>
          <pc:sldMk cId="4252295546" sldId="289"/>
        </pc:sldMkLst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2295546" sldId="289"/>
            <ac:spMk id="9" creationId="{9F4444CE-BC8D-4D61-B303-4C05614E62AB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2295546" sldId="289"/>
            <ac:spMk id="11" creationId="{73772B81-181F-48B7-8826-4D9686D15DF5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2295546" sldId="289"/>
            <ac:spMk id="13" creationId="{B2205F6E-03C6-4E92-877C-E2482F6599AA}"/>
          </ac:spMkLst>
        </pc:spChg>
      </pc:sldChg>
      <pc:sldChg chg="del">
        <pc:chgData name="Kent Roller" userId="817c41d8bb86f71b" providerId="LiveId" clId="{46567E77-BBD2-4EDA-B3DB-8024DE80F076}" dt="2023-10-31T19:56:33.304" v="6" actId="47"/>
        <pc:sldMkLst>
          <pc:docMk/>
          <pc:sldMk cId="363963233" sldId="293"/>
        </pc:sldMkLst>
      </pc:sldChg>
      <pc:sldChg chg="modSp mod">
        <pc:chgData name="Kent Roller" userId="817c41d8bb86f71b" providerId="LiveId" clId="{46567E77-BBD2-4EDA-B3DB-8024DE80F076}" dt="2023-11-01T06:52:24.633" v="3576" actId="255"/>
        <pc:sldMkLst>
          <pc:docMk/>
          <pc:sldMk cId="461888016" sldId="296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461888016" sldId="296"/>
            <ac:spMk id="2" creationId="{CC89DEDE-3584-CBB2-CA4E-E1CC89AF5D71}"/>
          </ac:spMkLst>
        </pc:spChg>
        <pc:graphicFrameChg chg="mod">
          <ac:chgData name="Kent Roller" userId="817c41d8bb86f71b" providerId="LiveId" clId="{46567E77-BBD2-4EDA-B3DB-8024DE80F076}" dt="2023-11-01T06:52:24.633" v="3576" actId="255"/>
          <ac:graphicFrameMkLst>
            <pc:docMk/>
            <pc:sldMk cId="461888016" sldId="296"/>
            <ac:graphicFrameMk id="5" creationId="{F11BB65E-9E1F-5723-61FC-6E4FC4B5F1C5}"/>
          </ac:graphicFrameMkLst>
        </pc:graphicFrameChg>
      </pc:sldChg>
      <pc:sldChg chg="addSp delSp modSp mod setBg delDesignElem">
        <pc:chgData name="Kent Roller" userId="817c41d8bb86f71b" providerId="LiveId" clId="{46567E77-BBD2-4EDA-B3DB-8024DE80F076}" dt="2023-11-01T08:09:00.236" v="4949" actId="20577"/>
        <pc:sldMkLst>
          <pc:docMk/>
          <pc:sldMk cId="2222973875" sldId="297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2222973875" sldId="297"/>
            <ac:spMk id="2" creationId="{93542C3B-5FA5-3DF9-547E-3956F3B96A3F}"/>
          </ac:spMkLst>
        </pc:spChg>
        <pc:spChg chg="add del">
          <ac:chgData name="Kent Roller" userId="817c41d8bb86f71b" providerId="LiveId" clId="{46567E77-BBD2-4EDA-B3DB-8024DE80F076}" dt="2023-11-01T02:11:48.639" v="1087" actId="26606"/>
          <ac:spMkLst>
            <pc:docMk/>
            <pc:sldMk cId="2222973875" sldId="297"/>
            <ac:spMk id="20" creationId="{3BCB5F6A-9EB0-40B0-9D13-3023E9A20508}"/>
          </ac:spMkLst>
        </pc:spChg>
        <pc:spChg chg="add del">
          <ac:chgData name="Kent Roller" userId="817c41d8bb86f71b" providerId="LiveId" clId="{46567E77-BBD2-4EDA-B3DB-8024DE80F076}" dt="2023-11-01T05:15:08.510" v="1809"/>
          <ac:spMkLst>
            <pc:docMk/>
            <pc:sldMk cId="2222973875" sldId="297"/>
            <ac:spMk id="32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5:15:08.510" v="1809"/>
          <ac:spMkLst>
            <pc:docMk/>
            <pc:sldMk cId="2222973875" sldId="297"/>
            <ac:spMk id="45" creationId="{7941F9B1-B01B-4A84-89D9-B169AEB4E456}"/>
          </ac:spMkLst>
        </pc:spChg>
        <pc:grpChg chg="add del">
          <ac:chgData name="Kent Roller" userId="817c41d8bb86f71b" providerId="LiveId" clId="{46567E77-BBD2-4EDA-B3DB-8024DE80F076}" dt="2023-11-01T05:15:08.510" v="1809"/>
          <ac:grpSpMkLst>
            <pc:docMk/>
            <pc:sldMk cId="2222973875" sldId="297"/>
            <ac:grpSpMk id="31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5:15:08.510" v="1809"/>
          <ac:grpSpMkLst>
            <pc:docMk/>
            <pc:sldMk cId="2222973875" sldId="297"/>
            <ac:grpSpMk id="34" creationId="{2109F83F-40FE-4DB3-84CC-09FB3340D06D}"/>
          </ac:grpSpMkLst>
        </pc:grpChg>
        <pc:graphicFrameChg chg="mod modGraphic">
          <ac:chgData name="Kent Roller" userId="817c41d8bb86f71b" providerId="LiveId" clId="{46567E77-BBD2-4EDA-B3DB-8024DE80F076}" dt="2023-11-01T08:09:00.236" v="4949" actId="20577"/>
          <ac:graphicFrameMkLst>
            <pc:docMk/>
            <pc:sldMk cId="2222973875" sldId="297"/>
            <ac:graphicFrameMk id="15" creationId="{1DCD83C1-E843-BE59-FA39-396719DA4FD0}"/>
          </ac:graphicFrameMkLst>
        </pc:graphicFrameChg>
      </pc:sldChg>
      <pc:sldChg chg="modSp mod ord">
        <pc:chgData name="Kent Roller" userId="817c41d8bb86f71b" providerId="LiveId" clId="{46567E77-BBD2-4EDA-B3DB-8024DE80F076}" dt="2023-11-01T08:09:25.213" v="4951" actId="1076"/>
        <pc:sldMkLst>
          <pc:docMk/>
          <pc:sldMk cId="1235971950" sldId="298"/>
        </pc:sldMkLst>
        <pc:spChg chg="mod">
          <ac:chgData name="Kent Roller" userId="817c41d8bb86f71b" providerId="LiveId" clId="{46567E77-BBD2-4EDA-B3DB-8024DE80F076}" dt="2023-11-01T05:15:08.510" v="1809"/>
          <ac:spMkLst>
            <pc:docMk/>
            <pc:sldMk cId="1235971950" sldId="298"/>
            <ac:spMk id="2" creationId="{5AEF5AB1-90D6-BA4B-1993-65AF8C6DDD19}"/>
          </ac:spMkLst>
        </pc:spChg>
        <pc:spChg chg="mod">
          <ac:chgData name="Kent Roller" userId="817c41d8bb86f71b" providerId="LiveId" clId="{46567E77-BBD2-4EDA-B3DB-8024DE80F076}" dt="2023-11-01T05:14:48.509" v="1800"/>
          <ac:spMkLst>
            <pc:docMk/>
            <pc:sldMk cId="1235971950" sldId="298"/>
            <ac:spMk id="8" creationId="{08FB056E-E823-579A-5B00-7B0DB30231E0}"/>
          </ac:spMkLst>
        </pc:spChg>
        <pc:graphicFrameChg chg="mod">
          <ac:chgData name="Kent Roller" userId="817c41d8bb86f71b" providerId="LiveId" clId="{46567E77-BBD2-4EDA-B3DB-8024DE80F076}" dt="2023-11-01T05:15:08.510" v="1809"/>
          <ac:graphicFrameMkLst>
            <pc:docMk/>
            <pc:sldMk cId="1235971950" sldId="298"/>
            <ac:graphicFrameMk id="5" creationId="{DC9DA720-E5C0-9F6C-B9DF-E7C25CECC05E}"/>
          </ac:graphicFrameMkLst>
        </pc:graphicFrameChg>
        <pc:picChg chg="mod">
          <ac:chgData name="Kent Roller" userId="817c41d8bb86f71b" providerId="LiveId" clId="{46567E77-BBD2-4EDA-B3DB-8024DE80F076}" dt="2023-11-01T08:09:25.213" v="4951" actId="1076"/>
          <ac:picMkLst>
            <pc:docMk/>
            <pc:sldMk cId="1235971950" sldId="298"/>
            <ac:picMk id="6" creationId="{D6845A58-8ACB-037C-0E16-519A5BB426BD}"/>
          </ac:picMkLst>
        </pc:picChg>
      </pc:sldChg>
      <pc:sldChg chg="del ord">
        <pc:chgData name="Kent Roller" userId="817c41d8bb86f71b" providerId="LiveId" clId="{46567E77-BBD2-4EDA-B3DB-8024DE80F076}" dt="2023-10-31T21:09:25.501" v="26" actId="47"/>
        <pc:sldMkLst>
          <pc:docMk/>
          <pc:sldMk cId="1406541277" sldId="299"/>
        </pc:sldMkLst>
      </pc:sldChg>
      <pc:sldChg chg="delSp modSp mod delDesignElem">
        <pc:chgData name="Kent Roller" userId="817c41d8bb86f71b" providerId="LiveId" clId="{46567E77-BBD2-4EDA-B3DB-8024DE80F076}" dt="2023-11-01T16:53:27.520" v="6020" actId="20577"/>
        <pc:sldMkLst>
          <pc:docMk/>
          <pc:sldMk cId="683943919" sldId="300"/>
        </pc:sldMkLst>
        <pc:spChg chg="mod">
          <ac:chgData name="Kent Roller" userId="817c41d8bb86f71b" providerId="LiveId" clId="{46567E77-BBD2-4EDA-B3DB-8024DE80F076}" dt="2023-11-01T16:53:10.400" v="5998" actId="20577"/>
          <ac:spMkLst>
            <pc:docMk/>
            <pc:sldMk cId="683943919" sldId="300"/>
            <ac:spMk id="2" creationId="{C93F744A-EF0D-C661-8C02-66219BE8CE6B}"/>
          </ac:spMkLst>
        </pc:spChg>
        <pc:spChg chg="mod">
          <ac:chgData name="Kent Roller" userId="817c41d8bb86f71b" providerId="LiveId" clId="{46567E77-BBD2-4EDA-B3DB-8024DE80F076}" dt="2023-11-01T16:53:27.520" v="6020" actId="20577"/>
          <ac:spMkLst>
            <pc:docMk/>
            <pc:sldMk cId="683943919" sldId="300"/>
            <ac:spMk id="3" creationId="{B15A269F-E53D-1649-3BC6-0E3AB72046E1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13" creationId="{3F088236-D655-4F88-B238-E16762358025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15" creationId="{3DAC0C92-199E-475C-9390-119A9B027276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17" creationId="{C4CFB339-0ED8-4FE2-9EF1-6D1375B8499B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19" creationId="{31896C80-2069-4431-9C19-83B913734490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21" creationId="{BF120A21-0841-4823-B0C4-28AEBCEF9B78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23" creationId="{DBB05BAE-BBD3-4289-899F-A6851503C6B0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683943919" sldId="300"/>
            <ac:spMk id="25" creationId="{9874D11C-36F5-4BBE-A490-019A54E953B0}"/>
          </ac:spMkLst>
        </pc:spChg>
        <pc:cxnChg chg="del">
          <ac:chgData name="Kent Roller" userId="817c41d8bb86f71b" providerId="LiveId" clId="{46567E77-BBD2-4EDA-B3DB-8024DE80F076}" dt="2023-11-01T05:15:08.510" v="1809"/>
          <ac:cxnSpMkLst>
            <pc:docMk/>
            <pc:sldMk cId="683943919" sldId="300"/>
            <ac:cxnSpMk id="9" creationId="{64FA5DFF-7FE6-4855-84E6-DFA78EE978BD}"/>
          </ac:cxnSpMkLst>
        </pc:cxnChg>
        <pc:cxnChg chg="del">
          <ac:chgData name="Kent Roller" userId="817c41d8bb86f71b" providerId="LiveId" clId="{46567E77-BBD2-4EDA-B3DB-8024DE80F076}" dt="2023-11-01T05:15:08.510" v="1809"/>
          <ac:cxnSpMkLst>
            <pc:docMk/>
            <pc:sldMk cId="683943919" sldId="300"/>
            <ac:cxnSpMk id="11" creationId="{2AFD8CBA-54A3-4363-991B-B9C631BBFA74}"/>
          </ac:cxnSpMkLst>
        </pc:cxnChg>
      </pc:sldChg>
      <pc:sldChg chg="delSp delDesignElem">
        <pc:chgData name="Kent Roller" userId="817c41d8bb86f71b" providerId="LiveId" clId="{46567E77-BBD2-4EDA-B3DB-8024DE80F076}" dt="2023-11-01T05:15:08.510" v="1809"/>
        <pc:sldMkLst>
          <pc:docMk/>
          <pc:sldMk cId="2945715701" sldId="301"/>
        </pc:sldMkLst>
        <pc:spChg chg="del">
          <ac:chgData name="Kent Roller" userId="817c41d8bb86f71b" providerId="LiveId" clId="{46567E77-BBD2-4EDA-B3DB-8024DE80F076}" dt="2023-11-01T05:15:08.510" v="1809"/>
          <ac:spMkLst>
            <pc:docMk/>
            <pc:sldMk cId="2945715701" sldId="301"/>
            <ac:spMk id="9" creationId="{9F4444CE-BC8D-4D61-B303-4C05614E62AB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2945715701" sldId="301"/>
            <ac:spMk id="11" creationId="{73772B81-181F-48B7-8826-4D9686D15DF5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2945715701" sldId="301"/>
            <ac:spMk id="13" creationId="{B2205F6E-03C6-4E92-877C-E2482F6599AA}"/>
          </ac:spMkLst>
        </pc:spChg>
      </pc:sldChg>
      <pc:sldChg chg="delSp delDesignElem">
        <pc:chgData name="Kent Roller" userId="817c41d8bb86f71b" providerId="LiveId" clId="{46567E77-BBD2-4EDA-B3DB-8024DE80F076}" dt="2023-11-01T05:15:08.510" v="1809"/>
        <pc:sldMkLst>
          <pc:docMk/>
          <pc:sldMk cId="4251599529" sldId="302"/>
        </pc:sldMkLst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1599529" sldId="302"/>
            <ac:spMk id="9" creationId="{9F4444CE-BC8D-4D61-B303-4C05614E62AB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1599529" sldId="302"/>
            <ac:spMk id="11" creationId="{73772B81-181F-48B7-8826-4D9686D15DF5}"/>
          </ac:spMkLst>
        </pc:spChg>
        <pc:spChg chg="del">
          <ac:chgData name="Kent Roller" userId="817c41d8bb86f71b" providerId="LiveId" clId="{46567E77-BBD2-4EDA-B3DB-8024DE80F076}" dt="2023-11-01T05:15:08.510" v="1809"/>
          <ac:spMkLst>
            <pc:docMk/>
            <pc:sldMk cId="4251599529" sldId="302"/>
            <ac:spMk id="13" creationId="{B2205F6E-03C6-4E92-877C-E2482F6599AA}"/>
          </ac:spMkLst>
        </pc:spChg>
      </pc:sldChg>
      <pc:sldChg chg="modSp del mod">
        <pc:chgData name="Kent Roller" userId="817c41d8bb86f71b" providerId="LiveId" clId="{46567E77-BBD2-4EDA-B3DB-8024DE80F076}" dt="2023-11-01T16:59:05.947" v="6300" actId="47"/>
        <pc:sldMkLst>
          <pc:docMk/>
          <pc:sldMk cId="1826188924" sldId="303"/>
        </pc:sldMkLst>
        <pc:picChg chg="mod">
          <ac:chgData name="Kent Roller" userId="817c41d8bb86f71b" providerId="LiveId" clId="{46567E77-BBD2-4EDA-B3DB-8024DE80F076}" dt="2023-11-01T05:23:24.978" v="1958" actId="14100"/>
          <ac:picMkLst>
            <pc:docMk/>
            <pc:sldMk cId="1826188924" sldId="303"/>
            <ac:picMk id="5" creationId="{3B863243-226F-9DB5-F261-CD3101387E18}"/>
          </ac:picMkLst>
        </pc:picChg>
      </pc:sldChg>
      <pc:sldChg chg="del">
        <pc:chgData name="Kent Roller" userId="817c41d8bb86f71b" providerId="LiveId" clId="{46567E77-BBD2-4EDA-B3DB-8024DE80F076}" dt="2023-10-31T19:54:45.879" v="5" actId="47"/>
        <pc:sldMkLst>
          <pc:docMk/>
          <pc:sldMk cId="3036171199" sldId="304"/>
        </pc:sldMkLst>
      </pc:sldChg>
      <pc:sldChg chg="del">
        <pc:chgData name="Kent Roller" userId="817c41d8bb86f71b" providerId="LiveId" clId="{46567E77-BBD2-4EDA-B3DB-8024DE80F076}" dt="2023-10-31T19:54:00.124" v="4" actId="47"/>
        <pc:sldMkLst>
          <pc:docMk/>
          <pc:sldMk cId="548525216" sldId="305"/>
        </pc:sldMkLst>
      </pc:sldChg>
      <pc:sldChg chg="addSp delSp modSp mod delDesignElem">
        <pc:chgData name="Kent Roller" userId="817c41d8bb86f71b" providerId="LiveId" clId="{46567E77-BBD2-4EDA-B3DB-8024DE80F076}" dt="2023-11-01T16:52:21.019" v="5990" actId="1076"/>
        <pc:sldMkLst>
          <pc:docMk/>
          <pc:sldMk cId="268918936" sldId="306"/>
        </pc:sldMkLst>
        <pc:spChg chg="mod">
          <ac:chgData name="Kent Roller" userId="817c41d8bb86f71b" providerId="LiveId" clId="{46567E77-BBD2-4EDA-B3DB-8024DE80F076}" dt="2023-11-01T16:50:47.687" v="5767" actId="1076"/>
          <ac:spMkLst>
            <pc:docMk/>
            <pc:sldMk cId="268918936" sldId="306"/>
            <ac:spMk id="2" creationId="{112E00ED-8EAA-282C-612A-1493BCC8CEE2}"/>
          </ac:spMkLst>
        </pc:spChg>
        <pc:spChg chg="mod ord">
          <ac:chgData name="Kent Roller" userId="817c41d8bb86f71b" providerId="LiveId" clId="{46567E77-BBD2-4EDA-B3DB-8024DE80F076}" dt="2023-11-01T16:52:21.019" v="5990" actId="1076"/>
          <ac:spMkLst>
            <pc:docMk/>
            <pc:sldMk cId="268918936" sldId="306"/>
            <ac:spMk id="4" creationId="{C23B29CE-5892-0DEB-D92A-4A12BEF28B4E}"/>
          </ac:spMkLst>
        </pc:spChg>
        <pc:spChg chg="add mod">
          <ac:chgData name="Kent Roller" userId="817c41d8bb86f71b" providerId="LiveId" clId="{46567E77-BBD2-4EDA-B3DB-8024DE80F076}" dt="2023-11-01T16:52:11.599" v="5987" actId="1076"/>
          <ac:spMkLst>
            <pc:docMk/>
            <pc:sldMk cId="268918936" sldId="306"/>
            <ac:spMk id="5" creationId="{389B4EB8-38F5-3FE6-A0CE-DCD1AC70D052}"/>
          </ac:spMkLst>
        </pc:spChg>
        <pc:spChg chg="add del mod">
          <ac:chgData name="Kent Roller" userId="817c41d8bb86f71b" providerId="LiveId" clId="{46567E77-BBD2-4EDA-B3DB-8024DE80F076}" dt="2023-10-31T19:58:12.307" v="22" actId="26606"/>
          <ac:spMkLst>
            <pc:docMk/>
            <pc:sldMk cId="268918936" sldId="306"/>
            <ac:spMk id="5" creationId="{E2892695-3E4B-5FC7-E766-4E2C665228E0}"/>
          </ac:spMkLst>
        </pc:spChg>
        <pc:spChg chg="add del">
          <ac:chgData name="Kent Roller" userId="817c41d8bb86f71b" providerId="LiveId" clId="{46567E77-BBD2-4EDA-B3DB-8024DE80F076}" dt="2023-11-01T01:48:15.939" v="894" actId="26606"/>
          <ac:spMkLst>
            <pc:docMk/>
            <pc:sldMk cId="268918936" sldId="306"/>
            <ac:spMk id="45" creationId="{98EE4960-6ED7-49B4-BEEE-A96A0C83D9BC}"/>
          </ac:spMkLst>
        </pc:spChg>
        <pc:grpChg chg="add del">
          <ac:chgData name="Kent Roller" userId="817c41d8bb86f71b" providerId="LiveId" clId="{46567E77-BBD2-4EDA-B3DB-8024DE80F076}" dt="2023-10-31T19:58:12.307" v="22" actId="26606"/>
          <ac:grpSpMkLst>
            <pc:docMk/>
            <pc:sldMk cId="268918936" sldId="306"/>
            <ac:grpSpMk id="28" creationId="{10BE40E3-5550-4CDD-B4FD-387C33EBF157}"/>
          </ac:grpSpMkLst>
        </pc:grpChg>
        <pc:grpChg chg="add del">
          <ac:chgData name="Kent Roller" userId="817c41d8bb86f71b" providerId="LiveId" clId="{46567E77-BBD2-4EDA-B3DB-8024DE80F076}" dt="2023-10-31T19:58:12.304" v="21" actId="26606"/>
          <ac:grpSpMkLst>
            <pc:docMk/>
            <pc:sldMk cId="268918936" sldId="306"/>
            <ac:grpSpMk id="33" creationId="{0884F175-9D23-496E-80AC-F3D2FD541092}"/>
          </ac:grpSpMkLst>
        </pc:grpChg>
        <pc:grpChg chg="add del">
          <ac:chgData name="Kent Roller" userId="817c41d8bb86f71b" providerId="LiveId" clId="{46567E77-BBD2-4EDA-B3DB-8024DE80F076}" dt="2023-11-01T01:48:15.939" v="894" actId="26606"/>
          <ac:grpSpMkLst>
            <pc:docMk/>
            <pc:sldMk cId="268918936" sldId="306"/>
            <ac:grpSpMk id="46" creationId="{EB0D40EF-BA14-42F1-9492-D38C59DCAB67}"/>
          </ac:grpSpMkLst>
        </pc:grpChg>
        <pc:grpChg chg="add del">
          <ac:chgData name="Kent Roller" userId="817c41d8bb86f71b" providerId="LiveId" clId="{46567E77-BBD2-4EDA-B3DB-8024DE80F076}" dt="2023-11-01T05:15:08.510" v="1809"/>
          <ac:grpSpMkLst>
            <pc:docMk/>
            <pc:sldMk cId="268918936" sldId="306"/>
            <ac:grpSpMk id="59" creationId="{1F2B4773-3207-44CC-B7AC-892B70498211}"/>
          </ac:grpSpMkLst>
        </pc:grpChg>
        <pc:picChg chg="add mod">
          <ac:chgData name="Kent Roller" userId="817c41d8bb86f71b" providerId="LiveId" clId="{46567E77-BBD2-4EDA-B3DB-8024DE80F076}" dt="2023-11-01T16:50:13.403" v="5713" actId="1076"/>
          <ac:picMkLst>
            <pc:docMk/>
            <pc:sldMk cId="268918936" sldId="306"/>
            <ac:picMk id="3" creationId="{546C976A-11B2-F10F-1651-B2AA0D33C8CD}"/>
          </ac:picMkLst>
        </pc:picChg>
        <pc:picChg chg="del mod">
          <ac:chgData name="Kent Roller" userId="817c41d8bb86f71b" providerId="LiveId" clId="{46567E77-BBD2-4EDA-B3DB-8024DE80F076}" dt="2023-10-31T19:56:55.989" v="9" actId="21"/>
          <ac:picMkLst>
            <pc:docMk/>
            <pc:sldMk cId="268918936" sldId="306"/>
            <ac:picMk id="8" creationId="{8522232D-8D6B-DFFC-8A04-A9F5F5C23B22}"/>
          </ac:picMkLst>
        </pc:picChg>
        <pc:picChg chg="mod ord">
          <ac:chgData name="Kent Roller" userId="817c41d8bb86f71b" providerId="LiveId" clId="{46567E77-BBD2-4EDA-B3DB-8024DE80F076}" dt="2023-11-01T16:50:06.638" v="5710" actId="14100"/>
          <ac:picMkLst>
            <pc:docMk/>
            <pc:sldMk cId="268918936" sldId="306"/>
            <ac:picMk id="9" creationId="{DC6C732B-589C-0E3E-9192-25FBEFD5E7B6}"/>
          </ac:picMkLst>
        </pc:picChg>
        <pc:picChg chg="del mod ord">
          <ac:chgData name="Kent Roller" userId="817c41d8bb86f71b" providerId="LiveId" clId="{46567E77-BBD2-4EDA-B3DB-8024DE80F076}" dt="2023-11-01T01:07:19.156" v="728" actId="21"/>
          <ac:picMkLst>
            <pc:docMk/>
            <pc:sldMk cId="268918936" sldId="306"/>
            <ac:picMk id="24" creationId="{A281D1FB-75A0-7C23-8675-263C3CD13508}"/>
          </ac:picMkLst>
        </pc:picChg>
      </pc:sldChg>
      <pc:sldChg chg="addSp modSp mod">
        <pc:chgData name="Kent Roller" userId="817c41d8bb86f71b" providerId="LiveId" clId="{46567E77-BBD2-4EDA-B3DB-8024DE80F076}" dt="2023-11-01T08:18:37.832" v="5042" actId="33524"/>
        <pc:sldMkLst>
          <pc:docMk/>
          <pc:sldMk cId="2391150710" sldId="307"/>
        </pc:sldMkLst>
        <pc:spChg chg="mod">
          <ac:chgData name="Kent Roller" userId="817c41d8bb86f71b" providerId="LiveId" clId="{46567E77-BBD2-4EDA-B3DB-8024DE80F076}" dt="2023-11-01T05:15:30.897" v="1812" actId="1076"/>
          <ac:spMkLst>
            <pc:docMk/>
            <pc:sldMk cId="2391150710" sldId="307"/>
            <ac:spMk id="2" creationId="{B3E4E690-7F9E-BC53-0ECE-E153E173B59A}"/>
          </ac:spMkLst>
        </pc:spChg>
        <pc:spChg chg="mod">
          <ac:chgData name="Kent Roller" userId="817c41d8bb86f71b" providerId="LiveId" clId="{46567E77-BBD2-4EDA-B3DB-8024DE80F076}" dt="2023-11-01T05:15:08.510" v="1809"/>
          <ac:spMkLst>
            <pc:docMk/>
            <pc:sldMk cId="2391150710" sldId="307"/>
            <ac:spMk id="3" creationId="{473F99A9-151D-7AF8-129A-B363543FC938}"/>
          </ac:spMkLst>
        </pc:spChg>
        <pc:spChg chg="add mod">
          <ac:chgData name="Kent Roller" userId="817c41d8bb86f71b" providerId="LiveId" clId="{46567E77-BBD2-4EDA-B3DB-8024DE80F076}" dt="2023-11-01T08:18:37.832" v="5042" actId="33524"/>
          <ac:spMkLst>
            <pc:docMk/>
            <pc:sldMk cId="2391150710" sldId="307"/>
            <ac:spMk id="5" creationId="{F43CF521-9B79-54E7-888B-FDBFCA0F233A}"/>
          </ac:spMkLst>
        </pc:spChg>
        <pc:picChg chg="mod">
          <ac:chgData name="Kent Roller" userId="817c41d8bb86f71b" providerId="LiveId" clId="{46567E77-BBD2-4EDA-B3DB-8024DE80F076}" dt="2023-11-01T05:17:53.835" v="1822" actId="14100"/>
          <ac:picMkLst>
            <pc:docMk/>
            <pc:sldMk cId="2391150710" sldId="307"/>
            <ac:picMk id="4" creationId="{9851598C-04E6-5099-0431-564EAA310612}"/>
          </ac:picMkLst>
        </pc:picChg>
      </pc:sldChg>
      <pc:sldChg chg="addSp modSp mod">
        <pc:chgData name="Kent Roller" userId="817c41d8bb86f71b" providerId="LiveId" clId="{46567E77-BBD2-4EDA-B3DB-8024DE80F076}" dt="2023-11-01T05:19:41.905" v="1950" actId="1076"/>
        <pc:sldMkLst>
          <pc:docMk/>
          <pc:sldMk cId="2212983664" sldId="308"/>
        </pc:sldMkLst>
        <pc:spChg chg="add mod">
          <ac:chgData name="Kent Roller" userId="817c41d8bb86f71b" providerId="LiveId" clId="{46567E77-BBD2-4EDA-B3DB-8024DE80F076}" dt="2023-11-01T05:19:41.905" v="1950" actId="1076"/>
          <ac:spMkLst>
            <pc:docMk/>
            <pc:sldMk cId="2212983664" sldId="308"/>
            <ac:spMk id="5" creationId="{E943C139-85D2-E126-F361-BD660FFC9C9A}"/>
          </ac:spMkLst>
        </pc:spChg>
        <pc:picChg chg="mod">
          <ac:chgData name="Kent Roller" userId="817c41d8bb86f71b" providerId="LiveId" clId="{46567E77-BBD2-4EDA-B3DB-8024DE80F076}" dt="2023-11-01T05:18:06.578" v="1823" actId="14100"/>
          <ac:picMkLst>
            <pc:docMk/>
            <pc:sldMk cId="2212983664" sldId="308"/>
            <ac:picMk id="4" creationId="{6AC51FB6-3293-C551-FE6E-91FC5AC4400B}"/>
          </ac:picMkLst>
        </pc:picChg>
      </pc:sldChg>
      <pc:sldChg chg="addSp delSp modSp new mod setBg modClrScheme delDesignElem chgLayout">
        <pc:chgData name="Kent Roller" userId="817c41d8bb86f71b" providerId="LiveId" clId="{46567E77-BBD2-4EDA-B3DB-8024DE80F076}" dt="2023-11-01T07:56:43.931" v="4924" actId="1076"/>
        <pc:sldMkLst>
          <pc:docMk/>
          <pc:sldMk cId="1498968842" sldId="309"/>
        </pc:sldMkLst>
        <pc:spChg chg="del mod ord">
          <ac:chgData name="Kent Roller" userId="817c41d8bb86f71b" providerId="LiveId" clId="{46567E77-BBD2-4EDA-B3DB-8024DE80F076}" dt="2023-11-01T01:05:50.574" v="633" actId="700"/>
          <ac:spMkLst>
            <pc:docMk/>
            <pc:sldMk cId="1498968842" sldId="309"/>
            <ac:spMk id="2" creationId="{5759B3BA-9A34-F675-95CD-9379F8222A02}"/>
          </ac:spMkLst>
        </pc:spChg>
        <pc:spChg chg="del">
          <ac:chgData name="Kent Roller" userId="817c41d8bb86f71b" providerId="LiveId" clId="{46567E77-BBD2-4EDA-B3DB-8024DE80F076}" dt="2023-10-31T19:57:05.508" v="10"/>
          <ac:spMkLst>
            <pc:docMk/>
            <pc:sldMk cId="1498968842" sldId="309"/>
            <ac:spMk id="3" creationId="{CA1D4FEC-C0A9-9A01-E087-3CD3DFE049C2}"/>
          </ac:spMkLst>
        </pc:spChg>
        <pc:spChg chg="del mod ord">
          <ac:chgData name="Kent Roller" userId="817c41d8bb86f71b" providerId="LiveId" clId="{46567E77-BBD2-4EDA-B3DB-8024DE80F076}" dt="2023-11-01T01:05:50.574" v="633" actId="700"/>
          <ac:spMkLst>
            <pc:docMk/>
            <pc:sldMk cId="1498968842" sldId="309"/>
            <ac:spMk id="4" creationId="{CBCCF5A1-E466-CD07-3558-4DB8DA6AC9B4}"/>
          </ac:spMkLst>
        </pc:spChg>
        <pc:spChg chg="add mod ord">
          <ac:chgData name="Kent Roller" userId="817c41d8bb86f71b" providerId="LiveId" clId="{46567E77-BBD2-4EDA-B3DB-8024DE80F076}" dt="2023-11-01T07:56:43.931" v="4924" actId="1076"/>
          <ac:spMkLst>
            <pc:docMk/>
            <pc:sldMk cId="1498968842" sldId="309"/>
            <ac:spMk id="6" creationId="{EEFE90A5-8D07-EEAC-3179-0B57E9EDA365}"/>
          </ac:spMkLst>
        </pc:spChg>
        <pc:spChg chg="add mod ord">
          <ac:chgData name="Kent Roller" userId="817c41d8bb86f71b" providerId="LiveId" clId="{46567E77-BBD2-4EDA-B3DB-8024DE80F076}" dt="2023-11-01T07:56:35.831" v="4923" actId="1076"/>
          <ac:spMkLst>
            <pc:docMk/>
            <pc:sldMk cId="1498968842" sldId="309"/>
            <ac:spMk id="7" creationId="{EB6EB300-0C36-8A4A-E2A6-2CDD4EE8E4B5}"/>
          </ac:spMkLst>
        </pc:spChg>
        <pc:spChg chg="add del">
          <ac:chgData name="Kent Roller" userId="817c41d8bb86f71b" providerId="LiveId" clId="{46567E77-BBD2-4EDA-B3DB-8024DE80F076}" dt="2023-10-31T19:57:25.017" v="12" actId="26606"/>
          <ac:spMkLst>
            <pc:docMk/>
            <pc:sldMk cId="1498968842" sldId="309"/>
            <ac:spMk id="22" creationId="{3BCB5F6A-9EB0-40B0-9D13-3023E9A20508}"/>
          </ac:spMkLst>
        </pc:spChg>
        <pc:grpChg chg="add del">
          <ac:chgData name="Kent Roller" userId="817c41d8bb86f71b" providerId="LiveId" clId="{46567E77-BBD2-4EDA-B3DB-8024DE80F076}" dt="2023-10-31T19:57:25.017" v="12" actId="26606"/>
          <ac:grpSpMkLst>
            <pc:docMk/>
            <pc:sldMk cId="1498968842" sldId="309"/>
            <ac:grpSpMk id="10" creationId="{10BE40E3-5550-4CDD-B4FD-387C33EBF157}"/>
          </ac:grpSpMkLst>
        </pc:grpChg>
        <pc:grpChg chg="add del">
          <ac:chgData name="Kent Roller" userId="817c41d8bb86f71b" providerId="LiveId" clId="{46567E77-BBD2-4EDA-B3DB-8024DE80F076}" dt="2023-11-01T01:05:50.574" v="633" actId="700"/>
          <ac:grpSpMkLst>
            <pc:docMk/>
            <pc:sldMk cId="1498968842" sldId="309"/>
            <ac:grpSpMk id="24" creationId="{10BE40E3-5550-4CDD-B4FD-387C33EBF157}"/>
          </ac:grpSpMkLst>
        </pc:grpChg>
        <pc:picChg chg="add mod ord">
          <ac:chgData name="Kent Roller" userId="817c41d8bb86f71b" providerId="LiveId" clId="{46567E77-BBD2-4EDA-B3DB-8024DE80F076}" dt="2023-11-01T05:03:37.214" v="1615" actId="14100"/>
          <ac:picMkLst>
            <pc:docMk/>
            <pc:sldMk cId="1498968842" sldId="309"/>
            <ac:picMk id="5" creationId="{ABD0A1CC-8265-FA27-72D4-D92835C1BDAB}"/>
          </ac:picMkLst>
        </pc:picChg>
      </pc:sldChg>
      <pc:sldChg chg="addSp delSp modSp new del mod">
        <pc:chgData name="Kent Roller" userId="817c41d8bb86f71b" providerId="LiveId" clId="{46567E77-BBD2-4EDA-B3DB-8024DE80F076}" dt="2023-11-01T02:54:03.576" v="1162" actId="47"/>
        <pc:sldMkLst>
          <pc:docMk/>
          <pc:sldMk cId="1021281644" sldId="310"/>
        </pc:sldMkLst>
        <pc:spChg chg="mod">
          <ac:chgData name="Kent Roller" userId="817c41d8bb86f71b" providerId="LiveId" clId="{46567E77-BBD2-4EDA-B3DB-8024DE80F076}" dt="2023-11-01T00:34:30.857" v="182" actId="20577"/>
          <ac:spMkLst>
            <pc:docMk/>
            <pc:sldMk cId="1021281644" sldId="310"/>
            <ac:spMk id="2" creationId="{9191EAC1-485B-F9BC-99C5-F875B183FBD5}"/>
          </ac:spMkLst>
        </pc:spChg>
        <pc:spChg chg="del">
          <ac:chgData name="Kent Roller" userId="817c41d8bb86f71b" providerId="LiveId" clId="{46567E77-BBD2-4EDA-B3DB-8024DE80F076}" dt="2023-11-01T00:30:02.937" v="151" actId="931"/>
          <ac:spMkLst>
            <pc:docMk/>
            <pc:sldMk cId="1021281644" sldId="310"/>
            <ac:spMk id="3" creationId="{B3D55690-25DE-74C9-5168-C22C7A328A01}"/>
          </ac:spMkLst>
        </pc:spChg>
        <pc:picChg chg="add mod">
          <ac:chgData name="Kent Roller" userId="817c41d8bb86f71b" providerId="LiveId" clId="{46567E77-BBD2-4EDA-B3DB-8024DE80F076}" dt="2023-11-01T00:54:19.292" v="258" actId="14100"/>
          <ac:picMkLst>
            <pc:docMk/>
            <pc:sldMk cId="1021281644" sldId="310"/>
            <ac:picMk id="5" creationId="{2BD61BCC-E757-C038-9755-D9F8B4CD1B2C}"/>
          </ac:picMkLst>
        </pc:picChg>
      </pc:sldChg>
      <pc:sldChg chg="addSp delSp modSp new del mod setBg setClrOvrMap">
        <pc:chgData name="Kent Roller" userId="817c41d8bb86f71b" providerId="LiveId" clId="{46567E77-BBD2-4EDA-B3DB-8024DE80F076}" dt="2023-10-31T22:54:05.565" v="148" actId="47"/>
        <pc:sldMkLst>
          <pc:docMk/>
          <pc:sldMk cId="3944472341" sldId="310"/>
        </pc:sldMkLst>
        <pc:spChg chg="mod">
          <ac:chgData name="Kent Roller" userId="817c41d8bb86f71b" providerId="LiveId" clId="{46567E77-BBD2-4EDA-B3DB-8024DE80F076}" dt="2023-10-31T21:22:41.831" v="78" actId="20577"/>
          <ac:spMkLst>
            <pc:docMk/>
            <pc:sldMk cId="3944472341" sldId="310"/>
            <ac:spMk id="2" creationId="{BB7F512A-B2A2-9171-6F9F-DCCC33C32795}"/>
          </ac:spMkLst>
        </pc:spChg>
        <pc:spChg chg="del">
          <ac:chgData name="Kent Roller" userId="817c41d8bb86f71b" providerId="LiveId" clId="{46567E77-BBD2-4EDA-B3DB-8024DE80F076}" dt="2023-10-31T21:19:33.582" v="28" actId="931"/>
          <ac:spMkLst>
            <pc:docMk/>
            <pc:sldMk cId="3944472341" sldId="310"/>
            <ac:spMk id="3" creationId="{AF108CF2-ED79-223A-87DB-B81099E89BAE}"/>
          </ac:spMkLst>
        </pc:spChg>
        <pc:spChg chg="add">
          <ac:chgData name="Kent Roller" userId="817c41d8bb86f71b" providerId="LiveId" clId="{46567E77-BBD2-4EDA-B3DB-8024DE80F076}" dt="2023-10-31T21:22:25.192" v="41" actId="26606"/>
          <ac:spMkLst>
            <pc:docMk/>
            <pc:sldMk cId="3944472341" sldId="310"/>
            <ac:spMk id="24" creationId="{4F71A406-3CB7-4E4D-B434-24E6AA4F3997}"/>
          </ac:spMkLst>
        </pc:spChg>
        <pc:grpChg chg="add">
          <ac:chgData name="Kent Roller" userId="817c41d8bb86f71b" providerId="LiveId" clId="{46567E77-BBD2-4EDA-B3DB-8024DE80F076}" dt="2023-10-31T21:22:25.192" v="41" actId="26606"/>
          <ac:grpSpMkLst>
            <pc:docMk/>
            <pc:sldMk cId="3944472341" sldId="310"/>
            <ac:grpSpMk id="12" creationId="{5EA39187-0197-4C1D-BE4A-06B353C7B215}"/>
          </ac:grpSpMkLst>
        </pc:grpChg>
        <pc:picChg chg="add mod">
          <ac:chgData name="Kent Roller" userId="817c41d8bb86f71b" providerId="LiveId" clId="{46567E77-BBD2-4EDA-B3DB-8024DE80F076}" dt="2023-10-31T21:22:25.192" v="41" actId="26606"/>
          <ac:picMkLst>
            <pc:docMk/>
            <pc:sldMk cId="3944472341" sldId="310"/>
            <ac:picMk id="5" creationId="{3E06106F-43FB-C716-16F5-E1EB9CBD399B}"/>
          </ac:picMkLst>
        </pc:picChg>
        <pc:picChg chg="add mod">
          <ac:chgData name="Kent Roller" userId="817c41d8bb86f71b" providerId="LiveId" clId="{46567E77-BBD2-4EDA-B3DB-8024DE80F076}" dt="2023-10-31T21:22:25.192" v="41" actId="26606"/>
          <ac:picMkLst>
            <pc:docMk/>
            <pc:sldMk cId="3944472341" sldId="310"/>
            <ac:picMk id="7" creationId="{B513D1B0-FD06-6EC6-3F26-7D6FA8380452}"/>
          </ac:picMkLst>
        </pc:picChg>
      </pc:sldChg>
      <pc:sldChg chg="addSp delSp modSp new del mod setBg setClrOvrMap">
        <pc:chgData name="Kent Roller" userId="817c41d8bb86f71b" providerId="LiveId" clId="{46567E77-BBD2-4EDA-B3DB-8024DE80F076}" dt="2023-10-31T22:54:08.423" v="149" actId="47"/>
        <pc:sldMkLst>
          <pc:docMk/>
          <pc:sldMk cId="1236708093" sldId="311"/>
        </pc:sldMkLst>
        <pc:spChg chg="mod ord">
          <ac:chgData name="Kent Roller" userId="817c41d8bb86f71b" providerId="LiveId" clId="{46567E77-BBD2-4EDA-B3DB-8024DE80F076}" dt="2023-10-31T22:09:31.676" v="137" actId="1076"/>
          <ac:spMkLst>
            <pc:docMk/>
            <pc:sldMk cId="1236708093" sldId="311"/>
            <ac:spMk id="2" creationId="{727D3E4E-271C-5F8E-A2DF-5AC7DD864A8B}"/>
          </ac:spMkLst>
        </pc:spChg>
        <pc:spChg chg="del">
          <ac:chgData name="Kent Roller" userId="817c41d8bb86f71b" providerId="LiveId" clId="{46567E77-BBD2-4EDA-B3DB-8024DE80F076}" dt="2023-10-31T22:07:05.843" v="87" actId="931"/>
          <ac:spMkLst>
            <pc:docMk/>
            <pc:sldMk cId="1236708093" sldId="311"/>
            <ac:spMk id="3" creationId="{062374A7-990D-260E-DFA4-62BEB5283107}"/>
          </ac:spMkLst>
        </pc:spChg>
        <pc:spChg chg="del">
          <ac:chgData name="Kent Roller" userId="817c41d8bb86f71b" providerId="LiveId" clId="{46567E77-BBD2-4EDA-B3DB-8024DE80F076}" dt="2023-10-31T22:07:12.233" v="88" actId="931"/>
          <ac:spMkLst>
            <pc:docMk/>
            <pc:sldMk cId="1236708093" sldId="311"/>
            <ac:spMk id="4" creationId="{C5331857-E3AF-0173-E0C1-26E785216BF8}"/>
          </ac:spMkLst>
        </pc:spChg>
        <pc:spChg chg="add del">
          <ac:chgData name="Kent Roller" userId="817c41d8bb86f71b" providerId="LiveId" clId="{46567E77-BBD2-4EDA-B3DB-8024DE80F076}" dt="2023-10-31T22:08:27.688" v="96" actId="26606"/>
          <ac:spMkLst>
            <pc:docMk/>
            <pc:sldMk cId="1236708093" sldId="311"/>
            <ac:spMk id="12" creationId="{65D166D6-DD6F-5AEC-964B-2D9FCE03BEE9}"/>
          </ac:spMkLst>
        </pc:spChg>
        <pc:spChg chg="add del">
          <ac:chgData name="Kent Roller" userId="817c41d8bb86f71b" providerId="LiveId" clId="{46567E77-BBD2-4EDA-B3DB-8024DE80F076}" dt="2023-10-31T22:08:09.210" v="92" actId="26606"/>
          <ac:spMkLst>
            <pc:docMk/>
            <pc:sldMk cId="1236708093" sldId="311"/>
            <ac:spMk id="25" creationId="{4F71A406-3CB7-4E4D-B434-24E6AA4F3997}"/>
          </ac:spMkLst>
        </pc:spChg>
        <pc:spChg chg="add del">
          <ac:chgData name="Kent Roller" userId="817c41d8bb86f71b" providerId="LiveId" clId="{46567E77-BBD2-4EDA-B3DB-8024DE80F076}" dt="2023-10-31T22:08:27.688" v="96" actId="26606"/>
          <ac:spMkLst>
            <pc:docMk/>
            <pc:sldMk cId="1236708093" sldId="311"/>
            <ac:spMk id="27" creationId="{4BE9D4C4-9FA3-4885-A769-301639CC7AD4}"/>
          </ac:spMkLst>
        </pc:spChg>
        <pc:spChg chg="add del">
          <ac:chgData name="Kent Roller" userId="817c41d8bb86f71b" providerId="LiveId" clId="{46567E77-BBD2-4EDA-B3DB-8024DE80F076}" dt="2023-10-31T22:08:27.688" v="96" actId="26606"/>
          <ac:spMkLst>
            <pc:docMk/>
            <pc:sldMk cId="1236708093" sldId="311"/>
            <ac:spMk id="29" creationId="{4524F065-9F7C-400C-9A20-B343BFAA6AAB}"/>
          </ac:spMkLst>
        </pc:spChg>
        <pc:spChg chg="add del">
          <ac:chgData name="Kent Roller" userId="817c41d8bb86f71b" providerId="LiveId" clId="{46567E77-BBD2-4EDA-B3DB-8024DE80F076}" dt="2023-10-31T22:08:27.688" v="96" actId="26606"/>
          <ac:spMkLst>
            <pc:docMk/>
            <pc:sldMk cId="1236708093" sldId="311"/>
            <ac:spMk id="31" creationId="{7EB6695E-BED5-4DA3-8C9B-AD301AEF4776}"/>
          </ac:spMkLst>
        </pc:spChg>
        <pc:spChg chg="add del">
          <ac:chgData name="Kent Roller" userId="817c41d8bb86f71b" providerId="LiveId" clId="{46567E77-BBD2-4EDA-B3DB-8024DE80F076}" dt="2023-10-31T22:08:27.688" v="96" actId="26606"/>
          <ac:spMkLst>
            <pc:docMk/>
            <pc:sldMk cId="1236708093" sldId="311"/>
            <ac:spMk id="33" creationId="{46DB9E65-E072-43AF-A8C9-9744BA0CC25F}"/>
          </ac:spMkLst>
        </pc:spChg>
        <pc:grpChg chg="add del">
          <ac:chgData name="Kent Roller" userId="817c41d8bb86f71b" providerId="LiveId" clId="{46567E77-BBD2-4EDA-B3DB-8024DE80F076}" dt="2023-10-31T22:08:01.865" v="90" actId="26606"/>
          <ac:grpSpMkLst>
            <pc:docMk/>
            <pc:sldMk cId="1236708093" sldId="311"/>
            <ac:grpSpMk id="13" creationId="{90A61547-2555-4DE2-A37F-A53E54917441}"/>
          </ac:grpSpMkLst>
        </pc:grpChg>
        <pc:grpChg chg="add del">
          <ac:chgData name="Kent Roller" userId="817c41d8bb86f71b" providerId="LiveId" clId="{46567E77-BBD2-4EDA-B3DB-8024DE80F076}" dt="2023-10-31T22:08:27.688" v="96" actId="26606"/>
          <ac:grpSpMkLst>
            <pc:docMk/>
            <pc:sldMk cId="1236708093" sldId="311"/>
            <ac:grpSpMk id="15" creationId="{0884F175-9D23-496E-80AC-F3D2FD541092}"/>
          </ac:grpSpMkLst>
        </pc:grpChg>
        <pc:grpChg chg="add del">
          <ac:chgData name="Kent Roller" userId="817c41d8bb86f71b" providerId="LiveId" clId="{46567E77-BBD2-4EDA-B3DB-8024DE80F076}" dt="2023-10-31T22:08:09.210" v="92" actId="26606"/>
          <ac:grpSpMkLst>
            <pc:docMk/>
            <pc:sldMk cId="1236708093" sldId="311"/>
            <ac:grpSpMk id="26" creationId="{5EA39187-0197-4C1D-BE4A-06B353C7B215}"/>
          </ac:grpSpMkLst>
        </pc:grpChg>
        <pc:grpChg chg="add del">
          <ac:chgData name="Kent Roller" userId="817c41d8bb86f71b" providerId="LiveId" clId="{46567E77-BBD2-4EDA-B3DB-8024DE80F076}" dt="2023-10-31T22:08:22.357" v="94" actId="26606"/>
          <ac:grpSpMkLst>
            <pc:docMk/>
            <pc:sldMk cId="1236708093" sldId="311"/>
            <ac:grpSpMk id="36" creationId="{5EA39187-0197-4C1D-BE4A-06B353C7B215}"/>
          </ac:grpSpMkLst>
        </pc:grpChg>
        <pc:grpChg chg="add del">
          <ac:chgData name="Kent Roller" userId="817c41d8bb86f71b" providerId="LiveId" clId="{46567E77-BBD2-4EDA-B3DB-8024DE80F076}" dt="2023-10-31T22:08:43.356" v="98" actId="26606"/>
          <ac:grpSpMkLst>
            <pc:docMk/>
            <pc:sldMk cId="1236708093" sldId="311"/>
            <ac:grpSpMk id="49" creationId="{5EA39187-0197-4C1D-BE4A-06B353C7B215}"/>
          </ac:grpSpMkLst>
        </pc:grpChg>
        <pc:grpChg chg="add">
          <ac:chgData name="Kent Roller" userId="817c41d8bb86f71b" providerId="LiveId" clId="{46567E77-BBD2-4EDA-B3DB-8024DE80F076}" dt="2023-10-31T22:08:43.359" v="99" actId="26606"/>
          <ac:grpSpMkLst>
            <pc:docMk/>
            <pc:sldMk cId="1236708093" sldId="311"/>
            <ac:grpSpMk id="53" creationId="{90A61547-2555-4DE2-A37F-A53E54917441}"/>
          </ac:grpSpMkLst>
        </pc:grpChg>
        <pc:picChg chg="add mod ord">
          <ac:chgData name="Kent Roller" userId="817c41d8bb86f71b" providerId="LiveId" clId="{46567E77-BBD2-4EDA-B3DB-8024DE80F076}" dt="2023-10-31T22:33:33.283" v="147" actId="14100"/>
          <ac:picMkLst>
            <pc:docMk/>
            <pc:sldMk cId="1236708093" sldId="311"/>
            <ac:picMk id="6" creationId="{858A7018-6E67-83B3-470B-A55B9F3D35F0}"/>
          </ac:picMkLst>
        </pc:picChg>
        <pc:picChg chg="add mod">
          <ac:chgData name="Kent Roller" userId="817c41d8bb86f71b" providerId="LiveId" clId="{46567E77-BBD2-4EDA-B3DB-8024DE80F076}" dt="2023-10-31T22:09:44.188" v="139" actId="14100"/>
          <ac:picMkLst>
            <pc:docMk/>
            <pc:sldMk cId="1236708093" sldId="311"/>
            <ac:picMk id="8" creationId="{AB627B6B-72C2-1F38-2F21-C9BD75DFA23F}"/>
          </ac:picMkLst>
        </pc:picChg>
        <pc:cxnChg chg="add del">
          <ac:chgData name="Kent Roller" userId="817c41d8bb86f71b" providerId="LiveId" clId="{46567E77-BBD2-4EDA-B3DB-8024DE80F076}" dt="2023-10-31T22:08:22.357" v="94" actId="26606"/>
          <ac:cxnSpMkLst>
            <pc:docMk/>
            <pc:sldMk cId="1236708093" sldId="311"/>
            <ac:cxnSpMk id="37" creationId="{B1E889D8-B743-48CD-B570-DF8A2DD2795B}"/>
          </ac:cxnSpMkLst>
        </pc:cxnChg>
        <pc:cxnChg chg="add del">
          <ac:chgData name="Kent Roller" userId="817c41d8bb86f71b" providerId="LiveId" clId="{46567E77-BBD2-4EDA-B3DB-8024DE80F076}" dt="2023-10-31T22:08:43.356" v="98" actId="26606"/>
          <ac:cxnSpMkLst>
            <pc:docMk/>
            <pc:sldMk cId="1236708093" sldId="311"/>
            <ac:cxnSpMk id="51" creationId="{DD846BEE-5671-4408-8FD8-F80F705BB91D}"/>
          </ac:cxnSpMkLst>
        </pc:cxnChg>
      </pc:sldChg>
      <pc:sldChg chg="addSp delSp modSp new del mod setBg">
        <pc:chgData name="Kent Roller" userId="817c41d8bb86f71b" providerId="LiveId" clId="{46567E77-BBD2-4EDA-B3DB-8024DE80F076}" dt="2023-11-01T02:55:16.999" v="1224" actId="47"/>
        <pc:sldMkLst>
          <pc:docMk/>
          <pc:sldMk cId="2837682616" sldId="311"/>
        </pc:sldMkLst>
        <pc:spChg chg="add del mod">
          <ac:chgData name="Kent Roller" userId="817c41d8bb86f71b" providerId="LiveId" clId="{46567E77-BBD2-4EDA-B3DB-8024DE80F076}" dt="2023-11-01T01:04:35.786" v="632" actId="20577"/>
          <ac:spMkLst>
            <pc:docMk/>
            <pc:sldMk cId="2837682616" sldId="311"/>
            <ac:spMk id="2" creationId="{D7E92E9E-3DF8-AD17-F93A-9C9A884E6E78}"/>
          </ac:spMkLst>
        </pc:spChg>
        <pc:spChg chg="del">
          <ac:chgData name="Kent Roller" userId="817c41d8bb86f71b" providerId="LiveId" clId="{46567E77-BBD2-4EDA-B3DB-8024DE80F076}" dt="2023-11-01T00:36:40.340" v="184" actId="931"/>
          <ac:spMkLst>
            <pc:docMk/>
            <pc:sldMk cId="2837682616" sldId="311"/>
            <ac:spMk id="3" creationId="{FECF7C4B-70D4-5E0E-8871-01BC44F963A2}"/>
          </ac:spMkLst>
        </pc:spChg>
        <pc:spChg chg="add del mod">
          <ac:chgData name="Kent Roller" userId="817c41d8bb86f71b" providerId="LiveId" clId="{46567E77-BBD2-4EDA-B3DB-8024DE80F076}" dt="2023-11-01T00:40:23.467" v="195" actId="26606"/>
          <ac:spMkLst>
            <pc:docMk/>
            <pc:sldMk cId="2837682616" sldId="311"/>
            <ac:spMk id="4" creationId="{7F0CA76C-9E4B-813F-1C8C-F04D2E87864B}"/>
          </ac:spMkLst>
        </pc:spChg>
        <pc:spChg chg="add del">
          <ac:chgData name="Kent Roller" userId="817c41d8bb86f71b" providerId="LiveId" clId="{46567E77-BBD2-4EDA-B3DB-8024DE80F076}" dt="2023-11-01T00:36:57.988" v="186" actId="26606"/>
          <ac:spMkLst>
            <pc:docMk/>
            <pc:sldMk cId="2837682616" sldId="311"/>
            <ac:spMk id="23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0:36:57.988" v="186" actId="26606"/>
          <ac:spMkLst>
            <pc:docMk/>
            <pc:sldMk cId="2837682616" sldId="311"/>
            <ac:spMk id="36" creationId="{7941F9B1-B01B-4A84-89D9-B169AEB4E456}"/>
          </ac:spMkLst>
        </pc:spChg>
        <pc:spChg chg="add del">
          <ac:chgData name="Kent Roller" userId="817c41d8bb86f71b" providerId="LiveId" clId="{46567E77-BBD2-4EDA-B3DB-8024DE80F076}" dt="2023-11-01T00:37:00.072" v="188" actId="26606"/>
          <ac:spMkLst>
            <pc:docMk/>
            <pc:sldMk cId="2837682616" sldId="311"/>
            <ac:spMk id="47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0:37:00.072" v="188" actId="26606"/>
          <ac:spMkLst>
            <pc:docMk/>
            <pc:sldMk cId="2837682616" sldId="311"/>
            <ac:spMk id="57" creationId="{7941F9B1-B01B-4A84-89D9-B169AEB4E456}"/>
          </ac:spMkLst>
        </pc:spChg>
        <pc:spChg chg="add del">
          <ac:chgData name="Kent Roller" userId="817c41d8bb86f71b" providerId="LiveId" clId="{46567E77-BBD2-4EDA-B3DB-8024DE80F076}" dt="2023-11-01T00:40:06.728" v="194" actId="26606"/>
          <ac:spMkLst>
            <pc:docMk/>
            <pc:sldMk cId="2837682616" sldId="311"/>
            <ac:spMk id="60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0:40:06.728" v="194" actId="26606"/>
          <ac:spMkLst>
            <pc:docMk/>
            <pc:sldMk cId="2837682616" sldId="311"/>
            <ac:spMk id="62" creationId="{7941F9B1-B01B-4A84-89D9-B169AEB4E456}"/>
          </ac:spMkLst>
        </pc:spChg>
        <pc:spChg chg="add del">
          <ac:chgData name="Kent Roller" userId="817c41d8bb86f71b" providerId="LiveId" clId="{46567E77-BBD2-4EDA-B3DB-8024DE80F076}" dt="2023-11-01T00:40:02.285" v="191" actId="26606"/>
          <ac:spMkLst>
            <pc:docMk/>
            <pc:sldMk cId="2837682616" sldId="311"/>
            <ac:spMk id="79" creationId="{21029ED5-F105-4DD2-99C8-1E4422817978}"/>
          </ac:spMkLst>
        </pc:spChg>
        <pc:spChg chg="add del">
          <ac:chgData name="Kent Roller" userId="817c41d8bb86f71b" providerId="LiveId" clId="{46567E77-BBD2-4EDA-B3DB-8024DE80F076}" dt="2023-11-01T00:40:02.285" v="191" actId="26606"/>
          <ac:spMkLst>
            <pc:docMk/>
            <pc:sldMk cId="2837682616" sldId="311"/>
            <ac:spMk id="92" creationId="{5C9652B3-A450-4ED6-8FBF-F536BA60B4D8}"/>
          </ac:spMkLst>
        </pc:spChg>
        <pc:spChg chg="add del">
          <ac:chgData name="Kent Roller" userId="817c41d8bb86f71b" providerId="LiveId" clId="{46567E77-BBD2-4EDA-B3DB-8024DE80F076}" dt="2023-11-01T00:40:05.963" v="193" actId="26606"/>
          <ac:spMkLst>
            <pc:docMk/>
            <pc:sldMk cId="2837682616" sldId="311"/>
            <ac:spMk id="103" creationId="{85C2136B-77EC-41E9-BDB6-58A4AE1429B7}"/>
          </ac:spMkLst>
        </pc:spChg>
        <pc:spChg chg="add del">
          <ac:chgData name="Kent Roller" userId="817c41d8bb86f71b" providerId="LiveId" clId="{46567E77-BBD2-4EDA-B3DB-8024DE80F076}" dt="2023-11-01T00:40:05.963" v="193" actId="26606"/>
          <ac:spMkLst>
            <pc:docMk/>
            <pc:sldMk cId="2837682616" sldId="311"/>
            <ac:spMk id="106" creationId="{7FBCF2A6-1F18-4B68-B5D2-5B763ED4159A}"/>
          </ac:spMkLst>
        </pc:spChg>
        <pc:spChg chg="add del">
          <ac:chgData name="Kent Roller" userId="817c41d8bb86f71b" providerId="LiveId" clId="{46567E77-BBD2-4EDA-B3DB-8024DE80F076}" dt="2023-11-01T00:40:05.963" v="193" actId="26606"/>
          <ac:spMkLst>
            <pc:docMk/>
            <pc:sldMk cId="2837682616" sldId="311"/>
            <ac:spMk id="107" creationId="{FF3A27FB-A693-4A75-951E-0C77CD98F032}"/>
          </ac:spMkLst>
        </pc:spChg>
        <pc:grpChg chg="add">
          <ac:chgData name="Kent Roller" userId="817c41d8bb86f71b" providerId="LiveId" clId="{46567E77-BBD2-4EDA-B3DB-8024DE80F076}" dt="2023-11-01T00:40:23.467" v="195" actId="26606"/>
          <ac:grpSpMkLst>
            <pc:docMk/>
            <pc:sldMk cId="2837682616" sldId="311"/>
            <ac:grpSpMk id="8" creationId="{10BE40E3-5550-4CDD-B4FD-387C33EBF157}"/>
          </ac:grpSpMkLst>
        </pc:grpChg>
        <pc:grpChg chg="add del">
          <ac:chgData name="Kent Roller" userId="817c41d8bb86f71b" providerId="LiveId" clId="{46567E77-BBD2-4EDA-B3DB-8024DE80F076}" dt="2023-11-01T00:36:57.988" v="186" actId="26606"/>
          <ac:grpSpMkLst>
            <pc:docMk/>
            <pc:sldMk cId="2837682616" sldId="311"/>
            <ac:grpSpMk id="11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0:36:57.988" v="186" actId="26606"/>
          <ac:grpSpMkLst>
            <pc:docMk/>
            <pc:sldMk cId="2837682616" sldId="311"/>
            <ac:grpSpMk id="25" creationId="{2109F83F-40FE-4DB3-84CC-09FB3340D06D}"/>
          </ac:grpSpMkLst>
        </pc:grpChg>
        <pc:grpChg chg="add del">
          <ac:chgData name="Kent Roller" userId="817c41d8bb86f71b" providerId="LiveId" clId="{46567E77-BBD2-4EDA-B3DB-8024DE80F076}" dt="2023-11-01T00:37:00.072" v="188" actId="26606"/>
          <ac:grpSpMkLst>
            <pc:docMk/>
            <pc:sldMk cId="2837682616" sldId="311"/>
            <ac:grpSpMk id="38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0:37:00.072" v="188" actId="26606"/>
          <ac:grpSpMkLst>
            <pc:docMk/>
            <pc:sldMk cId="2837682616" sldId="311"/>
            <ac:grpSpMk id="48" creationId="{2109F83F-40FE-4DB3-84CC-09FB3340D06D}"/>
          </ac:grpSpMkLst>
        </pc:grpChg>
        <pc:grpChg chg="add del">
          <ac:chgData name="Kent Roller" userId="817c41d8bb86f71b" providerId="LiveId" clId="{46567E77-BBD2-4EDA-B3DB-8024DE80F076}" dt="2023-11-01T00:40:06.728" v="194" actId="26606"/>
          <ac:grpSpMkLst>
            <pc:docMk/>
            <pc:sldMk cId="2837682616" sldId="311"/>
            <ac:grpSpMk id="59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0:40:06.728" v="194" actId="26606"/>
          <ac:grpSpMkLst>
            <pc:docMk/>
            <pc:sldMk cId="2837682616" sldId="311"/>
            <ac:grpSpMk id="61" creationId="{2109F83F-40FE-4DB3-84CC-09FB3340D06D}"/>
          </ac:grpSpMkLst>
        </pc:grpChg>
        <pc:grpChg chg="add del">
          <ac:chgData name="Kent Roller" userId="817c41d8bb86f71b" providerId="LiveId" clId="{46567E77-BBD2-4EDA-B3DB-8024DE80F076}" dt="2023-11-01T00:40:02.285" v="191" actId="26606"/>
          <ac:grpSpMkLst>
            <pc:docMk/>
            <pc:sldMk cId="2837682616" sldId="311"/>
            <ac:grpSpMk id="67" creationId="{0565C35A-C6FA-4269-822E-6DB5B9C48882}"/>
          </ac:grpSpMkLst>
        </pc:grpChg>
        <pc:grpChg chg="add del">
          <ac:chgData name="Kent Roller" userId="817c41d8bb86f71b" providerId="LiveId" clId="{46567E77-BBD2-4EDA-B3DB-8024DE80F076}" dt="2023-11-01T00:40:02.285" v="191" actId="26606"/>
          <ac:grpSpMkLst>
            <pc:docMk/>
            <pc:sldMk cId="2837682616" sldId="311"/>
            <ac:grpSpMk id="81" creationId="{2D621E68-BF28-4A1C-B1A2-4E55E139E79A}"/>
          </ac:grpSpMkLst>
        </pc:grpChg>
        <pc:grpChg chg="add del">
          <ac:chgData name="Kent Roller" userId="817c41d8bb86f71b" providerId="LiveId" clId="{46567E77-BBD2-4EDA-B3DB-8024DE80F076}" dt="2023-11-01T00:40:05.963" v="193" actId="26606"/>
          <ac:grpSpMkLst>
            <pc:docMk/>
            <pc:sldMk cId="2837682616" sldId="311"/>
            <ac:grpSpMk id="94" creationId="{0565C35A-C6FA-4269-822E-6DB5B9C48882}"/>
          </ac:grpSpMkLst>
        </pc:grpChg>
        <pc:picChg chg="add mod ord">
          <ac:chgData name="Kent Roller" userId="817c41d8bb86f71b" providerId="LiveId" clId="{46567E77-BBD2-4EDA-B3DB-8024DE80F076}" dt="2023-11-01T02:13:13.448" v="1112" actId="14100"/>
          <ac:picMkLst>
            <pc:docMk/>
            <pc:sldMk cId="2837682616" sldId="311"/>
            <ac:picMk id="6" creationId="{ACBE85AE-8FA2-FCE2-0D81-3613FB4200AD}"/>
          </ac:picMkLst>
        </pc:picChg>
        <pc:cxnChg chg="add del">
          <ac:chgData name="Kent Roller" userId="817c41d8bb86f71b" providerId="LiveId" clId="{46567E77-BBD2-4EDA-B3DB-8024DE80F076}" dt="2023-11-01T00:40:05.963" v="193" actId="26606"/>
          <ac:cxnSpMkLst>
            <pc:docMk/>
            <pc:sldMk cId="2837682616" sldId="311"/>
            <ac:cxnSpMk id="104" creationId="{E55891F3-A5E2-4418-8950-25FA2B731209}"/>
          </ac:cxnSpMkLst>
        </pc:cxnChg>
        <pc:cxnChg chg="add del">
          <ac:chgData name="Kent Roller" userId="817c41d8bb86f71b" providerId="LiveId" clId="{46567E77-BBD2-4EDA-B3DB-8024DE80F076}" dt="2023-11-01T00:40:05.963" v="193" actId="26606"/>
          <ac:cxnSpMkLst>
            <pc:docMk/>
            <pc:sldMk cId="2837682616" sldId="311"/>
            <ac:cxnSpMk id="105" creationId="{FB1FCEB1-A7E1-417C-A7EF-AA30D5A0859F}"/>
          </ac:cxnSpMkLst>
        </pc:cxnChg>
      </pc:sldChg>
      <pc:sldChg chg="addSp delSp modSp new del mod">
        <pc:chgData name="Kent Roller" userId="817c41d8bb86f71b" providerId="LiveId" clId="{46567E77-BBD2-4EDA-B3DB-8024DE80F076}" dt="2023-11-01T02:57:00.573" v="1260" actId="47"/>
        <pc:sldMkLst>
          <pc:docMk/>
          <pc:sldMk cId="2461751619" sldId="312"/>
        </pc:sldMkLst>
        <pc:spChg chg="mod">
          <ac:chgData name="Kent Roller" userId="817c41d8bb86f71b" providerId="LiveId" clId="{46567E77-BBD2-4EDA-B3DB-8024DE80F076}" dt="2023-11-01T00:53:19.950" v="251" actId="14100"/>
          <ac:spMkLst>
            <pc:docMk/>
            <pc:sldMk cId="2461751619" sldId="312"/>
            <ac:spMk id="2" creationId="{0303308D-27D0-A189-1120-12218E30A51F}"/>
          </ac:spMkLst>
        </pc:spChg>
        <pc:spChg chg="del">
          <ac:chgData name="Kent Roller" userId="817c41d8bb86f71b" providerId="LiveId" clId="{46567E77-BBD2-4EDA-B3DB-8024DE80F076}" dt="2023-11-01T00:52:37.550" v="219" actId="931"/>
          <ac:spMkLst>
            <pc:docMk/>
            <pc:sldMk cId="2461751619" sldId="312"/>
            <ac:spMk id="3" creationId="{0F7A9633-F8C3-7C2D-0F90-7355E48B61AD}"/>
          </ac:spMkLst>
        </pc:spChg>
        <pc:picChg chg="add mod">
          <ac:chgData name="Kent Roller" userId="817c41d8bb86f71b" providerId="LiveId" clId="{46567E77-BBD2-4EDA-B3DB-8024DE80F076}" dt="2023-11-01T00:53:30.331" v="254" actId="14100"/>
          <ac:picMkLst>
            <pc:docMk/>
            <pc:sldMk cId="2461751619" sldId="312"/>
            <ac:picMk id="5" creationId="{9567A691-E151-1CA2-91E4-178F26939A81}"/>
          </ac:picMkLst>
        </pc:picChg>
      </pc:sldChg>
      <pc:sldChg chg="addSp delSp modSp new del mod setBg delDesignElem">
        <pc:chgData name="Kent Roller" userId="817c41d8bb86f71b" providerId="LiveId" clId="{46567E77-BBD2-4EDA-B3DB-8024DE80F076}" dt="2023-11-01T16:52:28.737" v="5991" actId="47"/>
        <pc:sldMkLst>
          <pc:docMk/>
          <pc:sldMk cId="2111157574" sldId="313"/>
        </pc:sldMkLst>
        <pc:spChg chg="add del mod">
          <ac:chgData name="Kent Roller" userId="817c41d8bb86f71b" providerId="LiveId" clId="{46567E77-BBD2-4EDA-B3DB-8024DE80F076}" dt="2023-11-01T01:09:11.410" v="744" actId="26606"/>
          <ac:spMkLst>
            <pc:docMk/>
            <pc:sldMk cId="2111157574" sldId="313"/>
            <ac:spMk id="2" creationId="{DA0F3DE5-7075-0587-69E8-7EAB533F7832}"/>
          </ac:spMkLst>
        </pc:spChg>
        <pc:spChg chg="add mod">
          <ac:chgData name="Kent Roller" userId="817c41d8bb86f71b" providerId="LiveId" clId="{46567E77-BBD2-4EDA-B3DB-8024DE80F076}" dt="2023-11-01T16:49:08.781" v="5696" actId="21"/>
          <ac:spMkLst>
            <pc:docMk/>
            <pc:sldMk cId="2111157574" sldId="313"/>
            <ac:spMk id="3" creationId="{0BC331B6-C391-633D-82D1-E470AEDA099B}"/>
          </ac:spMkLst>
        </pc:spChg>
        <pc:spChg chg="del">
          <ac:chgData name="Kent Roller" userId="817c41d8bb86f71b" providerId="LiveId" clId="{46567E77-BBD2-4EDA-B3DB-8024DE80F076}" dt="2023-11-01T01:07:25.083" v="729"/>
          <ac:spMkLst>
            <pc:docMk/>
            <pc:sldMk cId="2111157574" sldId="313"/>
            <ac:spMk id="3" creationId="{A1CAEA10-500B-2796-2560-9C56132DCB35}"/>
          </ac:spMkLst>
        </pc:spChg>
        <pc:spChg chg="add del mod">
          <ac:chgData name="Kent Roller" userId="817c41d8bb86f71b" providerId="LiveId" clId="{46567E77-BBD2-4EDA-B3DB-8024DE80F076}" dt="2023-11-01T01:09:11.410" v="744" actId="26606"/>
          <ac:spMkLst>
            <pc:docMk/>
            <pc:sldMk cId="2111157574" sldId="313"/>
            <ac:spMk id="4" creationId="{3314580E-551D-6706-DF2A-4FAA52E3EC8C}"/>
          </ac:spMkLst>
        </pc:spChg>
        <pc:spChg chg="add del">
          <ac:chgData name="Kent Roller" userId="817c41d8bb86f71b" providerId="LiveId" clId="{46567E77-BBD2-4EDA-B3DB-8024DE80F076}" dt="2023-11-01T01:09:03.223" v="739" actId="26606"/>
          <ac:spMkLst>
            <pc:docMk/>
            <pc:sldMk cId="2111157574" sldId="313"/>
            <ac:spMk id="33" creationId="{3BCB5F6A-9EB0-40B0-9D13-3023E9A20508}"/>
          </ac:spMkLst>
        </pc:spChg>
        <pc:spChg chg="add del">
          <ac:chgData name="Kent Roller" userId="817c41d8bb86f71b" providerId="LiveId" clId="{46567E77-BBD2-4EDA-B3DB-8024DE80F076}" dt="2023-11-01T01:09:06.509" v="741" actId="26606"/>
          <ac:spMkLst>
            <pc:docMk/>
            <pc:sldMk cId="2111157574" sldId="313"/>
            <ac:spMk id="35" creationId="{7941F9B1-B01B-4A84-89D9-B169AEB4E456}"/>
          </ac:spMkLst>
        </pc:spChg>
        <pc:spChg chg="add del">
          <ac:chgData name="Kent Roller" userId="817c41d8bb86f71b" providerId="LiveId" clId="{46567E77-BBD2-4EDA-B3DB-8024DE80F076}" dt="2023-11-01T01:09:06.509" v="741" actId="26606"/>
          <ac:spMkLst>
            <pc:docMk/>
            <pc:sldMk cId="2111157574" sldId="313"/>
            <ac:spMk id="45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1:09:11.406" v="743" actId="26606"/>
          <ac:spMkLst>
            <pc:docMk/>
            <pc:sldMk cId="2111157574" sldId="313"/>
            <ac:spMk id="50" creationId="{03E8462A-FEBA-4848-81CC-3F8DA3E477BE}"/>
          </ac:spMkLst>
        </pc:spChg>
        <pc:spChg chg="add del">
          <ac:chgData name="Kent Roller" userId="817c41d8bb86f71b" providerId="LiveId" clId="{46567E77-BBD2-4EDA-B3DB-8024DE80F076}" dt="2023-11-01T01:09:11.406" v="743" actId="26606"/>
          <ac:spMkLst>
            <pc:docMk/>
            <pc:sldMk cId="2111157574" sldId="313"/>
            <ac:spMk id="60" creationId="{7941F9B1-B01B-4A84-89D9-B169AEB4E456}"/>
          </ac:spMkLst>
        </pc:spChg>
        <pc:spChg chg="add mod">
          <ac:chgData name="Kent Roller" userId="817c41d8bb86f71b" providerId="LiveId" clId="{46567E77-BBD2-4EDA-B3DB-8024DE80F076}" dt="2023-11-01T01:13:05.497" v="792" actId="20577"/>
          <ac:spMkLst>
            <pc:docMk/>
            <pc:sldMk cId="2111157574" sldId="313"/>
            <ac:spMk id="71" creationId="{DA0F3DE5-7075-0587-69E8-7EAB533F7832}"/>
          </ac:spMkLst>
        </pc:spChg>
        <pc:spChg chg="add mod">
          <ac:chgData name="Kent Roller" userId="817c41d8bb86f71b" providerId="LiveId" clId="{46567E77-BBD2-4EDA-B3DB-8024DE80F076}" dt="2023-11-01T01:48:00.621" v="893" actId="20577"/>
          <ac:spMkLst>
            <pc:docMk/>
            <pc:sldMk cId="2111157574" sldId="313"/>
            <ac:spMk id="72" creationId="{3314580E-551D-6706-DF2A-4FAA52E3EC8C}"/>
          </ac:spMkLst>
        </pc:spChg>
        <pc:grpChg chg="add del">
          <ac:chgData name="Kent Roller" userId="817c41d8bb86f71b" providerId="LiveId" clId="{46567E77-BBD2-4EDA-B3DB-8024DE80F076}" dt="2023-11-01T01:08:54.845" v="735" actId="26606"/>
          <ac:grpSpMkLst>
            <pc:docMk/>
            <pc:sldMk cId="2111157574" sldId="313"/>
            <ac:grpSpMk id="10" creationId="{1F2B4773-3207-44CC-B7AC-892B70498211}"/>
          </ac:grpSpMkLst>
        </pc:grpChg>
        <pc:grpChg chg="add del">
          <ac:chgData name="Kent Roller" userId="817c41d8bb86f71b" providerId="LiveId" clId="{46567E77-BBD2-4EDA-B3DB-8024DE80F076}" dt="2023-11-01T01:08:56.085" v="737" actId="26606"/>
          <ac:grpSpMkLst>
            <pc:docMk/>
            <pc:sldMk cId="2111157574" sldId="313"/>
            <ac:grpSpMk id="22" creationId="{1F2B4773-3207-44CC-B7AC-892B70498211}"/>
          </ac:grpSpMkLst>
        </pc:grpChg>
        <pc:grpChg chg="add del">
          <ac:chgData name="Kent Roller" userId="817c41d8bb86f71b" providerId="LiveId" clId="{46567E77-BBD2-4EDA-B3DB-8024DE80F076}" dt="2023-11-01T01:09:06.509" v="741" actId="26606"/>
          <ac:grpSpMkLst>
            <pc:docMk/>
            <pc:sldMk cId="2111157574" sldId="313"/>
            <ac:grpSpMk id="24" creationId="{2109F83F-40FE-4DB3-84CC-09FB3340D06D}"/>
          </ac:grpSpMkLst>
        </pc:grpChg>
        <pc:grpChg chg="add del">
          <ac:chgData name="Kent Roller" userId="817c41d8bb86f71b" providerId="LiveId" clId="{46567E77-BBD2-4EDA-B3DB-8024DE80F076}" dt="2023-11-01T01:09:03.223" v="739" actId="26606"/>
          <ac:grpSpMkLst>
            <pc:docMk/>
            <pc:sldMk cId="2111157574" sldId="313"/>
            <ac:grpSpMk id="32" creationId="{10BE40E3-5550-4CDD-B4FD-387C33EBF157}"/>
          </ac:grpSpMkLst>
        </pc:grpChg>
        <pc:grpChg chg="add del">
          <ac:chgData name="Kent Roller" userId="817c41d8bb86f71b" providerId="LiveId" clId="{46567E77-BBD2-4EDA-B3DB-8024DE80F076}" dt="2023-11-01T01:09:06.509" v="741" actId="26606"/>
          <ac:grpSpMkLst>
            <pc:docMk/>
            <pc:sldMk cId="2111157574" sldId="313"/>
            <ac:grpSpMk id="36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1:09:11.406" v="743" actId="26606"/>
          <ac:grpSpMkLst>
            <pc:docMk/>
            <pc:sldMk cId="2111157574" sldId="313"/>
            <ac:grpSpMk id="49" creationId="{609316A9-990D-4EC3-A671-70EE5C1493A4}"/>
          </ac:grpSpMkLst>
        </pc:grpChg>
        <pc:grpChg chg="add del">
          <ac:chgData name="Kent Roller" userId="817c41d8bb86f71b" providerId="LiveId" clId="{46567E77-BBD2-4EDA-B3DB-8024DE80F076}" dt="2023-11-01T01:09:11.406" v="743" actId="26606"/>
          <ac:grpSpMkLst>
            <pc:docMk/>
            <pc:sldMk cId="2111157574" sldId="313"/>
            <ac:grpSpMk id="51" creationId="{2109F83F-40FE-4DB3-84CC-09FB3340D06D}"/>
          </ac:grpSpMkLst>
        </pc:grpChg>
        <pc:grpChg chg="add del">
          <ac:chgData name="Kent Roller" userId="817c41d8bb86f71b" providerId="LiveId" clId="{46567E77-BBD2-4EDA-B3DB-8024DE80F076}" dt="2023-11-01T05:15:08.510" v="1809"/>
          <ac:grpSpMkLst>
            <pc:docMk/>
            <pc:sldMk cId="2111157574" sldId="313"/>
            <ac:grpSpMk id="62" creationId="{10BE40E3-5550-4CDD-B4FD-387C33EBF157}"/>
          </ac:grpSpMkLst>
        </pc:grpChg>
        <pc:picChg chg="add del mod">
          <ac:chgData name="Kent Roller" userId="817c41d8bb86f71b" providerId="LiveId" clId="{46567E77-BBD2-4EDA-B3DB-8024DE80F076}" dt="2023-11-01T16:49:08.781" v="5696" actId="21"/>
          <ac:picMkLst>
            <pc:docMk/>
            <pc:sldMk cId="2111157574" sldId="313"/>
            <ac:picMk id="5" creationId="{70F8536F-AC18-FBA2-08E8-1AF4A0EFAF1B}"/>
          </ac:picMkLst>
        </pc:picChg>
      </pc:sldChg>
      <pc:sldChg chg="addSp delSp modSp new mod setBg delDesignElem">
        <pc:chgData name="Kent Roller" userId="817c41d8bb86f71b" providerId="LiveId" clId="{46567E77-BBD2-4EDA-B3DB-8024DE80F076}" dt="2023-11-01T06:10:37.644" v="2410" actId="20577"/>
        <pc:sldMkLst>
          <pc:docMk/>
          <pc:sldMk cId="21012039" sldId="314"/>
        </pc:sldMkLst>
        <pc:spChg chg="mod">
          <ac:chgData name="Kent Roller" userId="817c41d8bb86f71b" providerId="LiveId" clId="{46567E77-BBD2-4EDA-B3DB-8024DE80F076}" dt="2023-11-01T02:12:48.464" v="1111" actId="20577"/>
          <ac:spMkLst>
            <pc:docMk/>
            <pc:sldMk cId="21012039" sldId="314"/>
            <ac:spMk id="2" creationId="{94A67E0D-479F-C8F0-714B-366409A789A7}"/>
          </ac:spMkLst>
        </pc:spChg>
        <pc:spChg chg="mod">
          <ac:chgData name="Kent Roller" userId="817c41d8bb86f71b" providerId="LiveId" clId="{46567E77-BBD2-4EDA-B3DB-8024DE80F076}" dt="2023-11-01T05:17:27.995" v="1821" actId="1076"/>
          <ac:spMkLst>
            <pc:docMk/>
            <pc:sldMk cId="21012039" sldId="314"/>
            <ac:spMk id="3" creationId="{D260DD7B-D836-37C8-A396-9FE02D88B6FE}"/>
          </ac:spMkLst>
        </pc:spChg>
        <pc:spChg chg="add mod">
          <ac:chgData name="Kent Roller" userId="817c41d8bb86f71b" providerId="LiveId" clId="{46567E77-BBD2-4EDA-B3DB-8024DE80F076}" dt="2023-11-01T06:10:37.644" v="2410" actId="20577"/>
          <ac:spMkLst>
            <pc:docMk/>
            <pc:sldMk cId="21012039" sldId="314"/>
            <ac:spMk id="4" creationId="{215337A8-5B52-F376-D9FE-4CAF28866A08}"/>
          </ac:spMkLst>
        </pc:spChg>
        <pc:spChg chg="add del">
          <ac:chgData name="Kent Roller" userId="817c41d8bb86f71b" providerId="LiveId" clId="{46567E77-BBD2-4EDA-B3DB-8024DE80F076}" dt="2023-11-01T05:15:08.510" v="1809"/>
          <ac:spMkLst>
            <pc:docMk/>
            <pc:sldMk cId="21012039" sldId="314"/>
            <ac:spMk id="8" creationId="{0ADFFC45-3DC9-4433-926F-043E879D9DFC}"/>
          </ac:spMkLst>
        </pc:spChg>
        <pc:spChg chg="add del">
          <ac:chgData name="Kent Roller" userId="817c41d8bb86f71b" providerId="LiveId" clId="{46567E77-BBD2-4EDA-B3DB-8024DE80F076}" dt="2023-11-01T05:15:08.510" v="1809"/>
          <ac:spMkLst>
            <pc:docMk/>
            <pc:sldMk cId="21012039" sldId="314"/>
            <ac:spMk id="19" creationId="{69370F01-B8C9-4CE4-824C-92B2792E6ED0}"/>
          </ac:spMkLst>
        </pc:spChg>
        <pc:grpChg chg="add del">
          <ac:chgData name="Kent Roller" userId="817c41d8bb86f71b" providerId="LiveId" clId="{46567E77-BBD2-4EDA-B3DB-8024DE80F076}" dt="2023-11-01T05:15:08.510" v="1809"/>
          <ac:grpSpMkLst>
            <pc:docMk/>
            <pc:sldMk cId="21012039" sldId="314"/>
            <ac:grpSpMk id="10" creationId="{B5F26A87-0610-435F-AA13-BD658385C9D9}"/>
          </ac:grpSpMkLst>
        </pc:grpChg>
      </pc:sldChg>
      <pc:sldChg chg="addSp delSp modSp new del mod">
        <pc:chgData name="Kent Roller" userId="817c41d8bb86f71b" providerId="LiveId" clId="{46567E77-BBD2-4EDA-B3DB-8024DE80F076}" dt="2023-11-01T03:09:46.090" v="1310" actId="47"/>
        <pc:sldMkLst>
          <pc:docMk/>
          <pc:sldMk cId="692080435" sldId="315"/>
        </pc:sldMkLst>
        <pc:spChg chg="mod">
          <ac:chgData name="Kent Roller" userId="817c41d8bb86f71b" providerId="LiveId" clId="{46567E77-BBD2-4EDA-B3DB-8024DE80F076}" dt="2023-11-01T02:53:09.550" v="1155" actId="14100"/>
          <ac:spMkLst>
            <pc:docMk/>
            <pc:sldMk cId="692080435" sldId="315"/>
            <ac:spMk id="2" creationId="{1C3BFE9A-EA38-4B75-06C8-737AFCCE4BA5}"/>
          </ac:spMkLst>
        </pc:spChg>
        <pc:spChg chg="del">
          <ac:chgData name="Kent Roller" userId="817c41d8bb86f71b" providerId="LiveId" clId="{46567E77-BBD2-4EDA-B3DB-8024DE80F076}" dt="2023-11-01T02:52:52.881" v="1114" actId="931"/>
          <ac:spMkLst>
            <pc:docMk/>
            <pc:sldMk cId="692080435" sldId="315"/>
            <ac:spMk id="3" creationId="{E8145393-49EF-CE21-7500-B5AFF802D0BB}"/>
          </ac:spMkLst>
        </pc:spChg>
        <pc:picChg chg="add mod">
          <ac:chgData name="Kent Roller" userId="817c41d8bb86f71b" providerId="LiveId" clId="{46567E77-BBD2-4EDA-B3DB-8024DE80F076}" dt="2023-11-01T03:09:08.209" v="1305" actId="14100"/>
          <ac:picMkLst>
            <pc:docMk/>
            <pc:sldMk cId="692080435" sldId="315"/>
            <ac:picMk id="5" creationId="{B394F1F0-E956-A4AD-B83F-6361A9B9E092}"/>
          </ac:picMkLst>
        </pc:picChg>
      </pc:sldChg>
      <pc:sldChg chg="addSp delSp modSp new del mod">
        <pc:chgData name="Kent Roller" userId="817c41d8bb86f71b" providerId="LiveId" clId="{46567E77-BBD2-4EDA-B3DB-8024DE80F076}" dt="2023-11-01T03:14:11.424" v="1363" actId="47"/>
        <pc:sldMkLst>
          <pc:docMk/>
          <pc:sldMk cId="1435021460" sldId="316"/>
        </pc:sldMkLst>
        <pc:spChg chg="mod">
          <ac:chgData name="Kent Roller" userId="817c41d8bb86f71b" providerId="LiveId" clId="{46567E77-BBD2-4EDA-B3DB-8024DE80F076}" dt="2023-11-01T02:54:39.096" v="1218" actId="14100"/>
          <ac:spMkLst>
            <pc:docMk/>
            <pc:sldMk cId="1435021460" sldId="316"/>
            <ac:spMk id="2" creationId="{1724F8F4-12E8-2907-C4A7-68A0A83BCDB7}"/>
          </ac:spMkLst>
        </pc:spChg>
        <pc:spChg chg="del">
          <ac:chgData name="Kent Roller" userId="817c41d8bb86f71b" providerId="LiveId" clId="{46567E77-BBD2-4EDA-B3DB-8024DE80F076}" dt="2023-11-01T02:54:48.660" v="1219" actId="931"/>
          <ac:spMkLst>
            <pc:docMk/>
            <pc:sldMk cId="1435021460" sldId="316"/>
            <ac:spMk id="3" creationId="{78EAD33B-D417-9213-7323-47CA80ED3B99}"/>
          </ac:spMkLst>
        </pc:spChg>
        <pc:picChg chg="add mod">
          <ac:chgData name="Kent Roller" userId="817c41d8bb86f71b" providerId="LiveId" clId="{46567E77-BBD2-4EDA-B3DB-8024DE80F076}" dt="2023-11-01T02:55:05.668" v="1223" actId="14100"/>
          <ac:picMkLst>
            <pc:docMk/>
            <pc:sldMk cId="1435021460" sldId="316"/>
            <ac:picMk id="5" creationId="{377B8FE2-7A91-E35B-BCBA-6FF27A688D91}"/>
          </ac:picMkLst>
        </pc:picChg>
      </pc:sldChg>
      <pc:sldChg chg="addSp delSp modSp new mod ord">
        <pc:chgData name="Kent Roller" userId="817c41d8bb86f71b" providerId="LiveId" clId="{46567E77-BBD2-4EDA-B3DB-8024DE80F076}" dt="2023-11-01T17:01:23.614" v="6531" actId="20577"/>
        <pc:sldMkLst>
          <pc:docMk/>
          <pc:sldMk cId="1876578998" sldId="317"/>
        </pc:sldMkLst>
        <pc:spChg chg="mod">
          <ac:chgData name="Kent Roller" userId="817c41d8bb86f71b" providerId="LiveId" clId="{46567E77-BBD2-4EDA-B3DB-8024DE80F076}" dt="2023-11-01T04:56:54.136" v="1521" actId="1076"/>
          <ac:spMkLst>
            <pc:docMk/>
            <pc:sldMk cId="1876578998" sldId="317"/>
            <ac:spMk id="2" creationId="{6BE01E93-9A6D-F5A7-5221-0D88425FDC9E}"/>
          </ac:spMkLst>
        </pc:spChg>
        <pc:spChg chg="add mod">
          <ac:chgData name="Kent Roller" userId="817c41d8bb86f71b" providerId="LiveId" clId="{46567E77-BBD2-4EDA-B3DB-8024DE80F076}" dt="2023-11-01T17:01:23.614" v="6531" actId="20577"/>
          <ac:spMkLst>
            <pc:docMk/>
            <pc:sldMk cId="1876578998" sldId="317"/>
            <ac:spMk id="3" creationId="{1DBA8404-61FE-D0E0-6920-912D682BE548}"/>
          </ac:spMkLst>
        </pc:spChg>
        <pc:spChg chg="del">
          <ac:chgData name="Kent Roller" userId="817c41d8bb86f71b" providerId="LiveId" clId="{46567E77-BBD2-4EDA-B3DB-8024DE80F076}" dt="2023-11-01T02:56:25.617" v="1226" actId="931"/>
          <ac:spMkLst>
            <pc:docMk/>
            <pc:sldMk cId="1876578998" sldId="317"/>
            <ac:spMk id="3" creationId="{71901872-8725-E0FD-B3B2-63FBAF8F86AE}"/>
          </ac:spMkLst>
        </pc:spChg>
        <pc:spChg chg="add del mod">
          <ac:chgData name="Kent Roller" userId="817c41d8bb86f71b" providerId="LiveId" clId="{46567E77-BBD2-4EDA-B3DB-8024DE80F076}" dt="2023-11-01T04:56:27.990" v="1514" actId="931"/>
          <ac:spMkLst>
            <pc:docMk/>
            <pc:sldMk cId="1876578998" sldId="317"/>
            <ac:spMk id="7" creationId="{E07672E6-CF3B-A853-B471-2022A86B849C}"/>
          </ac:spMkLst>
        </pc:spChg>
        <pc:picChg chg="add del mod">
          <ac:chgData name="Kent Roller" userId="817c41d8bb86f71b" providerId="LiveId" clId="{46567E77-BBD2-4EDA-B3DB-8024DE80F076}" dt="2023-11-01T04:56:20.343" v="1513" actId="478"/>
          <ac:picMkLst>
            <pc:docMk/>
            <pc:sldMk cId="1876578998" sldId="317"/>
            <ac:picMk id="5" creationId="{2AEA96F5-6EEA-EF3C-8B16-9989D115936C}"/>
          </ac:picMkLst>
        </pc:picChg>
        <pc:picChg chg="add mod">
          <ac:chgData name="Kent Roller" userId="817c41d8bb86f71b" providerId="LiveId" clId="{46567E77-BBD2-4EDA-B3DB-8024DE80F076}" dt="2023-11-01T04:56:46.808" v="1520" actId="14100"/>
          <ac:picMkLst>
            <pc:docMk/>
            <pc:sldMk cId="1876578998" sldId="317"/>
            <ac:picMk id="9" creationId="{1E31135C-68AC-A053-4062-FA8DF9F46876}"/>
          </ac:picMkLst>
        </pc:picChg>
      </pc:sldChg>
      <pc:sldChg chg="addSp delSp modSp new del mod">
        <pc:chgData name="Kent Roller" userId="817c41d8bb86f71b" providerId="LiveId" clId="{46567E77-BBD2-4EDA-B3DB-8024DE80F076}" dt="2023-11-01T04:39:12.326" v="1437" actId="47"/>
        <pc:sldMkLst>
          <pc:docMk/>
          <pc:sldMk cId="881365248" sldId="318"/>
        </pc:sldMkLst>
        <pc:spChg chg="mod">
          <ac:chgData name="Kent Roller" userId="817c41d8bb86f71b" providerId="LiveId" clId="{46567E77-BBD2-4EDA-B3DB-8024DE80F076}" dt="2023-11-01T03:09:25.925" v="1306" actId="1076"/>
          <ac:spMkLst>
            <pc:docMk/>
            <pc:sldMk cId="881365248" sldId="318"/>
            <ac:spMk id="2" creationId="{62FD6CCB-E528-48EF-23B4-ED270939B320}"/>
          </ac:spMkLst>
        </pc:spChg>
        <pc:spChg chg="del">
          <ac:chgData name="Kent Roller" userId="817c41d8bb86f71b" providerId="LiveId" clId="{46567E77-BBD2-4EDA-B3DB-8024DE80F076}" dt="2023-11-01T03:08:07.821" v="1262" actId="931"/>
          <ac:spMkLst>
            <pc:docMk/>
            <pc:sldMk cId="881365248" sldId="318"/>
            <ac:spMk id="3" creationId="{2C2D619F-AC52-DB23-EFF2-91A766BD09A4}"/>
          </ac:spMkLst>
        </pc:spChg>
        <pc:picChg chg="add mod">
          <ac:chgData name="Kent Roller" userId="817c41d8bb86f71b" providerId="LiveId" clId="{46567E77-BBD2-4EDA-B3DB-8024DE80F076}" dt="2023-11-01T03:09:38.495" v="1309" actId="14100"/>
          <ac:picMkLst>
            <pc:docMk/>
            <pc:sldMk cId="881365248" sldId="318"/>
            <ac:picMk id="5" creationId="{5C2E4B21-0BAB-824B-2C0B-EE7DFB83953F}"/>
          </ac:picMkLst>
        </pc:picChg>
      </pc:sldChg>
      <pc:sldChg chg="addSp delSp modSp new mod">
        <pc:chgData name="Kent Roller" userId="817c41d8bb86f71b" providerId="LiveId" clId="{46567E77-BBD2-4EDA-B3DB-8024DE80F076}" dt="2023-11-11T08:32:38.765" v="6632" actId="14100"/>
        <pc:sldMkLst>
          <pc:docMk/>
          <pc:sldMk cId="1780444849" sldId="319"/>
        </pc:sldMkLst>
        <pc:spChg chg="mod">
          <ac:chgData name="Kent Roller" userId="817c41d8bb86f71b" providerId="LiveId" clId="{46567E77-BBD2-4EDA-B3DB-8024DE80F076}" dt="2023-11-01T03:10:38.355" v="1358" actId="1076"/>
          <ac:spMkLst>
            <pc:docMk/>
            <pc:sldMk cId="1780444849" sldId="319"/>
            <ac:spMk id="2" creationId="{E91CEA18-40EC-C862-AB9C-7C749BFF5F9F}"/>
          </ac:spMkLst>
        </pc:spChg>
        <pc:spChg chg="add mod">
          <ac:chgData name="Kent Roller" userId="817c41d8bb86f71b" providerId="LiveId" clId="{46567E77-BBD2-4EDA-B3DB-8024DE80F076}" dt="2023-11-01T16:42:31.099" v="5482" actId="20577"/>
          <ac:spMkLst>
            <pc:docMk/>
            <pc:sldMk cId="1780444849" sldId="319"/>
            <ac:spMk id="3" creationId="{68D3D805-753A-485D-E336-0AE78EFC35C8}"/>
          </ac:spMkLst>
        </pc:spChg>
        <pc:spChg chg="del">
          <ac:chgData name="Kent Roller" userId="817c41d8bb86f71b" providerId="LiveId" clId="{46567E77-BBD2-4EDA-B3DB-8024DE80F076}" dt="2023-11-01T03:10:14.993" v="1312" actId="931"/>
          <ac:spMkLst>
            <pc:docMk/>
            <pc:sldMk cId="1780444849" sldId="319"/>
            <ac:spMk id="3" creationId="{E2813959-FED8-5534-7450-D49B4E8A7528}"/>
          </ac:spMkLst>
        </pc:spChg>
        <pc:spChg chg="add del mod">
          <ac:chgData name="Kent Roller" userId="817c41d8bb86f71b" providerId="LiveId" clId="{46567E77-BBD2-4EDA-B3DB-8024DE80F076}" dt="2023-11-11T08:32:29.859" v="6626" actId="931"/>
          <ac:spMkLst>
            <pc:docMk/>
            <pc:sldMk cId="1780444849" sldId="319"/>
            <ac:spMk id="6" creationId="{10EDB1C5-4D59-DF7E-5458-D04C12C64203}"/>
          </ac:spMkLst>
        </pc:spChg>
        <pc:picChg chg="add del mod">
          <ac:chgData name="Kent Roller" userId="817c41d8bb86f71b" providerId="LiveId" clId="{46567E77-BBD2-4EDA-B3DB-8024DE80F076}" dt="2023-11-11T08:32:24.263" v="6625" actId="478"/>
          <ac:picMkLst>
            <pc:docMk/>
            <pc:sldMk cId="1780444849" sldId="319"/>
            <ac:picMk id="5" creationId="{30E8E9D5-3F31-2F3D-5038-9BD08ED9E265}"/>
          </ac:picMkLst>
        </pc:picChg>
        <pc:picChg chg="add mod">
          <ac:chgData name="Kent Roller" userId="817c41d8bb86f71b" providerId="LiveId" clId="{46567E77-BBD2-4EDA-B3DB-8024DE80F076}" dt="2023-11-11T08:32:38.765" v="6632" actId="14100"/>
          <ac:picMkLst>
            <pc:docMk/>
            <pc:sldMk cId="1780444849" sldId="319"/>
            <ac:picMk id="8" creationId="{A779DAC7-0240-7C38-A428-06657116AA97}"/>
          </ac:picMkLst>
        </pc:picChg>
      </pc:sldChg>
      <pc:sldChg chg="addSp delSp modSp new mod">
        <pc:chgData name="Kent Roller" userId="817c41d8bb86f71b" providerId="LiveId" clId="{46567E77-BBD2-4EDA-B3DB-8024DE80F076}" dt="2023-11-01T17:00:45.065" v="6449" actId="20577"/>
        <pc:sldMkLst>
          <pc:docMk/>
          <pc:sldMk cId="2912224657" sldId="320"/>
        </pc:sldMkLst>
        <pc:spChg chg="mod">
          <ac:chgData name="Kent Roller" userId="817c41d8bb86f71b" providerId="LiveId" clId="{46567E77-BBD2-4EDA-B3DB-8024DE80F076}" dt="2023-11-01T04:34:44.583" v="1409" actId="1076"/>
          <ac:spMkLst>
            <pc:docMk/>
            <pc:sldMk cId="2912224657" sldId="320"/>
            <ac:spMk id="2" creationId="{58688893-679F-179E-0645-FE49B1559168}"/>
          </ac:spMkLst>
        </pc:spChg>
        <pc:spChg chg="del">
          <ac:chgData name="Kent Roller" userId="817c41d8bb86f71b" providerId="LiveId" clId="{46567E77-BBD2-4EDA-B3DB-8024DE80F076}" dt="2023-11-01T04:34:17.175" v="1365" actId="931"/>
          <ac:spMkLst>
            <pc:docMk/>
            <pc:sldMk cId="2912224657" sldId="320"/>
            <ac:spMk id="3" creationId="{3D3DAAAB-7E06-02D0-4B06-6783FFA78D55}"/>
          </ac:spMkLst>
        </pc:spChg>
        <pc:spChg chg="add mod">
          <ac:chgData name="Kent Roller" userId="817c41d8bb86f71b" providerId="LiveId" clId="{46567E77-BBD2-4EDA-B3DB-8024DE80F076}" dt="2023-11-01T17:00:45.065" v="6449" actId="20577"/>
          <ac:spMkLst>
            <pc:docMk/>
            <pc:sldMk cId="2912224657" sldId="320"/>
            <ac:spMk id="3" creationId="{48F1CDE6-38F9-92BD-C4F8-0C8A2918CC3E}"/>
          </ac:spMkLst>
        </pc:spChg>
        <pc:spChg chg="del">
          <ac:chgData name="Kent Roller" userId="817c41d8bb86f71b" providerId="LiveId" clId="{46567E77-BBD2-4EDA-B3DB-8024DE80F076}" dt="2023-11-01T04:36:10.452" v="1411" actId="931"/>
          <ac:spMkLst>
            <pc:docMk/>
            <pc:sldMk cId="2912224657" sldId="320"/>
            <ac:spMk id="4" creationId="{26324D9D-F490-C07E-AE4B-E90A9722E1B6}"/>
          </ac:spMkLst>
        </pc:spChg>
        <pc:spChg chg="add mod">
          <ac:chgData name="Kent Roller" userId="817c41d8bb86f71b" providerId="LiveId" clId="{46567E77-BBD2-4EDA-B3DB-8024DE80F076}" dt="2023-11-01T04:38:37.939" v="1432" actId="1076"/>
          <ac:spMkLst>
            <pc:docMk/>
            <pc:sldMk cId="2912224657" sldId="320"/>
            <ac:spMk id="12" creationId="{6CC2D5B2-AA55-D9A5-0CE0-5DEE3976E2A3}"/>
          </ac:spMkLst>
        </pc:spChg>
        <pc:picChg chg="add mod">
          <ac:chgData name="Kent Roller" userId="817c41d8bb86f71b" providerId="LiveId" clId="{46567E77-BBD2-4EDA-B3DB-8024DE80F076}" dt="2023-11-01T04:38:55.003" v="1436" actId="1076"/>
          <ac:picMkLst>
            <pc:docMk/>
            <pc:sldMk cId="2912224657" sldId="320"/>
            <ac:picMk id="6" creationId="{2188B3CA-1B61-6354-4297-8B17B972C91F}"/>
          </ac:picMkLst>
        </pc:picChg>
        <pc:picChg chg="add del mod">
          <ac:chgData name="Kent Roller" userId="817c41d8bb86f71b" providerId="LiveId" clId="{46567E77-BBD2-4EDA-B3DB-8024DE80F076}" dt="2023-11-01T04:36:47.760" v="1414" actId="478"/>
          <ac:picMkLst>
            <pc:docMk/>
            <pc:sldMk cId="2912224657" sldId="320"/>
            <ac:picMk id="8" creationId="{B0C1811F-DC47-CBAC-574A-204F71A3751F}"/>
          </ac:picMkLst>
        </pc:picChg>
        <pc:picChg chg="add del mod">
          <ac:chgData name="Kent Roller" userId="817c41d8bb86f71b" providerId="LiveId" clId="{46567E77-BBD2-4EDA-B3DB-8024DE80F076}" dt="2023-11-01T04:37:54.088" v="1425" actId="478"/>
          <ac:picMkLst>
            <pc:docMk/>
            <pc:sldMk cId="2912224657" sldId="320"/>
            <ac:picMk id="10" creationId="{B34849E3-E51D-D5EE-290D-0415CF3CF784}"/>
          </ac:picMkLst>
        </pc:picChg>
      </pc:sldChg>
      <pc:sldChg chg="addSp delSp modSp new del mod setBg">
        <pc:chgData name="Kent Roller" userId="817c41d8bb86f71b" providerId="LiveId" clId="{46567E77-BBD2-4EDA-B3DB-8024DE80F076}" dt="2023-11-01T04:54:46.095" v="1512" actId="47"/>
        <pc:sldMkLst>
          <pc:docMk/>
          <pc:sldMk cId="2510345562" sldId="321"/>
        </pc:sldMkLst>
        <pc:spChg chg="mod">
          <ac:chgData name="Kent Roller" userId="817c41d8bb86f71b" providerId="LiveId" clId="{46567E77-BBD2-4EDA-B3DB-8024DE80F076}" dt="2023-11-01T04:52:33.884" v="1475" actId="26606"/>
          <ac:spMkLst>
            <pc:docMk/>
            <pc:sldMk cId="2510345562" sldId="321"/>
            <ac:spMk id="2" creationId="{471EF03E-67FD-166A-FC22-90D525F50566}"/>
          </ac:spMkLst>
        </pc:spChg>
        <pc:spChg chg="del">
          <ac:chgData name="Kent Roller" userId="817c41d8bb86f71b" providerId="LiveId" clId="{46567E77-BBD2-4EDA-B3DB-8024DE80F076}" dt="2023-11-01T04:51:14.973" v="1439" actId="931"/>
          <ac:spMkLst>
            <pc:docMk/>
            <pc:sldMk cId="2510345562" sldId="321"/>
            <ac:spMk id="3" creationId="{AA6B7E33-2EF4-86EF-7043-9B9BCA846297}"/>
          </ac:spMkLst>
        </pc:spChg>
        <pc:grpChg chg="add del">
          <ac:chgData name="Kent Roller" userId="817c41d8bb86f71b" providerId="LiveId" clId="{46567E77-BBD2-4EDA-B3DB-8024DE80F076}" dt="2023-11-01T04:52:13.952" v="1471" actId="26606"/>
          <ac:grpSpMkLst>
            <pc:docMk/>
            <pc:sldMk cId="2510345562" sldId="321"/>
            <ac:grpSpMk id="10" creationId="{B4DE830A-B531-4A3B-96F6-0ECE88B08555}"/>
          </ac:grpSpMkLst>
        </pc:grpChg>
        <pc:grpChg chg="add del">
          <ac:chgData name="Kent Roller" userId="817c41d8bb86f71b" providerId="LiveId" clId="{46567E77-BBD2-4EDA-B3DB-8024DE80F076}" dt="2023-11-01T04:52:33.884" v="1475" actId="26606"/>
          <ac:grpSpMkLst>
            <pc:docMk/>
            <pc:sldMk cId="2510345562" sldId="321"/>
            <ac:grpSpMk id="22" creationId="{88C9B83F-64CD-41C1-925F-A08801FFD0BD}"/>
          </ac:grpSpMkLst>
        </pc:grpChg>
        <pc:picChg chg="add mod">
          <ac:chgData name="Kent Roller" userId="817c41d8bb86f71b" providerId="LiveId" clId="{46567E77-BBD2-4EDA-B3DB-8024DE80F076}" dt="2023-11-01T04:52:33.884" v="1475" actId="26606"/>
          <ac:picMkLst>
            <pc:docMk/>
            <pc:sldMk cId="2510345562" sldId="321"/>
            <ac:picMk id="5" creationId="{6A87F7D5-13EB-786E-EFE4-7B5F17E6075F}"/>
          </ac:picMkLst>
        </pc:picChg>
      </pc:sldChg>
      <pc:sldChg chg="addSp delSp modSp new mod">
        <pc:chgData name="Kent Roller" userId="817c41d8bb86f71b" providerId="LiveId" clId="{46567E77-BBD2-4EDA-B3DB-8024DE80F076}" dt="2023-11-01T17:00:06.228" v="6364" actId="20577"/>
        <pc:sldMkLst>
          <pc:docMk/>
          <pc:sldMk cId="4008405141" sldId="322"/>
        </pc:sldMkLst>
        <pc:spChg chg="mod">
          <ac:chgData name="Kent Roller" userId="817c41d8bb86f71b" providerId="LiveId" clId="{46567E77-BBD2-4EDA-B3DB-8024DE80F076}" dt="2023-11-01T04:54:11.522" v="1507" actId="1076"/>
          <ac:spMkLst>
            <pc:docMk/>
            <pc:sldMk cId="4008405141" sldId="322"/>
            <ac:spMk id="2" creationId="{852C17AA-A3BD-0EEF-BDB8-930EFE3052CE}"/>
          </ac:spMkLst>
        </pc:spChg>
        <pc:spChg chg="add mod">
          <ac:chgData name="Kent Roller" userId="817c41d8bb86f71b" providerId="LiveId" clId="{46567E77-BBD2-4EDA-B3DB-8024DE80F076}" dt="2023-11-01T17:00:06.228" v="6364" actId="20577"/>
          <ac:spMkLst>
            <pc:docMk/>
            <pc:sldMk cId="4008405141" sldId="322"/>
            <ac:spMk id="3" creationId="{078EF7FD-9674-0423-1975-B00CC7576E8B}"/>
          </ac:spMkLst>
        </pc:spChg>
        <pc:spChg chg="del">
          <ac:chgData name="Kent Roller" userId="817c41d8bb86f71b" providerId="LiveId" clId="{46567E77-BBD2-4EDA-B3DB-8024DE80F076}" dt="2023-11-01T04:54:20.826" v="1508" actId="931"/>
          <ac:spMkLst>
            <pc:docMk/>
            <pc:sldMk cId="4008405141" sldId="322"/>
            <ac:spMk id="3" creationId="{15DDDBF7-DEB2-D5AD-22FF-274D37C39ED9}"/>
          </ac:spMkLst>
        </pc:spChg>
        <pc:picChg chg="add mod">
          <ac:chgData name="Kent Roller" userId="817c41d8bb86f71b" providerId="LiveId" clId="{46567E77-BBD2-4EDA-B3DB-8024DE80F076}" dt="2023-11-01T04:54:37.795" v="1511" actId="14100"/>
          <ac:picMkLst>
            <pc:docMk/>
            <pc:sldMk cId="4008405141" sldId="322"/>
            <ac:picMk id="5" creationId="{304E3225-448A-CF3F-8817-26853969C898}"/>
          </ac:picMkLst>
        </pc:picChg>
      </pc:sldChg>
      <pc:sldChg chg="addSp delSp modSp new del mod">
        <pc:chgData name="Kent Roller" userId="817c41d8bb86f71b" providerId="LiveId" clId="{46567E77-BBD2-4EDA-B3DB-8024DE80F076}" dt="2023-11-01T16:48:48.417" v="5695" actId="47"/>
        <pc:sldMkLst>
          <pc:docMk/>
          <pc:sldMk cId="438140260" sldId="323"/>
        </pc:sldMkLst>
        <pc:spChg chg="mod">
          <ac:chgData name="Kent Roller" userId="817c41d8bb86f71b" providerId="LiveId" clId="{46567E77-BBD2-4EDA-B3DB-8024DE80F076}" dt="2023-11-01T05:00:26.896" v="1596" actId="1076"/>
          <ac:spMkLst>
            <pc:docMk/>
            <pc:sldMk cId="438140260" sldId="323"/>
            <ac:spMk id="2" creationId="{C908DD97-9F19-ED44-87B1-590680AFA444}"/>
          </ac:spMkLst>
        </pc:spChg>
        <pc:spChg chg="del">
          <ac:chgData name="Kent Roller" userId="817c41d8bb86f71b" providerId="LiveId" clId="{46567E77-BBD2-4EDA-B3DB-8024DE80F076}" dt="2023-11-01T05:00:03.944" v="1591" actId="931"/>
          <ac:spMkLst>
            <pc:docMk/>
            <pc:sldMk cId="438140260" sldId="323"/>
            <ac:spMk id="3" creationId="{0ECFB496-45B6-4B5F-5594-8BFB540CC2E6}"/>
          </ac:spMkLst>
        </pc:spChg>
        <pc:picChg chg="add mod">
          <ac:chgData name="Kent Roller" userId="817c41d8bb86f71b" providerId="LiveId" clId="{46567E77-BBD2-4EDA-B3DB-8024DE80F076}" dt="2023-11-01T08:03:04.117" v="4926" actId="14100"/>
          <ac:picMkLst>
            <pc:docMk/>
            <pc:sldMk cId="438140260" sldId="323"/>
            <ac:picMk id="5" creationId="{9A552D47-76E4-33CD-393E-D566BA54F1E4}"/>
          </ac:picMkLst>
        </pc:picChg>
      </pc:sldChg>
      <pc:sldChg chg="addSp delSp modSp new del mod">
        <pc:chgData name="Kent Roller" userId="817c41d8bb86f71b" providerId="LiveId" clId="{46567E77-BBD2-4EDA-B3DB-8024DE80F076}" dt="2023-11-01T16:27:55.114" v="5173" actId="47"/>
        <pc:sldMkLst>
          <pc:docMk/>
          <pc:sldMk cId="1865719539" sldId="324"/>
        </pc:sldMkLst>
        <pc:spChg chg="mod">
          <ac:chgData name="Kent Roller" userId="817c41d8bb86f71b" providerId="LiveId" clId="{46567E77-BBD2-4EDA-B3DB-8024DE80F076}" dt="2023-11-01T06:04:57.276" v="2010" actId="1076"/>
          <ac:spMkLst>
            <pc:docMk/>
            <pc:sldMk cId="1865719539" sldId="324"/>
            <ac:spMk id="2" creationId="{F18592A1-5572-030A-2EED-7E3275AA7E8A}"/>
          </ac:spMkLst>
        </pc:spChg>
        <pc:spChg chg="del">
          <ac:chgData name="Kent Roller" userId="817c41d8bb86f71b" providerId="LiveId" clId="{46567E77-BBD2-4EDA-B3DB-8024DE80F076}" dt="2023-11-01T06:05:07.962" v="2011" actId="931"/>
          <ac:spMkLst>
            <pc:docMk/>
            <pc:sldMk cId="1865719539" sldId="324"/>
            <ac:spMk id="3" creationId="{C02DC5CC-D74F-DCF2-BF47-D25728F34E49}"/>
          </ac:spMkLst>
        </pc:spChg>
        <pc:spChg chg="add mod">
          <ac:chgData name="Kent Roller" userId="817c41d8bb86f71b" providerId="LiveId" clId="{46567E77-BBD2-4EDA-B3DB-8024DE80F076}" dt="2023-11-01T06:48:18.297" v="3547" actId="20577"/>
          <ac:spMkLst>
            <pc:docMk/>
            <pc:sldMk cId="1865719539" sldId="324"/>
            <ac:spMk id="6" creationId="{F38DACF4-1224-4234-A4E4-7C03D888CCCA}"/>
          </ac:spMkLst>
        </pc:spChg>
        <pc:picChg chg="add mod">
          <ac:chgData name="Kent Roller" userId="817c41d8bb86f71b" providerId="LiveId" clId="{46567E77-BBD2-4EDA-B3DB-8024DE80F076}" dt="2023-11-01T06:05:29.325" v="2016" actId="14100"/>
          <ac:picMkLst>
            <pc:docMk/>
            <pc:sldMk cId="1865719539" sldId="324"/>
            <ac:picMk id="5" creationId="{266E9E84-C657-27E0-D329-2C6F9FF8207B}"/>
          </ac:picMkLst>
        </pc:picChg>
      </pc:sldChg>
      <pc:sldChg chg="modSp new mod">
        <pc:chgData name="Kent Roller" userId="817c41d8bb86f71b" providerId="LiveId" clId="{46567E77-BBD2-4EDA-B3DB-8024DE80F076}" dt="2023-11-01T07:54:35.203" v="4761" actId="20577"/>
        <pc:sldMkLst>
          <pc:docMk/>
          <pc:sldMk cId="1350157379" sldId="325"/>
        </pc:sldMkLst>
        <pc:spChg chg="mod">
          <ac:chgData name="Kent Roller" userId="817c41d8bb86f71b" providerId="LiveId" clId="{46567E77-BBD2-4EDA-B3DB-8024DE80F076}" dt="2023-11-01T06:14:41.795" v="2462" actId="255"/>
          <ac:spMkLst>
            <pc:docMk/>
            <pc:sldMk cId="1350157379" sldId="325"/>
            <ac:spMk id="2" creationId="{09453597-87D5-9137-47FB-BA226B71439C}"/>
          </ac:spMkLst>
        </pc:spChg>
        <pc:spChg chg="mod">
          <ac:chgData name="Kent Roller" userId="817c41d8bb86f71b" providerId="LiveId" clId="{46567E77-BBD2-4EDA-B3DB-8024DE80F076}" dt="2023-11-01T06:45:42.237" v="3326" actId="1076"/>
          <ac:spMkLst>
            <pc:docMk/>
            <pc:sldMk cId="1350157379" sldId="325"/>
            <ac:spMk id="3" creationId="{D47C0987-853B-096F-CE8D-66170AE886E0}"/>
          </ac:spMkLst>
        </pc:spChg>
        <pc:spChg chg="mod">
          <ac:chgData name="Kent Roller" userId="817c41d8bb86f71b" providerId="LiveId" clId="{46567E77-BBD2-4EDA-B3DB-8024DE80F076}" dt="2023-11-01T07:54:35.203" v="4761" actId="20577"/>
          <ac:spMkLst>
            <pc:docMk/>
            <pc:sldMk cId="1350157379" sldId="325"/>
            <ac:spMk id="4" creationId="{CBC7D7A4-03DA-34B3-6E35-DCCF768BF8EA}"/>
          </ac:spMkLst>
        </pc:spChg>
      </pc:sldChg>
      <pc:sldChg chg="modSp new mod">
        <pc:chgData name="Kent Roller" userId="817c41d8bb86f71b" providerId="LiveId" clId="{46567E77-BBD2-4EDA-B3DB-8024DE80F076}" dt="2023-11-01T06:20:25.716" v="2942" actId="20577"/>
        <pc:sldMkLst>
          <pc:docMk/>
          <pc:sldMk cId="1203780502" sldId="326"/>
        </pc:sldMkLst>
        <pc:spChg chg="mod">
          <ac:chgData name="Kent Roller" userId="817c41d8bb86f71b" providerId="LiveId" clId="{46567E77-BBD2-4EDA-B3DB-8024DE80F076}" dt="2023-11-01T06:19:59.211" v="2879" actId="20577"/>
          <ac:spMkLst>
            <pc:docMk/>
            <pc:sldMk cId="1203780502" sldId="326"/>
            <ac:spMk id="2" creationId="{105529B2-51AA-D2E7-407C-CB213A2E9345}"/>
          </ac:spMkLst>
        </pc:spChg>
        <pc:spChg chg="mod">
          <ac:chgData name="Kent Roller" userId="817c41d8bb86f71b" providerId="LiveId" clId="{46567E77-BBD2-4EDA-B3DB-8024DE80F076}" dt="2023-11-01T06:20:25.716" v="2942" actId="20577"/>
          <ac:spMkLst>
            <pc:docMk/>
            <pc:sldMk cId="1203780502" sldId="326"/>
            <ac:spMk id="3" creationId="{2A50312D-BEF3-38E7-D392-8534EE1C6FB4}"/>
          </ac:spMkLst>
        </pc:spChg>
      </pc:sldChg>
      <pc:sldChg chg="new del">
        <pc:chgData name="Kent Roller" userId="817c41d8bb86f71b" providerId="LiveId" clId="{46567E77-BBD2-4EDA-B3DB-8024DE80F076}" dt="2023-11-01T06:19:28.718" v="2841" actId="47"/>
        <pc:sldMkLst>
          <pc:docMk/>
          <pc:sldMk cId="3306638422" sldId="326"/>
        </pc:sldMkLst>
      </pc:sldChg>
      <pc:sldChg chg="addSp delSp modSp new del mod">
        <pc:chgData name="Kent Roller" userId="817c41d8bb86f71b" providerId="LiveId" clId="{46567E77-BBD2-4EDA-B3DB-8024DE80F076}" dt="2023-11-01T16:39:00.454" v="5402" actId="47"/>
        <pc:sldMkLst>
          <pc:docMk/>
          <pc:sldMk cId="2238733098" sldId="327"/>
        </pc:sldMkLst>
        <pc:spChg chg="mod">
          <ac:chgData name="Kent Roller" userId="817c41d8bb86f71b" providerId="LiveId" clId="{46567E77-BBD2-4EDA-B3DB-8024DE80F076}" dt="2023-11-01T06:44:10.307" v="3316" actId="1076"/>
          <ac:spMkLst>
            <pc:docMk/>
            <pc:sldMk cId="2238733098" sldId="327"/>
            <ac:spMk id="2" creationId="{55AF5EED-236E-BB4D-EA9B-0EFDE5C24072}"/>
          </ac:spMkLst>
        </pc:spChg>
        <pc:spChg chg="del">
          <ac:chgData name="Kent Roller" userId="817c41d8bb86f71b" providerId="LiveId" clId="{46567E77-BBD2-4EDA-B3DB-8024DE80F076}" dt="2023-11-01T06:44:23.379" v="3317" actId="931"/>
          <ac:spMkLst>
            <pc:docMk/>
            <pc:sldMk cId="2238733098" sldId="327"/>
            <ac:spMk id="3" creationId="{E76A805E-83C4-A3B7-D30E-4F8B2CC2C74C}"/>
          </ac:spMkLst>
        </pc:spChg>
        <pc:spChg chg="add mod">
          <ac:chgData name="Kent Roller" userId="817c41d8bb86f71b" providerId="LiveId" clId="{46567E77-BBD2-4EDA-B3DB-8024DE80F076}" dt="2023-11-01T06:48:12.004" v="3546" actId="20577"/>
          <ac:spMkLst>
            <pc:docMk/>
            <pc:sldMk cId="2238733098" sldId="327"/>
            <ac:spMk id="6" creationId="{5AE62BF1-FDB8-5EF1-C6FB-64B999382DEF}"/>
          </ac:spMkLst>
        </pc:spChg>
        <pc:picChg chg="add mod">
          <ac:chgData name="Kent Roller" userId="817c41d8bb86f71b" providerId="LiveId" clId="{46567E77-BBD2-4EDA-B3DB-8024DE80F076}" dt="2023-11-01T06:44:40.218" v="3322" actId="14100"/>
          <ac:picMkLst>
            <pc:docMk/>
            <pc:sldMk cId="2238733098" sldId="327"/>
            <ac:picMk id="5" creationId="{74711DF7-206B-7289-C317-5511824059B7}"/>
          </ac:picMkLst>
        </pc:picChg>
      </pc:sldChg>
      <pc:sldChg chg="modSp new mod">
        <pc:chgData name="Kent Roller" userId="817c41d8bb86f71b" providerId="LiveId" clId="{46567E77-BBD2-4EDA-B3DB-8024DE80F076}" dt="2023-11-01T06:56:46.405" v="3719" actId="20577"/>
        <pc:sldMkLst>
          <pc:docMk/>
          <pc:sldMk cId="3468794798" sldId="328"/>
        </pc:sldMkLst>
        <pc:spChg chg="mod">
          <ac:chgData name="Kent Roller" userId="817c41d8bb86f71b" providerId="LiveId" clId="{46567E77-BBD2-4EDA-B3DB-8024DE80F076}" dt="2023-11-01T06:56:12.080" v="3626" actId="20577"/>
          <ac:spMkLst>
            <pc:docMk/>
            <pc:sldMk cId="3468794798" sldId="328"/>
            <ac:spMk id="2" creationId="{A96D71DF-160C-3599-5523-F836FFA4E28F}"/>
          </ac:spMkLst>
        </pc:spChg>
        <pc:spChg chg="mod">
          <ac:chgData name="Kent Roller" userId="817c41d8bb86f71b" providerId="LiveId" clId="{46567E77-BBD2-4EDA-B3DB-8024DE80F076}" dt="2023-11-01T06:56:46.405" v="3719" actId="20577"/>
          <ac:spMkLst>
            <pc:docMk/>
            <pc:sldMk cId="3468794798" sldId="328"/>
            <ac:spMk id="3" creationId="{80942D80-8D6A-28A6-C9E4-18B64FCC03D6}"/>
          </ac:spMkLst>
        </pc:spChg>
      </pc:sldChg>
      <pc:sldChg chg="modSp new mod">
        <pc:chgData name="Kent Roller" userId="817c41d8bb86f71b" providerId="LiveId" clId="{46567E77-BBD2-4EDA-B3DB-8024DE80F076}" dt="2023-11-01T07:00:44.989" v="3778" actId="20577"/>
        <pc:sldMkLst>
          <pc:docMk/>
          <pc:sldMk cId="132779958" sldId="329"/>
        </pc:sldMkLst>
        <pc:spChg chg="mod">
          <ac:chgData name="Kent Roller" userId="817c41d8bb86f71b" providerId="LiveId" clId="{46567E77-BBD2-4EDA-B3DB-8024DE80F076}" dt="2023-11-01T07:00:30.205" v="3756" actId="313"/>
          <ac:spMkLst>
            <pc:docMk/>
            <pc:sldMk cId="132779958" sldId="329"/>
            <ac:spMk id="2" creationId="{CC6BF44D-0B6D-2935-66F4-D3F9C31F9BAC}"/>
          </ac:spMkLst>
        </pc:spChg>
        <pc:spChg chg="mod">
          <ac:chgData name="Kent Roller" userId="817c41d8bb86f71b" providerId="LiveId" clId="{46567E77-BBD2-4EDA-B3DB-8024DE80F076}" dt="2023-11-01T07:00:44.989" v="3778" actId="20577"/>
          <ac:spMkLst>
            <pc:docMk/>
            <pc:sldMk cId="132779958" sldId="329"/>
            <ac:spMk id="3" creationId="{CD234B88-CC12-FD87-D011-9D628DFF343D}"/>
          </ac:spMkLst>
        </pc:spChg>
      </pc:sldChg>
      <pc:sldChg chg="addSp modSp new mod">
        <pc:chgData name="Kent Roller" userId="817c41d8bb86f71b" providerId="LiveId" clId="{46567E77-BBD2-4EDA-B3DB-8024DE80F076}" dt="2023-11-01T08:09:38.889" v="4962" actId="20577"/>
        <pc:sldMkLst>
          <pc:docMk/>
          <pc:sldMk cId="4173219517" sldId="330"/>
        </pc:sldMkLst>
        <pc:spChg chg="mod">
          <ac:chgData name="Kent Roller" userId="817c41d8bb86f71b" providerId="LiveId" clId="{46567E77-BBD2-4EDA-B3DB-8024DE80F076}" dt="2023-11-01T07:10:38.551" v="4345" actId="1076"/>
          <ac:spMkLst>
            <pc:docMk/>
            <pc:sldMk cId="4173219517" sldId="330"/>
            <ac:spMk id="2" creationId="{5344A633-B8CD-C824-DB24-AEEB9B9AA5D6}"/>
          </ac:spMkLst>
        </pc:spChg>
        <pc:spChg chg="mod">
          <ac:chgData name="Kent Roller" userId="817c41d8bb86f71b" providerId="LiveId" clId="{46567E77-BBD2-4EDA-B3DB-8024DE80F076}" dt="2023-11-01T08:09:38.889" v="4962" actId="20577"/>
          <ac:spMkLst>
            <pc:docMk/>
            <pc:sldMk cId="4173219517" sldId="330"/>
            <ac:spMk id="3" creationId="{049CE7AB-9945-ED8A-3891-13A9129F34AD}"/>
          </ac:spMkLst>
        </pc:spChg>
        <pc:spChg chg="mod">
          <ac:chgData name="Kent Roller" userId="817c41d8bb86f71b" providerId="LiveId" clId="{46567E77-BBD2-4EDA-B3DB-8024DE80F076}" dt="2023-11-01T07:09:12.711" v="4336" actId="1076"/>
          <ac:spMkLst>
            <pc:docMk/>
            <pc:sldMk cId="4173219517" sldId="330"/>
            <ac:spMk id="4" creationId="{22DF808B-40F3-4859-79F1-D0D41939E765}"/>
          </ac:spMkLst>
        </pc:spChg>
        <pc:picChg chg="add mod">
          <ac:chgData name="Kent Roller" userId="817c41d8bb86f71b" providerId="LiveId" clId="{46567E77-BBD2-4EDA-B3DB-8024DE80F076}" dt="2023-11-01T07:09:55.359" v="4342" actId="14100"/>
          <ac:picMkLst>
            <pc:docMk/>
            <pc:sldMk cId="4173219517" sldId="330"/>
            <ac:picMk id="6" creationId="{593D71BF-A62A-55CC-FE09-64E13518A406}"/>
          </ac:picMkLst>
        </pc:picChg>
      </pc:sldChg>
      <pc:sldChg chg="addSp delSp modSp new mod setBg">
        <pc:chgData name="Kent Roller" userId="817c41d8bb86f71b" providerId="LiveId" clId="{46567E77-BBD2-4EDA-B3DB-8024DE80F076}" dt="2023-11-01T07:55:31.985" v="4816" actId="20577"/>
        <pc:sldMkLst>
          <pc:docMk/>
          <pc:sldMk cId="4216175247" sldId="331"/>
        </pc:sldMkLst>
        <pc:spChg chg="mod">
          <ac:chgData name="Kent Roller" userId="817c41d8bb86f71b" providerId="LiveId" clId="{46567E77-BBD2-4EDA-B3DB-8024DE80F076}" dt="2023-11-01T07:14:16.758" v="4689" actId="26606"/>
          <ac:spMkLst>
            <pc:docMk/>
            <pc:sldMk cId="4216175247" sldId="331"/>
            <ac:spMk id="2" creationId="{0D4575BA-6FD6-DDCE-57D6-3D9C6A93FB24}"/>
          </ac:spMkLst>
        </pc:spChg>
        <pc:spChg chg="del">
          <ac:chgData name="Kent Roller" userId="817c41d8bb86f71b" providerId="LiveId" clId="{46567E77-BBD2-4EDA-B3DB-8024DE80F076}" dt="2023-11-01T07:11:51.554" v="4376" actId="931"/>
          <ac:spMkLst>
            <pc:docMk/>
            <pc:sldMk cId="4216175247" sldId="331"/>
            <ac:spMk id="3" creationId="{6BE05FCE-8B58-7DB8-AC23-33F874AE6B0F}"/>
          </ac:spMkLst>
        </pc:spChg>
        <pc:spChg chg="mod">
          <ac:chgData name="Kent Roller" userId="817c41d8bb86f71b" providerId="LiveId" clId="{46567E77-BBD2-4EDA-B3DB-8024DE80F076}" dt="2023-11-01T07:55:31.985" v="4816" actId="20577"/>
          <ac:spMkLst>
            <pc:docMk/>
            <pc:sldMk cId="4216175247" sldId="331"/>
            <ac:spMk id="4" creationId="{DD2564F1-3761-3507-E670-4AC09F623FB9}"/>
          </ac:spMkLst>
        </pc:spChg>
        <pc:spChg chg="add">
          <ac:chgData name="Kent Roller" userId="817c41d8bb86f71b" providerId="LiveId" clId="{46567E77-BBD2-4EDA-B3DB-8024DE80F076}" dt="2023-11-01T07:14:16.758" v="4689" actId="26606"/>
          <ac:spMkLst>
            <pc:docMk/>
            <pc:sldMk cId="4216175247" sldId="331"/>
            <ac:spMk id="23" creationId="{3BCB5F6A-9EB0-40B0-9D13-3023E9A20508}"/>
          </ac:spMkLst>
        </pc:spChg>
        <pc:grpChg chg="add">
          <ac:chgData name="Kent Roller" userId="817c41d8bb86f71b" providerId="LiveId" clId="{46567E77-BBD2-4EDA-B3DB-8024DE80F076}" dt="2023-11-01T07:14:16.758" v="4689" actId="26606"/>
          <ac:grpSpMkLst>
            <pc:docMk/>
            <pc:sldMk cId="4216175247" sldId="331"/>
            <ac:grpSpMk id="11" creationId="{10BE40E3-5550-4CDD-B4FD-387C33EBF157}"/>
          </ac:grpSpMkLst>
        </pc:grpChg>
        <pc:picChg chg="add mod ord">
          <ac:chgData name="Kent Roller" userId="817c41d8bb86f71b" providerId="LiveId" clId="{46567E77-BBD2-4EDA-B3DB-8024DE80F076}" dt="2023-11-01T07:14:16.758" v="4689" actId="26606"/>
          <ac:picMkLst>
            <pc:docMk/>
            <pc:sldMk cId="4216175247" sldId="331"/>
            <ac:picMk id="6" creationId="{F0A4CD59-ABEF-72D9-3676-228BE8C2DF85}"/>
          </ac:picMkLst>
        </pc:picChg>
      </pc:sldChg>
      <pc:sldChg chg="addSp delSp modSp new mod">
        <pc:chgData name="Kent Roller" userId="817c41d8bb86f71b" providerId="LiveId" clId="{46567E77-BBD2-4EDA-B3DB-8024DE80F076}" dt="2023-11-01T16:27:43.429" v="5172" actId="20577"/>
        <pc:sldMkLst>
          <pc:docMk/>
          <pc:sldMk cId="61061151" sldId="332"/>
        </pc:sldMkLst>
        <pc:spChg chg="mod">
          <ac:chgData name="Kent Roller" userId="817c41d8bb86f71b" providerId="LiveId" clId="{46567E77-BBD2-4EDA-B3DB-8024DE80F076}" dt="2023-11-01T16:27:03.730" v="5092" actId="1076"/>
          <ac:spMkLst>
            <pc:docMk/>
            <pc:sldMk cId="61061151" sldId="332"/>
            <ac:spMk id="2" creationId="{838FDCBB-6FF4-FC77-BF58-3252A52E718A}"/>
          </ac:spMkLst>
        </pc:spChg>
        <pc:spChg chg="del">
          <ac:chgData name="Kent Roller" userId="817c41d8bb86f71b" providerId="LiveId" clId="{46567E77-BBD2-4EDA-B3DB-8024DE80F076}" dt="2023-11-01T16:26:38.917" v="5085" actId="931"/>
          <ac:spMkLst>
            <pc:docMk/>
            <pc:sldMk cId="61061151" sldId="332"/>
            <ac:spMk id="3" creationId="{17DE1327-F47C-532F-59DC-6EA1F8003007}"/>
          </ac:spMkLst>
        </pc:spChg>
        <pc:spChg chg="add mod">
          <ac:chgData name="Kent Roller" userId="817c41d8bb86f71b" providerId="LiveId" clId="{46567E77-BBD2-4EDA-B3DB-8024DE80F076}" dt="2023-11-01T16:27:43.429" v="5172" actId="20577"/>
          <ac:spMkLst>
            <pc:docMk/>
            <pc:sldMk cId="61061151" sldId="332"/>
            <ac:spMk id="6" creationId="{172701F7-E9C6-1B6E-33F3-09823CAAEBB3}"/>
          </ac:spMkLst>
        </pc:spChg>
        <pc:picChg chg="add mod">
          <ac:chgData name="Kent Roller" userId="817c41d8bb86f71b" providerId="LiveId" clId="{46567E77-BBD2-4EDA-B3DB-8024DE80F076}" dt="2023-11-01T16:27:08.919" v="5093" actId="1076"/>
          <ac:picMkLst>
            <pc:docMk/>
            <pc:sldMk cId="61061151" sldId="332"/>
            <ac:picMk id="5" creationId="{601915C8-E8EA-0102-DDF0-AFB1D454AAEE}"/>
          </ac:picMkLst>
        </pc:picChg>
      </pc:sldChg>
      <pc:sldChg chg="addSp delSp modSp new mod">
        <pc:chgData name="Kent Roller" userId="817c41d8bb86f71b" providerId="LiveId" clId="{46567E77-BBD2-4EDA-B3DB-8024DE80F076}" dt="2023-11-01T16:38:53.729" v="5401" actId="20577"/>
        <pc:sldMkLst>
          <pc:docMk/>
          <pc:sldMk cId="4193707068" sldId="333"/>
        </pc:sldMkLst>
        <pc:spChg chg="mod">
          <ac:chgData name="Kent Roller" userId="817c41d8bb86f71b" providerId="LiveId" clId="{46567E77-BBD2-4EDA-B3DB-8024DE80F076}" dt="2023-11-01T16:37:43.366" v="5202" actId="1076"/>
          <ac:spMkLst>
            <pc:docMk/>
            <pc:sldMk cId="4193707068" sldId="333"/>
            <ac:spMk id="2" creationId="{2E966375-0CEE-47ED-968E-16A8FDEB658B}"/>
          </ac:spMkLst>
        </pc:spChg>
        <pc:spChg chg="del">
          <ac:chgData name="Kent Roller" userId="817c41d8bb86f71b" providerId="LiveId" clId="{46567E77-BBD2-4EDA-B3DB-8024DE80F076}" dt="2023-11-01T16:37:50.574" v="5203" actId="931"/>
          <ac:spMkLst>
            <pc:docMk/>
            <pc:sldMk cId="4193707068" sldId="333"/>
            <ac:spMk id="3" creationId="{3BFE7FD4-2B0D-61F5-62A0-57779732CF7E}"/>
          </ac:spMkLst>
        </pc:spChg>
        <pc:spChg chg="add mod">
          <ac:chgData name="Kent Roller" userId="817c41d8bb86f71b" providerId="LiveId" clId="{46567E77-BBD2-4EDA-B3DB-8024DE80F076}" dt="2023-11-01T16:38:53.729" v="5401" actId="20577"/>
          <ac:spMkLst>
            <pc:docMk/>
            <pc:sldMk cId="4193707068" sldId="333"/>
            <ac:spMk id="6" creationId="{D6596651-B89F-1376-8E67-776CC8DE2B4C}"/>
          </ac:spMkLst>
        </pc:spChg>
        <pc:picChg chg="add mod">
          <ac:chgData name="Kent Roller" userId="817c41d8bb86f71b" providerId="LiveId" clId="{46567E77-BBD2-4EDA-B3DB-8024DE80F076}" dt="2023-11-01T16:38:04.673" v="5208" actId="1076"/>
          <ac:picMkLst>
            <pc:docMk/>
            <pc:sldMk cId="4193707068" sldId="333"/>
            <ac:picMk id="5" creationId="{9AD68277-9E28-5E22-AE77-5DFF1986A6B3}"/>
          </ac:picMkLst>
        </pc:picChg>
      </pc:sldChg>
      <pc:sldChg chg="addSp delSp modSp new mod">
        <pc:chgData name="Kent Roller" userId="817c41d8bb86f71b" providerId="LiveId" clId="{46567E77-BBD2-4EDA-B3DB-8024DE80F076}" dt="2023-11-11T08:22:53.464" v="6624" actId="14100"/>
        <pc:sldMkLst>
          <pc:docMk/>
          <pc:sldMk cId="2770085108" sldId="334"/>
        </pc:sldMkLst>
        <pc:spChg chg="mod">
          <ac:chgData name="Kent Roller" userId="817c41d8bb86f71b" providerId="LiveId" clId="{46567E77-BBD2-4EDA-B3DB-8024DE80F076}" dt="2023-11-01T16:47:30.627" v="5542" actId="1076"/>
          <ac:spMkLst>
            <pc:docMk/>
            <pc:sldMk cId="2770085108" sldId="334"/>
            <ac:spMk id="2" creationId="{D2F09514-5A93-E296-354E-F2F0E619EA1E}"/>
          </ac:spMkLst>
        </pc:spChg>
        <pc:spChg chg="del">
          <ac:chgData name="Kent Roller" userId="817c41d8bb86f71b" providerId="LiveId" clId="{46567E77-BBD2-4EDA-B3DB-8024DE80F076}" dt="2023-11-01T16:47:37.898" v="5543" actId="931"/>
          <ac:spMkLst>
            <pc:docMk/>
            <pc:sldMk cId="2770085108" sldId="334"/>
            <ac:spMk id="3" creationId="{E9F34C38-0E92-9AB1-C05D-4DB18BE2687C}"/>
          </ac:spMkLst>
        </pc:spChg>
        <pc:spChg chg="add del mod">
          <ac:chgData name="Kent Roller" userId="817c41d8bb86f71b" providerId="LiveId" clId="{46567E77-BBD2-4EDA-B3DB-8024DE80F076}" dt="2023-11-11T08:11:38.226" v="6597" actId="931"/>
          <ac:spMkLst>
            <pc:docMk/>
            <pc:sldMk cId="2770085108" sldId="334"/>
            <ac:spMk id="4" creationId="{41AB513B-7688-2053-1613-8E6A77E2421F}"/>
          </ac:spMkLst>
        </pc:spChg>
        <pc:spChg chg="add mod">
          <ac:chgData name="Kent Roller" userId="817c41d8bb86f71b" providerId="LiveId" clId="{46567E77-BBD2-4EDA-B3DB-8024DE80F076}" dt="2023-11-01T16:48:40.724" v="5694" actId="1076"/>
          <ac:spMkLst>
            <pc:docMk/>
            <pc:sldMk cId="2770085108" sldId="334"/>
            <ac:spMk id="6" creationId="{DC7002E1-436F-61F5-973D-7DF319C891E6}"/>
          </ac:spMkLst>
        </pc:spChg>
        <pc:spChg chg="add del mod">
          <ac:chgData name="Kent Roller" userId="817c41d8bb86f71b" providerId="LiveId" clId="{46567E77-BBD2-4EDA-B3DB-8024DE80F076}" dt="2023-11-11T08:16:34.585" v="6604" actId="931"/>
          <ac:spMkLst>
            <pc:docMk/>
            <pc:sldMk cId="2770085108" sldId="334"/>
            <ac:spMk id="10" creationId="{E0770452-D275-C4C1-5FEE-B5DE815B770E}"/>
          </ac:spMkLst>
        </pc:spChg>
        <pc:spChg chg="add del mod">
          <ac:chgData name="Kent Roller" userId="817c41d8bb86f71b" providerId="LiveId" clId="{46567E77-BBD2-4EDA-B3DB-8024DE80F076}" dt="2023-11-11T08:20:21.976" v="6611" actId="931"/>
          <ac:spMkLst>
            <pc:docMk/>
            <pc:sldMk cId="2770085108" sldId="334"/>
            <ac:spMk id="14" creationId="{516850F3-1F9E-B654-1ED7-B67D01658D25}"/>
          </ac:spMkLst>
        </pc:spChg>
        <pc:spChg chg="add del mod">
          <ac:chgData name="Kent Roller" userId="817c41d8bb86f71b" providerId="LiveId" clId="{46567E77-BBD2-4EDA-B3DB-8024DE80F076}" dt="2023-11-11T08:22:43.967" v="6619" actId="931"/>
          <ac:spMkLst>
            <pc:docMk/>
            <pc:sldMk cId="2770085108" sldId="334"/>
            <ac:spMk id="18" creationId="{94E87F11-D040-4F01-74BD-4EAE81949444}"/>
          </ac:spMkLst>
        </pc:spChg>
        <pc:picChg chg="add del mod">
          <ac:chgData name="Kent Roller" userId="817c41d8bb86f71b" providerId="LiveId" clId="{46567E77-BBD2-4EDA-B3DB-8024DE80F076}" dt="2023-11-11T08:11:25.431" v="6596" actId="478"/>
          <ac:picMkLst>
            <pc:docMk/>
            <pc:sldMk cId="2770085108" sldId="334"/>
            <ac:picMk id="5" creationId="{5499EDCF-FEA5-D41A-D24C-0ACEFF3E63DE}"/>
          </ac:picMkLst>
        </pc:picChg>
        <pc:picChg chg="add del mod">
          <ac:chgData name="Kent Roller" userId="817c41d8bb86f71b" providerId="LiveId" clId="{46567E77-BBD2-4EDA-B3DB-8024DE80F076}" dt="2023-11-11T08:16:27.794" v="6603" actId="478"/>
          <ac:picMkLst>
            <pc:docMk/>
            <pc:sldMk cId="2770085108" sldId="334"/>
            <ac:picMk id="8" creationId="{805D589C-2F5F-2221-941E-F89A3F240D57}"/>
          </ac:picMkLst>
        </pc:picChg>
        <pc:picChg chg="add del mod">
          <ac:chgData name="Kent Roller" userId="817c41d8bb86f71b" providerId="LiveId" clId="{46567E77-BBD2-4EDA-B3DB-8024DE80F076}" dt="2023-11-11T08:20:16.569" v="6610" actId="478"/>
          <ac:picMkLst>
            <pc:docMk/>
            <pc:sldMk cId="2770085108" sldId="334"/>
            <ac:picMk id="12" creationId="{D10BFE52-CCF0-2F40-3709-48A85CE1DB24}"/>
          </ac:picMkLst>
        </pc:picChg>
        <pc:picChg chg="add del mod">
          <ac:chgData name="Kent Roller" userId="817c41d8bb86f71b" providerId="LiveId" clId="{46567E77-BBD2-4EDA-B3DB-8024DE80F076}" dt="2023-11-11T08:22:38.516" v="6618" actId="478"/>
          <ac:picMkLst>
            <pc:docMk/>
            <pc:sldMk cId="2770085108" sldId="334"/>
            <ac:picMk id="16" creationId="{6CD933A3-4924-FA89-14BA-1EF36730DCE1}"/>
          </ac:picMkLst>
        </pc:picChg>
        <pc:picChg chg="add mod">
          <ac:chgData name="Kent Roller" userId="817c41d8bb86f71b" providerId="LiveId" clId="{46567E77-BBD2-4EDA-B3DB-8024DE80F076}" dt="2023-11-11T08:22:53.464" v="6624" actId="14100"/>
          <ac:picMkLst>
            <pc:docMk/>
            <pc:sldMk cId="2770085108" sldId="334"/>
            <ac:picMk id="20" creationId="{1866448F-1E05-3003-88A3-BF29317CD4C5}"/>
          </ac:picMkLst>
        </pc:picChg>
      </pc:sldChg>
      <pc:sldChg chg="addSp delSp modSp new mod">
        <pc:chgData name="Kent Roller" userId="817c41d8bb86f71b" providerId="LiveId" clId="{46567E77-BBD2-4EDA-B3DB-8024DE80F076}" dt="2023-11-11T08:52:45.140" v="6852" actId="20577"/>
        <pc:sldMkLst>
          <pc:docMk/>
          <pc:sldMk cId="1484341599" sldId="335"/>
        </pc:sldMkLst>
        <pc:spChg chg="mod">
          <ac:chgData name="Kent Roller" userId="817c41d8bb86f71b" providerId="LiveId" clId="{46567E77-BBD2-4EDA-B3DB-8024DE80F076}" dt="2023-11-01T16:57:31.422" v="6103" actId="20577"/>
          <ac:spMkLst>
            <pc:docMk/>
            <pc:sldMk cId="1484341599" sldId="335"/>
            <ac:spMk id="2" creationId="{BE9C7FD4-B179-A8A8-66CE-2F52A7F6428B}"/>
          </ac:spMkLst>
        </pc:spChg>
        <pc:spChg chg="del">
          <ac:chgData name="Kent Roller" userId="817c41d8bb86f71b" providerId="LiveId" clId="{46567E77-BBD2-4EDA-B3DB-8024DE80F076}" dt="2023-11-01T16:57:39.048" v="6104" actId="931"/>
          <ac:spMkLst>
            <pc:docMk/>
            <pc:sldMk cId="1484341599" sldId="335"/>
            <ac:spMk id="3" creationId="{804F2105-9C8B-C17F-763E-D1D96C597DFD}"/>
          </ac:spMkLst>
        </pc:spChg>
        <pc:spChg chg="add del mod">
          <ac:chgData name="Kent Roller" userId="817c41d8bb86f71b" providerId="LiveId" clId="{46567E77-BBD2-4EDA-B3DB-8024DE80F076}" dt="2023-11-11T08:51:19.276" v="6634" actId="931"/>
          <ac:spMkLst>
            <pc:docMk/>
            <pc:sldMk cId="1484341599" sldId="335"/>
            <ac:spMk id="4" creationId="{EFB463D5-2D65-D0D9-010C-DB331548593C}"/>
          </ac:spMkLst>
        </pc:spChg>
        <pc:spChg chg="add mod">
          <ac:chgData name="Kent Roller" userId="817c41d8bb86f71b" providerId="LiveId" clId="{46567E77-BBD2-4EDA-B3DB-8024DE80F076}" dt="2023-11-11T08:52:45.140" v="6852" actId="20577"/>
          <ac:spMkLst>
            <pc:docMk/>
            <pc:sldMk cId="1484341599" sldId="335"/>
            <ac:spMk id="6" creationId="{78B28445-F130-3BD5-8BA9-45CC8E68FA90}"/>
          </ac:spMkLst>
        </pc:spChg>
        <pc:picChg chg="add del mod">
          <ac:chgData name="Kent Roller" userId="817c41d8bb86f71b" providerId="LiveId" clId="{46567E77-BBD2-4EDA-B3DB-8024DE80F076}" dt="2023-11-11T08:51:13.890" v="6633" actId="478"/>
          <ac:picMkLst>
            <pc:docMk/>
            <pc:sldMk cId="1484341599" sldId="335"/>
            <ac:picMk id="5" creationId="{E93581D2-D65F-F39A-7330-A56B361741C1}"/>
          </ac:picMkLst>
        </pc:picChg>
        <pc:picChg chg="add mod">
          <ac:chgData name="Kent Roller" userId="817c41d8bb86f71b" providerId="LiveId" clId="{46567E77-BBD2-4EDA-B3DB-8024DE80F076}" dt="2023-11-11T08:51:39.191" v="6641" actId="14100"/>
          <ac:picMkLst>
            <pc:docMk/>
            <pc:sldMk cId="1484341599" sldId="335"/>
            <ac:picMk id="8" creationId="{669F345C-E420-C3BA-65EE-362727E47712}"/>
          </ac:picMkLst>
        </pc:picChg>
      </pc:sldChg>
      <pc:sldChg chg="addSp delSp modSp new mod">
        <pc:chgData name="Kent Roller" userId="817c41d8bb86f71b" providerId="LiveId" clId="{46567E77-BBD2-4EDA-B3DB-8024DE80F076}" dt="2023-11-11T07:29:54.079" v="6595" actId="962"/>
        <pc:sldMkLst>
          <pc:docMk/>
          <pc:sldMk cId="1796065695" sldId="336"/>
        </pc:sldMkLst>
        <pc:spChg chg="mod">
          <ac:chgData name="Kent Roller" userId="817c41d8bb86f71b" providerId="LiveId" clId="{46567E77-BBD2-4EDA-B3DB-8024DE80F076}" dt="2023-11-11T06:03:12.492" v="6580" actId="20577"/>
          <ac:spMkLst>
            <pc:docMk/>
            <pc:sldMk cId="1796065695" sldId="336"/>
            <ac:spMk id="2" creationId="{C64BDF76-6D04-3914-E39D-7C38A592D15B}"/>
          </ac:spMkLst>
        </pc:spChg>
        <pc:spChg chg="del">
          <ac:chgData name="Kent Roller" userId="817c41d8bb86f71b" providerId="LiveId" clId="{46567E77-BBD2-4EDA-B3DB-8024DE80F076}" dt="2023-11-11T06:31:07.061" v="6581" actId="931"/>
          <ac:spMkLst>
            <pc:docMk/>
            <pc:sldMk cId="1796065695" sldId="336"/>
            <ac:spMk id="3" creationId="{97D387ED-1276-D9D5-6D9A-ED242FF3ACD3}"/>
          </ac:spMkLst>
        </pc:spChg>
        <pc:spChg chg="del">
          <ac:chgData name="Kent Roller" userId="817c41d8bb86f71b" providerId="LiveId" clId="{46567E77-BBD2-4EDA-B3DB-8024DE80F076}" dt="2023-11-11T06:31:19.130" v="6584" actId="931"/>
          <ac:spMkLst>
            <pc:docMk/>
            <pc:sldMk cId="1796065695" sldId="336"/>
            <ac:spMk id="4" creationId="{6381387A-816C-F466-6FF3-5316C00F7903}"/>
          </ac:spMkLst>
        </pc:spChg>
        <pc:spChg chg="add del mod">
          <ac:chgData name="Kent Roller" userId="817c41d8bb86f71b" providerId="LiveId" clId="{46567E77-BBD2-4EDA-B3DB-8024DE80F076}" dt="2023-11-11T07:29:53.491" v="6593" actId="931"/>
          <ac:spMkLst>
            <pc:docMk/>
            <pc:sldMk cId="1796065695" sldId="336"/>
            <ac:spMk id="10" creationId="{F7880232-3EC3-0E8C-768B-257A0CC501FA}"/>
          </ac:spMkLst>
        </pc:spChg>
        <pc:picChg chg="add del mod">
          <ac:chgData name="Kent Roller" userId="817c41d8bb86f71b" providerId="LiveId" clId="{46567E77-BBD2-4EDA-B3DB-8024DE80F076}" dt="2023-11-11T07:29:45.966" v="6592" actId="478"/>
          <ac:picMkLst>
            <pc:docMk/>
            <pc:sldMk cId="1796065695" sldId="336"/>
            <ac:picMk id="6" creationId="{820361C7-1561-2739-99BD-4F815F33BCEC}"/>
          </ac:picMkLst>
        </pc:picChg>
        <pc:picChg chg="add mod">
          <ac:chgData name="Kent Roller" userId="817c41d8bb86f71b" providerId="LiveId" clId="{46567E77-BBD2-4EDA-B3DB-8024DE80F076}" dt="2023-11-11T06:31:46.622" v="6588" actId="14100"/>
          <ac:picMkLst>
            <pc:docMk/>
            <pc:sldMk cId="1796065695" sldId="336"/>
            <ac:picMk id="8" creationId="{6FB7B2D7-0923-4271-4AE7-8756A2CDFFD9}"/>
          </ac:picMkLst>
        </pc:picChg>
        <pc:picChg chg="add mod">
          <ac:chgData name="Kent Roller" userId="817c41d8bb86f71b" providerId="LiveId" clId="{46567E77-BBD2-4EDA-B3DB-8024DE80F076}" dt="2023-11-11T07:29:54.079" v="6595" actId="962"/>
          <ac:picMkLst>
            <pc:docMk/>
            <pc:sldMk cId="1796065695" sldId="336"/>
            <ac:picMk id="12" creationId="{247CA631-284E-A90D-7ED3-3E219EEB7119}"/>
          </ac:picMkLst>
        </pc:picChg>
      </pc:sldChg>
      <pc:sldChg chg="addSp delSp modSp new mod">
        <pc:chgData name="Kent Roller" userId="817c41d8bb86f71b" providerId="LiveId" clId="{46567E77-BBD2-4EDA-B3DB-8024DE80F076}" dt="2023-11-11T09:45:32.808" v="7045" actId="1076"/>
        <pc:sldMkLst>
          <pc:docMk/>
          <pc:sldMk cId="1442654664" sldId="337"/>
        </pc:sldMkLst>
        <pc:spChg chg="mod">
          <ac:chgData name="Kent Roller" userId="817c41d8bb86f71b" providerId="LiveId" clId="{46567E77-BBD2-4EDA-B3DB-8024DE80F076}" dt="2023-11-11T09:44:11.187" v="6906" actId="20577"/>
          <ac:spMkLst>
            <pc:docMk/>
            <pc:sldMk cId="1442654664" sldId="337"/>
            <ac:spMk id="2" creationId="{CE33037B-744A-915A-5D53-592BF5AB603E}"/>
          </ac:spMkLst>
        </pc:spChg>
        <pc:spChg chg="del">
          <ac:chgData name="Kent Roller" userId="817c41d8bb86f71b" providerId="LiveId" clId="{46567E77-BBD2-4EDA-B3DB-8024DE80F076}" dt="2023-11-11T09:44:20.492" v="6907" actId="931"/>
          <ac:spMkLst>
            <pc:docMk/>
            <pc:sldMk cId="1442654664" sldId="337"/>
            <ac:spMk id="3" creationId="{D54E14BA-35D2-880D-9AED-EB5FCA561774}"/>
          </ac:spMkLst>
        </pc:spChg>
        <pc:spChg chg="add mod">
          <ac:chgData name="Kent Roller" userId="817c41d8bb86f71b" providerId="LiveId" clId="{46567E77-BBD2-4EDA-B3DB-8024DE80F076}" dt="2023-11-11T09:45:32.808" v="7045" actId="1076"/>
          <ac:spMkLst>
            <pc:docMk/>
            <pc:sldMk cId="1442654664" sldId="337"/>
            <ac:spMk id="6" creationId="{6169E468-5C1E-D0AF-A619-3B31B85E312A}"/>
          </ac:spMkLst>
        </pc:spChg>
        <pc:picChg chg="add mod">
          <ac:chgData name="Kent Roller" userId="817c41d8bb86f71b" providerId="LiveId" clId="{46567E77-BBD2-4EDA-B3DB-8024DE80F076}" dt="2023-11-11T09:44:33.836" v="6914" actId="1076"/>
          <ac:picMkLst>
            <pc:docMk/>
            <pc:sldMk cId="1442654664" sldId="337"/>
            <ac:picMk id="5" creationId="{2637D727-D420-1905-6DF3-646FE8CEB618}"/>
          </ac:picMkLst>
        </pc:picChg>
      </pc:sldChg>
      <pc:sldChg chg="addSp delSp modSp new mod">
        <pc:chgData name="Kent Roller" userId="817c41d8bb86f71b" providerId="LiveId" clId="{46567E77-BBD2-4EDA-B3DB-8024DE80F076}" dt="2023-11-11T10:03:13.892" v="7268" actId="14100"/>
        <pc:sldMkLst>
          <pc:docMk/>
          <pc:sldMk cId="992245436" sldId="338"/>
        </pc:sldMkLst>
        <pc:spChg chg="mod">
          <ac:chgData name="Kent Roller" userId="817c41d8bb86f71b" providerId="LiveId" clId="{46567E77-BBD2-4EDA-B3DB-8024DE80F076}" dt="2023-11-11T10:03:06.549" v="7266" actId="1076"/>
          <ac:spMkLst>
            <pc:docMk/>
            <pc:sldMk cId="992245436" sldId="338"/>
            <ac:spMk id="2" creationId="{98319921-B377-779F-D92D-9BEDDE74453D}"/>
          </ac:spMkLst>
        </pc:spChg>
        <pc:spChg chg="del">
          <ac:chgData name="Kent Roller" userId="817c41d8bb86f71b" providerId="LiveId" clId="{46567E77-BBD2-4EDA-B3DB-8024DE80F076}" dt="2023-11-11T10:01:25.764" v="7088" actId="931"/>
          <ac:spMkLst>
            <pc:docMk/>
            <pc:sldMk cId="992245436" sldId="338"/>
            <ac:spMk id="3" creationId="{9DEED9A5-C8F5-2B9B-AA62-2632B353CD82}"/>
          </ac:spMkLst>
        </pc:spChg>
        <pc:spChg chg="add mod">
          <ac:chgData name="Kent Roller" userId="817c41d8bb86f71b" providerId="LiveId" clId="{46567E77-BBD2-4EDA-B3DB-8024DE80F076}" dt="2023-11-11T10:02:45.960" v="7263" actId="1076"/>
          <ac:spMkLst>
            <pc:docMk/>
            <pc:sldMk cId="992245436" sldId="338"/>
            <ac:spMk id="6" creationId="{3DE1A51C-B9E5-DA88-1294-05434D41ECDA}"/>
          </ac:spMkLst>
        </pc:spChg>
        <pc:picChg chg="add mod">
          <ac:chgData name="Kent Roller" userId="817c41d8bb86f71b" providerId="LiveId" clId="{46567E77-BBD2-4EDA-B3DB-8024DE80F076}" dt="2023-11-11T10:03:13.892" v="7268" actId="14100"/>
          <ac:picMkLst>
            <pc:docMk/>
            <pc:sldMk cId="992245436" sldId="338"/>
            <ac:picMk id="5" creationId="{F5741701-C040-6054-4FA2-E4ED8BF0EDB3}"/>
          </ac:picMkLst>
        </pc:picChg>
      </pc:sldChg>
      <pc:sldChg chg="addSp delSp modSp new mod ord">
        <pc:chgData name="Kent Roller" userId="817c41d8bb86f71b" providerId="LiveId" clId="{46567E77-BBD2-4EDA-B3DB-8024DE80F076}" dt="2023-11-13T22:51:52.863" v="7494"/>
        <pc:sldMkLst>
          <pc:docMk/>
          <pc:sldMk cId="131775974" sldId="339"/>
        </pc:sldMkLst>
        <pc:spChg chg="mod">
          <ac:chgData name="Kent Roller" userId="817c41d8bb86f71b" providerId="LiveId" clId="{46567E77-BBD2-4EDA-B3DB-8024DE80F076}" dt="2023-11-11T10:49:02.922" v="7356" actId="1076"/>
          <ac:spMkLst>
            <pc:docMk/>
            <pc:sldMk cId="131775974" sldId="339"/>
            <ac:spMk id="2" creationId="{DD75D2E8-BF74-193F-1BA7-3B76A7B52AD3}"/>
          </ac:spMkLst>
        </pc:spChg>
        <pc:spChg chg="del">
          <ac:chgData name="Kent Roller" userId="817c41d8bb86f71b" providerId="LiveId" clId="{46567E77-BBD2-4EDA-B3DB-8024DE80F076}" dt="2023-11-11T10:49:10.928" v="7357" actId="931"/>
          <ac:spMkLst>
            <pc:docMk/>
            <pc:sldMk cId="131775974" sldId="339"/>
            <ac:spMk id="3" creationId="{E46BA239-726A-686C-8043-EB1DD309985F}"/>
          </ac:spMkLst>
        </pc:spChg>
        <pc:spChg chg="del mod">
          <ac:chgData name="Kent Roller" userId="817c41d8bb86f71b" providerId="LiveId" clId="{46567E77-BBD2-4EDA-B3DB-8024DE80F076}" dt="2023-11-11T10:49:17.895" v="7360" actId="931"/>
          <ac:spMkLst>
            <pc:docMk/>
            <pc:sldMk cId="131775974" sldId="339"/>
            <ac:spMk id="4" creationId="{CE8AA787-7F0F-8B83-E5FB-3D02C0F0BC9D}"/>
          </ac:spMkLst>
        </pc:spChg>
        <pc:spChg chg="add mod">
          <ac:chgData name="Kent Roller" userId="817c41d8bb86f71b" providerId="LiveId" clId="{46567E77-BBD2-4EDA-B3DB-8024DE80F076}" dt="2023-11-11T10:51:15.698" v="7492" actId="1076"/>
          <ac:spMkLst>
            <pc:docMk/>
            <pc:sldMk cId="131775974" sldId="339"/>
            <ac:spMk id="11" creationId="{361703EA-36D3-E7C1-59DD-207AE55A67CF}"/>
          </ac:spMkLst>
        </pc:spChg>
        <pc:picChg chg="add mod">
          <ac:chgData name="Kent Roller" userId="817c41d8bb86f71b" providerId="LiveId" clId="{46567E77-BBD2-4EDA-B3DB-8024DE80F076}" dt="2023-11-11T10:50:25.251" v="7387" actId="14100"/>
          <ac:picMkLst>
            <pc:docMk/>
            <pc:sldMk cId="131775974" sldId="339"/>
            <ac:picMk id="6" creationId="{CDE3466F-276F-83FE-EB9D-0A6A8A4E8343}"/>
          </ac:picMkLst>
        </pc:picChg>
        <pc:picChg chg="add mod">
          <ac:chgData name="Kent Roller" userId="817c41d8bb86f71b" providerId="LiveId" clId="{46567E77-BBD2-4EDA-B3DB-8024DE80F076}" dt="2023-11-11T10:50:15.749" v="7383" actId="1076"/>
          <ac:picMkLst>
            <pc:docMk/>
            <pc:sldMk cId="131775974" sldId="339"/>
            <ac:picMk id="8" creationId="{DC2AE8D6-1015-C776-6084-FB59C7A17FBF}"/>
          </ac:picMkLst>
        </pc:picChg>
        <pc:picChg chg="add mod">
          <ac:chgData name="Kent Roller" userId="817c41d8bb86f71b" providerId="LiveId" clId="{46567E77-BBD2-4EDA-B3DB-8024DE80F076}" dt="2023-11-11T10:50:02.983" v="7379" actId="14100"/>
          <ac:picMkLst>
            <pc:docMk/>
            <pc:sldMk cId="131775974" sldId="339"/>
            <ac:picMk id="10" creationId="{E026CD1D-E156-3D83-1177-A694525E62F8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94B2A7-222B-47AE-9991-D03643E96A21}" type="doc">
      <dgm:prSet loTypeId="urn:microsoft.com/office/officeart/2005/8/layout/chart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581FE8F-5E33-4016-B3CB-DA8CBD2CF29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Collect all possible data from local government sources</a:t>
          </a:r>
        </a:p>
      </dgm:t>
    </dgm:pt>
    <dgm:pt modelId="{FFD0DDC2-1636-4244-8679-C46FF277EB89}" type="parTrans" cxnId="{6845FDC1-5428-4E0D-9F5A-1A97D5EFFCC4}">
      <dgm:prSet/>
      <dgm:spPr/>
      <dgm:t>
        <a:bodyPr/>
        <a:lstStyle/>
        <a:p>
          <a:endParaRPr lang="en-US"/>
        </a:p>
      </dgm:t>
    </dgm:pt>
    <dgm:pt modelId="{FD053785-9FED-44DA-BEA1-4D46EF305C7E}" type="sibTrans" cxnId="{6845FDC1-5428-4E0D-9F5A-1A97D5EFFCC4}">
      <dgm:prSet/>
      <dgm:spPr/>
      <dgm:t>
        <a:bodyPr/>
        <a:lstStyle/>
        <a:p>
          <a:endParaRPr lang="en-US"/>
        </a:p>
      </dgm:t>
    </dgm:pt>
    <dgm:pt modelId="{4B476F28-7144-468D-BD8C-9D4FEB64C800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Distribute</a:t>
          </a:r>
          <a:r>
            <a:rPr lang="en-US" baseline="0" dirty="0"/>
            <a:t> created survey to obtain additional data</a:t>
          </a:r>
          <a:endParaRPr lang="en-US" dirty="0"/>
        </a:p>
      </dgm:t>
    </dgm:pt>
    <dgm:pt modelId="{D2ABD19C-E13B-4F41-BC87-E47F84936B83}" type="parTrans" cxnId="{9C9A3BDF-049E-4DA7-B74E-A70905D8B145}">
      <dgm:prSet/>
      <dgm:spPr/>
      <dgm:t>
        <a:bodyPr/>
        <a:lstStyle/>
        <a:p>
          <a:endParaRPr lang="en-US"/>
        </a:p>
      </dgm:t>
    </dgm:pt>
    <dgm:pt modelId="{2810FDFA-2965-4DD1-B307-BFD23FF1CAD1}" type="sibTrans" cxnId="{9C9A3BDF-049E-4DA7-B74E-A70905D8B145}">
      <dgm:prSet/>
      <dgm:spPr/>
      <dgm:t>
        <a:bodyPr/>
        <a:lstStyle/>
        <a:p>
          <a:endParaRPr lang="en-US"/>
        </a:p>
      </dgm:t>
    </dgm:pt>
    <dgm:pt modelId="{226A761A-0D6B-42B9-ABD6-997CF109D6E5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Use</a:t>
          </a:r>
        </a:p>
        <a:p>
          <a:r>
            <a:rPr lang="en-US" dirty="0"/>
            <a:t>Secondary Studies</a:t>
          </a:r>
        </a:p>
        <a:p>
          <a:r>
            <a:rPr lang="en-US" dirty="0"/>
            <a:t>for data not found</a:t>
          </a:r>
        </a:p>
        <a:p>
          <a:r>
            <a:rPr lang="en-US" dirty="0"/>
            <a:t>in previous steps.</a:t>
          </a:r>
        </a:p>
      </dgm:t>
    </dgm:pt>
    <dgm:pt modelId="{6931E1B2-D3C4-4CEE-A757-C0475AB015B5}" type="parTrans" cxnId="{1596A38A-2F64-4EDB-8A88-F9278E039875}">
      <dgm:prSet/>
      <dgm:spPr/>
      <dgm:t>
        <a:bodyPr/>
        <a:lstStyle/>
        <a:p>
          <a:endParaRPr lang="en-US"/>
        </a:p>
      </dgm:t>
    </dgm:pt>
    <dgm:pt modelId="{2D9A2E04-28DA-4AA9-A36E-4CBEDF9A1B96}" type="sibTrans" cxnId="{1596A38A-2F64-4EDB-8A88-F9278E039875}">
      <dgm:prSet/>
      <dgm:spPr/>
      <dgm:t>
        <a:bodyPr/>
        <a:lstStyle/>
        <a:p>
          <a:endParaRPr lang="en-US"/>
        </a:p>
      </dgm:t>
    </dgm:pt>
    <dgm:pt modelId="{C5220825-7E54-4341-99E3-4BEA3BCF2776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Create estimates for each sport based </a:t>
          </a:r>
          <a:r>
            <a:rPr lang="en-US" dirty="0">
              <a:latin typeface="Trebuchet MS" panose="020B0603020202020204"/>
            </a:rPr>
            <a:t>on</a:t>
          </a:r>
          <a:r>
            <a:rPr lang="en-US" dirty="0"/>
            <a:t> preceding data </a:t>
          </a:r>
        </a:p>
      </dgm:t>
    </dgm:pt>
    <dgm:pt modelId="{5ACAF1CF-8671-4812-AABE-F0F8A0DD7C03}" type="parTrans" cxnId="{C67B57C1-CB27-4837-8246-A97C2F8E7064}">
      <dgm:prSet/>
      <dgm:spPr/>
      <dgm:t>
        <a:bodyPr/>
        <a:lstStyle/>
        <a:p>
          <a:endParaRPr lang="en-US"/>
        </a:p>
      </dgm:t>
    </dgm:pt>
    <dgm:pt modelId="{5D7B391B-1567-43D3-9DE6-B54837C78C3B}" type="sibTrans" cxnId="{C67B57C1-CB27-4837-8246-A97C2F8E7064}">
      <dgm:prSet/>
      <dgm:spPr/>
      <dgm:t>
        <a:bodyPr/>
        <a:lstStyle/>
        <a:p>
          <a:endParaRPr lang="en-US"/>
        </a:p>
      </dgm:t>
    </dgm:pt>
    <dgm:pt modelId="{0D6AF1A7-DB52-4734-B4B6-8DC5B538152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/>
            <a:t>Apply multipliers using RIMS II I/O model table for the region </a:t>
          </a:r>
        </a:p>
      </dgm:t>
    </dgm:pt>
    <dgm:pt modelId="{0EFE6295-620D-4996-9E28-528FB5DD8142}" type="parTrans" cxnId="{8F368D03-1E03-46FA-82B1-A560DC00F3F6}">
      <dgm:prSet/>
      <dgm:spPr/>
      <dgm:t>
        <a:bodyPr/>
        <a:lstStyle/>
        <a:p>
          <a:endParaRPr lang="en-US"/>
        </a:p>
      </dgm:t>
    </dgm:pt>
    <dgm:pt modelId="{7CABCA28-E979-4223-AB9F-2728CA6AD3B3}" type="sibTrans" cxnId="{8F368D03-1E03-46FA-82B1-A560DC00F3F6}">
      <dgm:prSet/>
      <dgm:spPr/>
      <dgm:t>
        <a:bodyPr/>
        <a:lstStyle/>
        <a:p>
          <a:endParaRPr lang="en-US"/>
        </a:p>
      </dgm:t>
    </dgm:pt>
    <dgm:pt modelId="{1680E29B-C1DF-4BDD-A6AE-FC39542A5070}" type="pres">
      <dgm:prSet presAssocID="{2294B2A7-222B-47AE-9991-D03643E96A21}" presName="compositeShape" presStyleCnt="0">
        <dgm:presLayoutVars>
          <dgm:chMax val="7"/>
          <dgm:dir/>
          <dgm:resizeHandles val="exact"/>
        </dgm:presLayoutVars>
      </dgm:prSet>
      <dgm:spPr/>
    </dgm:pt>
    <dgm:pt modelId="{349B153A-5DF4-4009-88DC-8A1B00DF3216}" type="pres">
      <dgm:prSet presAssocID="{2294B2A7-222B-47AE-9991-D03643E96A21}" presName="wedge1" presStyleLbl="node1" presStyleIdx="0" presStyleCnt="5"/>
      <dgm:spPr/>
    </dgm:pt>
    <dgm:pt modelId="{D5A13E4C-7FC1-435D-BE48-6623ACB3C8B0}" type="pres">
      <dgm:prSet presAssocID="{2294B2A7-222B-47AE-9991-D03643E96A21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6E4C770-D267-4FF5-BF45-CDCA8C37DC81}" type="pres">
      <dgm:prSet presAssocID="{2294B2A7-222B-47AE-9991-D03643E96A21}" presName="wedge2" presStyleLbl="node1" presStyleIdx="1" presStyleCnt="5" custScaleX="99946" custScaleY="96987"/>
      <dgm:spPr/>
    </dgm:pt>
    <dgm:pt modelId="{B7D836E9-C391-4891-885B-F9C77FE614F9}" type="pres">
      <dgm:prSet presAssocID="{2294B2A7-222B-47AE-9991-D03643E96A21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D987662-41E7-4956-AA80-51B6AE9DF4E5}" type="pres">
      <dgm:prSet presAssocID="{2294B2A7-222B-47AE-9991-D03643E96A21}" presName="wedge3" presStyleLbl="node1" presStyleIdx="2" presStyleCnt="5" custScaleX="153645"/>
      <dgm:spPr/>
    </dgm:pt>
    <dgm:pt modelId="{A9E0E0D8-B372-4C86-B68C-F7B4C9CE9C45}" type="pres">
      <dgm:prSet presAssocID="{2294B2A7-222B-47AE-9991-D03643E96A21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CF644BE-F322-4074-B241-B88BCDA71DF8}" type="pres">
      <dgm:prSet presAssocID="{2294B2A7-222B-47AE-9991-D03643E96A21}" presName="wedge4" presStyleLbl="node1" presStyleIdx="3" presStyleCnt="5"/>
      <dgm:spPr/>
    </dgm:pt>
    <dgm:pt modelId="{72B26A5D-0466-435A-A63A-21C23EE7296C}" type="pres">
      <dgm:prSet presAssocID="{2294B2A7-222B-47AE-9991-D03643E96A21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C6605B9-5010-4DA3-A8F4-16923733333C}" type="pres">
      <dgm:prSet presAssocID="{2294B2A7-222B-47AE-9991-D03643E96A21}" presName="wedge5" presStyleLbl="node1" presStyleIdx="4" presStyleCnt="5"/>
      <dgm:spPr/>
    </dgm:pt>
    <dgm:pt modelId="{7D57EB23-0031-4AE0-B632-C74497EA92F2}" type="pres">
      <dgm:prSet presAssocID="{2294B2A7-222B-47AE-9991-D03643E96A21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8F368D03-1E03-46FA-82B1-A560DC00F3F6}" srcId="{2294B2A7-222B-47AE-9991-D03643E96A21}" destId="{0D6AF1A7-DB52-4734-B4B6-8DC5B5381528}" srcOrd="4" destOrd="0" parTransId="{0EFE6295-620D-4996-9E28-528FB5DD8142}" sibTransId="{7CABCA28-E979-4223-AB9F-2728CA6AD3B3}"/>
    <dgm:cxn modelId="{65BFD80E-EF9B-4053-BB7A-F3E3B91BE934}" type="presOf" srcId="{C5220825-7E54-4341-99E3-4BEA3BCF2776}" destId="{5CF644BE-F322-4074-B241-B88BCDA71DF8}" srcOrd="0" destOrd="0" presId="urn:microsoft.com/office/officeart/2005/8/layout/chart3"/>
    <dgm:cxn modelId="{B1C73E16-DF8A-4685-87E1-774B5F497952}" type="presOf" srcId="{0D6AF1A7-DB52-4734-B4B6-8DC5B5381528}" destId="{7D57EB23-0031-4AE0-B632-C74497EA92F2}" srcOrd="1" destOrd="0" presId="urn:microsoft.com/office/officeart/2005/8/layout/chart3"/>
    <dgm:cxn modelId="{DD9F1E19-39A3-43B3-85BA-4FB5E4BC20DD}" type="presOf" srcId="{226A761A-0D6B-42B9-ABD6-997CF109D6E5}" destId="{A9E0E0D8-B372-4C86-B68C-F7B4C9CE9C45}" srcOrd="1" destOrd="0" presId="urn:microsoft.com/office/officeart/2005/8/layout/chart3"/>
    <dgm:cxn modelId="{1754672E-44E1-4777-B39E-DD741D591972}" type="presOf" srcId="{4B476F28-7144-468D-BD8C-9D4FEB64C800}" destId="{B7D836E9-C391-4891-885B-F9C77FE614F9}" srcOrd="1" destOrd="0" presId="urn:microsoft.com/office/officeart/2005/8/layout/chart3"/>
    <dgm:cxn modelId="{60A24560-EB29-48D2-A310-63A0B32B2005}" type="presOf" srcId="{C5220825-7E54-4341-99E3-4BEA3BCF2776}" destId="{72B26A5D-0466-435A-A63A-21C23EE7296C}" srcOrd="1" destOrd="0" presId="urn:microsoft.com/office/officeart/2005/8/layout/chart3"/>
    <dgm:cxn modelId="{EB60E970-3298-4BA3-B63F-CE2FE4282E2D}" type="presOf" srcId="{0581FE8F-5E33-4016-B3CB-DA8CBD2CF292}" destId="{D5A13E4C-7FC1-435D-BE48-6623ACB3C8B0}" srcOrd="1" destOrd="0" presId="urn:microsoft.com/office/officeart/2005/8/layout/chart3"/>
    <dgm:cxn modelId="{1596A38A-2F64-4EDB-8A88-F9278E039875}" srcId="{2294B2A7-222B-47AE-9991-D03643E96A21}" destId="{226A761A-0D6B-42B9-ABD6-997CF109D6E5}" srcOrd="2" destOrd="0" parTransId="{6931E1B2-D3C4-4CEE-A757-C0475AB015B5}" sibTransId="{2D9A2E04-28DA-4AA9-A36E-4CBEDF9A1B96}"/>
    <dgm:cxn modelId="{94B3E18B-0C66-45E0-AD6F-1281BCB5A152}" type="presOf" srcId="{0D6AF1A7-DB52-4734-B4B6-8DC5B5381528}" destId="{8C6605B9-5010-4DA3-A8F4-16923733333C}" srcOrd="0" destOrd="0" presId="urn:microsoft.com/office/officeart/2005/8/layout/chart3"/>
    <dgm:cxn modelId="{459195A6-898A-43C5-8E6C-C373EF6FFBF7}" type="presOf" srcId="{2294B2A7-222B-47AE-9991-D03643E96A21}" destId="{1680E29B-C1DF-4BDD-A6AE-FC39542A5070}" srcOrd="0" destOrd="0" presId="urn:microsoft.com/office/officeart/2005/8/layout/chart3"/>
    <dgm:cxn modelId="{89E3CEBF-BAED-4ABD-A77C-4AF88E8BC300}" type="presOf" srcId="{0581FE8F-5E33-4016-B3CB-DA8CBD2CF292}" destId="{349B153A-5DF4-4009-88DC-8A1B00DF3216}" srcOrd="0" destOrd="0" presId="urn:microsoft.com/office/officeart/2005/8/layout/chart3"/>
    <dgm:cxn modelId="{444735C1-A360-4620-B4BB-3E1B937EB881}" type="presOf" srcId="{226A761A-0D6B-42B9-ABD6-997CF109D6E5}" destId="{ED987662-41E7-4956-AA80-51B6AE9DF4E5}" srcOrd="0" destOrd="0" presId="urn:microsoft.com/office/officeart/2005/8/layout/chart3"/>
    <dgm:cxn modelId="{C67B57C1-CB27-4837-8246-A97C2F8E7064}" srcId="{2294B2A7-222B-47AE-9991-D03643E96A21}" destId="{C5220825-7E54-4341-99E3-4BEA3BCF2776}" srcOrd="3" destOrd="0" parTransId="{5ACAF1CF-8671-4812-AABE-F0F8A0DD7C03}" sibTransId="{5D7B391B-1567-43D3-9DE6-B54837C78C3B}"/>
    <dgm:cxn modelId="{6845FDC1-5428-4E0D-9F5A-1A97D5EFFCC4}" srcId="{2294B2A7-222B-47AE-9991-D03643E96A21}" destId="{0581FE8F-5E33-4016-B3CB-DA8CBD2CF292}" srcOrd="0" destOrd="0" parTransId="{FFD0DDC2-1636-4244-8679-C46FF277EB89}" sibTransId="{FD053785-9FED-44DA-BEA1-4D46EF305C7E}"/>
    <dgm:cxn modelId="{9C9A3BDF-049E-4DA7-B74E-A70905D8B145}" srcId="{2294B2A7-222B-47AE-9991-D03643E96A21}" destId="{4B476F28-7144-468D-BD8C-9D4FEB64C800}" srcOrd="1" destOrd="0" parTransId="{D2ABD19C-E13B-4F41-BC87-E47F84936B83}" sibTransId="{2810FDFA-2965-4DD1-B307-BFD23FF1CAD1}"/>
    <dgm:cxn modelId="{97983CEA-59DE-413A-B08B-BF44D39CF15F}" type="presOf" srcId="{4B476F28-7144-468D-BD8C-9D4FEB64C800}" destId="{E6E4C770-D267-4FF5-BF45-CDCA8C37DC81}" srcOrd="0" destOrd="0" presId="urn:microsoft.com/office/officeart/2005/8/layout/chart3"/>
    <dgm:cxn modelId="{54D85CD3-CADD-40CF-8DA7-87FC9510D272}" type="presParOf" srcId="{1680E29B-C1DF-4BDD-A6AE-FC39542A5070}" destId="{349B153A-5DF4-4009-88DC-8A1B00DF3216}" srcOrd="0" destOrd="0" presId="urn:microsoft.com/office/officeart/2005/8/layout/chart3"/>
    <dgm:cxn modelId="{2A86FA2D-0C13-4B05-B8B6-72C9A4ED767A}" type="presParOf" srcId="{1680E29B-C1DF-4BDD-A6AE-FC39542A5070}" destId="{D5A13E4C-7FC1-435D-BE48-6623ACB3C8B0}" srcOrd="1" destOrd="0" presId="urn:microsoft.com/office/officeart/2005/8/layout/chart3"/>
    <dgm:cxn modelId="{BC18FA6E-E315-478B-9784-442C38389862}" type="presParOf" srcId="{1680E29B-C1DF-4BDD-A6AE-FC39542A5070}" destId="{E6E4C770-D267-4FF5-BF45-CDCA8C37DC81}" srcOrd="2" destOrd="0" presId="urn:microsoft.com/office/officeart/2005/8/layout/chart3"/>
    <dgm:cxn modelId="{23F56A0C-3A25-4BB4-BE95-8D5642769122}" type="presParOf" srcId="{1680E29B-C1DF-4BDD-A6AE-FC39542A5070}" destId="{B7D836E9-C391-4891-885B-F9C77FE614F9}" srcOrd="3" destOrd="0" presId="urn:microsoft.com/office/officeart/2005/8/layout/chart3"/>
    <dgm:cxn modelId="{21B4E795-82AF-419C-A3F1-93D34F41D31E}" type="presParOf" srcId="{1680E29B-C1DF-4BDD-A6AE-FC39542A5070}" destId="{ED987662-41E7-4956-AA80-51B6AE9DF4E5}" srcOrd="4" destOrd="0" presId="urn:microsoft.com/office/officeart/2005/8/layout/chart3"/>
    <dgm:cxn modelId="{070E52C5-46F5-49B2-9160-B2D5D1B5BAA5}" type="presParOf" srcId="{1680E29B-C1DF-4BDD-A6AE-FC39542A5070}" destId="{A9E0E0D8-B372-4C86-B68C-F7B4C9CE9C45}" srcOrd="5" destOrd="0" presId="urn:microsoft.com/office/officeart/2005/8/layout/chart3"/>
    <dgm:cxn modelId="{43F8CF56-567E-40F9-AD7C-59240948FD47}" type="presParOf" srcId="{1680E29B-C1DF-4BDD-A6AE-FC39542A5070}" destId="{5CF644BE-F322-4074-B241-B88BCDA71DF8}" srcOrd="6" destOrd="0" presId="urn:microsoft.com/office/officeart/2005/8/layout/chart3"/>
    <dgm:cxn modelId="{0886A945-2D2B-4B0D-8A58-9800EE3FDEE3}" type="presParOf" srcId="{1680E29B-C1DF-4BDD-A6AE-FC39542A5070}" destId="{72B26A5D-0466-435A-A63A-21C23EE7296C}" srcOrd="7" destOrd="0" presId="urn:microsoft.com/office/officeart/2005/8/layout/chart3"/>
    <dgm:cxn modelId="{CB1D2BA1-C94C-4941-9CB8-516A5FBC6FF2}" type="presParOf" srcId="{1680E29B-C1DF-4BDD-A6AE-FC39542A5070}" destId="{8C6605B9-5010-4DA3-A8F4-16923733333C}" srcOrd="8" destOrd="0" presId="urn:microsoft.com/office/officeart/2005/8/layout/chart3"/>
    <dgm:cxn modelId="{992F8BA3-2330-43A7-B0B8-488ED65DFCC4}" type="presParOf" srcId="{1680E29B-C1DF-4BDD-A6AE-FC39542A5070}" destId="{7D57EB23-0031-4AE0-B632-C74497EA92F2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1F08EA-B58E-4913-A349-58C5853B9CA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C03AA6-9A27-41A0-BEE5-6A8DE0E7881A}">
      <dgm:prSet/>
      <dgm:spPr/>
      <dgm:t>
        <a:bodyPr/>
        <a:lstStyle/>
        <a:p>
          <a:r>
            <a:rPr lang="en-US"/>
            <a:t>RIMS II is a backward-linkage model </a:t>
          </a:r>
        </a:p>
      </dgm:t>
    </dgm:pt>
    <dgm:pt modelId="{4EB20CB0-7E36-4EB5-8E4D-A8A3E18A4FF8}" type="parTrans" cxnId="{24FA445E-3D63-4B17-B65E-2B2522903F97}">
      <dgm:prSet/>
      <dgm:spPr/>
      <dgm:t>
        <a:bodyPr/>
        <a:lstStyle/>
        <a:p>
          <a:endParaRPr lang="en-US"/>
        </a:p>
      </dgm:t>
    </dgm:pt>
    <dgm:pt modelId="{BA5441B8-3749-48E9-942C-03E9E9E46086}" type="sibTrans" cxnId="{24FA445E-3D63-4B17-B65E-2B2522903F97}">
      <dgm:prSet/>
      <dgm:spPr/>
      <dgm:t>
        <a:bodyPr/>
        <a:lstStyle/>
        <a:p>
          <a:endParaRPr lang="en-US"/>
        </a:p>
      </dgm:t>
    </dgm:pt>
    <dgm:pt modelId="{59BBE309-1668-4473-8999-3B6B572D446F}">
      <dgm:prSet/>
      <dgm:spPr/>
      <dgm:t>
        <a:bodyPr/>
        <a:lstStyle/>
        <a:p>
          <a:r>
            <a:rPr lang="en-US"/>
            <a:t>RIMS II uses Fixed Purchase Patterns </a:t>
          </a:r>
        </a:p>
      </dgm:t>
    </dgm:pt>
    <dgm:pt modelId="{1B331409-8E0E-4AEE-BFBA-0F63F34CA087}" type="parTrans" cxnId="{E11589DF-046E-471B-872A-5287DF8532CF}">
      <dgm:prSet/>
      <dgm:spPr/>
      <dgm:t>
        <a:bodyPr/>
        <a:lstStyle/>
        <a:p>
          <a:endParaRPr lang="en-US"/>
        </a:p>
      </dgm:t>
    </dgm:pt>
    <dgm:pt modelId="{01637948-39E4-443E-B7D4-C92D4CAD4F45}" type="sibTrans" cxnId="{E11589DF-046E-471B-872A-5287DF8532CF}">
      <dgm:prSet/>
      <dgm:spPr/>
      <dgm:t>
        <a:bodyPr/>
        <a:lstStyle/>
        <a:p>
          <a:endParaRPr lang="en-US"/>
        </a:p>
      </dgm:t>
    </dgm:pt>
    <dgm:pt modelId="{4C74C690-1762-42A2-916B-4A21FA4FB712}">
      <dgm:prSet/>
      <dgm:spPr/>
      <dgm:t>
        <a:bodyPr/>
        <a:lstStyle/>
        <a:p>
          <a:r>
            <a:rPr lang="en-US"/>
            <a:t>Industry Homogeneity </a:t>
          </a:r>
        </a:p>
      </dgm:t>
    </dgm:pt>
    <dgm:pt modelId="{A87A8331-B613-4883-92D9-ABC46C7E9BB2}" type="parTrans" cxnId="{58EBF64D-7060-40D3-AB08-597994400FC9}">
      <dgm:prSet/>
      <dgm:spPr/>
      <dgm:t>
        <a:bodyPr/>
        <a:lstStyle/>
        <a:p>
          <a:endParaRPr lang="en-US"/>
        </a:p>
      </dgm:t>
    </dgm:pt>
    <dgm:pt modelId="{882F3AED-06C3-4E1A-8EC4-6CA71480BAF4}" type="sibTrans" cxnId="{58EBF64D-7060-40D3-AB08-597994400FC9}">
      <dgm:prSet/>
      <dgm:spPr/>
      <dgm:t>
        <a:bodyPr/>
        <a:lstStyle/>
        <a:p>
          <a:endParaRPr lang="en-US"/>
        </a:p>
      </dgm:t>
    </dgm:pt>
    <dgm:pt modelId="{409AD5C5-25B3-4CC2-A0DA-4F2A09ED3AB2}">
      <dgm:prSet/>
      <dgm:spPr/>
      <dgm:t>
        <a:bodyPr/>
        <a:lstStyle/>
        <a:p>
          <a:r>
            <a:rPr lang="en-US"/>
            <a:t>No Supply Constraints </a:t>
          </a:r>
        </a:p>
      </dgm:t>
    </dgm:pt>
    <dgm:pt modelId="{9F2A4A05-0D13-43F8-803F-930D8619D102}" type="parTrans" cxnId="{E6C66861-231A-453D-A4E6-B7FDDFA1E048}">
      <dgm:prSet/>
      <dgm:spPr/>
      <dgm:t>
        <a:bodyPr/>
        <a:lstStyle/>
        <a:p>
          <a:endParaRPr lang="en-US"/>
        </a:p>
      </dgm:t>
    </dgm:pt>
    <dgm:pt modelId="{594392C5-71CD-4FAD-8094-24781A6C876F}" type="sibTrans" cxnId="{E6C66861-231A-453D-A4E6-B7FDDFA1E048}">
      <dgm:prSet/>
      <dgm:spPr/>
      <dgm:t>
        <a:bodyPr/>
        <a:lstStyle/>
        <a:p>
          <a:endParaRPr lang="en-US"/>
        </a:p>
      </dgm:t>
    </dgm:pt>
    <dgm:pt modelId="{9F878606-35A5-4AB6-9763-96F3FB947264}">
      <dgm:prSet/>
      <dgm:spPr/>
      <dgm:t>
        <a:bodyPr/>
        <a:lstStyle/>
        <a:p>
          <a:r>
            <a:rPr lang="en-US"/>
            <a:t>No Regional Feedback </a:t>
          </a:r>
        </a:p>
      </dgm:t>
    </dgm:pt>
    <dgm:pt modelId="{E02F06D7-F3C2-4DF8-863C-12E8EEAA8649}" type="parTrans" cxnId="{D5FBF9A4-7A5E-4CD7-B151-FFE8379F0D70}">
      <dgm:prSet/>
      <dgm:spPr/>
      <dgm:t>
        <a:bodyPr/>
        <a:lstStyle/>
        <a:p>
          <a:endParaRPr lang="en-US"/>
        </a:p>
      </dgm:t>
    </dgm:pt>
    <dgm:pt modelId="{DC55F540-2135-4C93-8677-18556B797CEE}" type="sibTrans" cxnId="{D5FBF9A4-7A5E-4CD7-B151-FFE8379F0D70}">
      <dgm:prSet/>
      <dgm:spPr/>
      <dgm:t>
        <a:bodyPr/>
        <a:lstStyle/>
        <a:p>
          <a:endParaRPr lang="en-US"/>
        </a:p>
      </dgm:t>
    </dgm:pt>
    <dgm:pt modelId="{8866B9B2-D8B1-4168-9001-7F683E697B6E}">
      <dgm:prSet/>
      <dgm:spPr/>
      <dgm:t>
        <a:bodyPr/>
        <a:lstStyle/>
        <a:p>
          <a:r>
            <a:rPr lang="en-US"/>
            <a:t>No Time Dimension</a:t>
          </a:r>
        </a:p>
      </dgm:t>
    </dgm:pt>
    <dgm:pt modelId="{102CF63F-F337-44DD-80DE-21C05D8C218A}" type="parTrans" cxnId="{4FAEDC33-CCB7-4046-9122-10C74438ED39}">
      <dgm:prSet/>
      <dgm:spPr/>
      <dgm:t>
        <a:bodyPr/>
        <a:lstStyle/>
        <a:p>
          <a:endParaRPr lang="en-US"/>
        </a:p>
      </dgm:t>
    </dgm:pt>
    <dgm:pt modelId="{6E9B08F8-D6AE-429D-BABC-F216FED725D4}" type="sibTrans" cxnId="{4FAEDC33-CCB7-4046-9122-10C74438ED39}">
      <dgm:prSet/>
      <dgm:spPr/>
      <dgm:t>
        <a:bodyPr/>
        <a:lstStyle/>
        <a:p>
          <a:endParaRPr lang="en-US"/>
        </a:p>
      </dgm:t>
    </dgm:pt>
    <dgm:pt modelId="{90B87C2A-B802-4465-8AFB-AF65B660A0DD}" type="pres">
      <dgm:prSet presAssocID="{561F08EA-B58E-4913-A349-58C5853B9CA9}" presName="diagram" presStyleCnt="0">
        <dgm:presLayoutVars>
          <dgm:dir/>
          <dgm:resizeHandles val="exact"/>
        </dgm:presLayoutVars>
      </dgm:prSet>
      <dgm:spPr/>
    </dgm:pt>
    <dgm:pt modelId="{3916D363-4447-4A86-9669-1C867D6D4AF9}" type="pres">
      <dgm:prSet presAssocID="{23C03AA6-9A27-41A0-BEE5-6A8DE0E7881A}" presName="node" presStyleLbl="node1" presStyleIdx="0" presStyleCnt="6">
        <dgm:presLayoutVars>
          <dgm:bulletEnabled val="1"/>
        </dgm:presLayoutVars>
      </dgm:prSet>
      <dgm:spPr/>
    </dgm:pt>
    <dgm:pt modelId="{F58C9478-7CA2-42C3-B0A4-FC3C5BA0C8E6}" type="pres">
      <dgm:prSet presAssocID="{BA5441B8-3749-48E9-942C-03E9E9E46086}" presName="sibTrans" presStyleCnt="0"/>
      <dgm:spPr/>
    </dgm:pt>
    <dgm:pt modelId="{6675F9BC-D863-43A9-8CC9-2C91F1D075EE}" type="pres">
      <dgm:prSet presAssocID="{59BBE309-1668-4473-8999-3B6B572D446F}" presName="node" presStyleLbl="node1" presStyleIdx="1" presStyleCnt="6">
        <dgm:presLayoutVars>
          <dgm:bulletEnabled val="1"/>
        </dgm:presLayoutVars>
      </dgm:prSet>
      <dgm:spPr/>
    </dgm:pt>
    <dgm:pt modelId="{E4BAAAF6-ACBC-4C02-BA99-52E5D63C83A2}" type="pres">
      <dgm:prSet presAssocID="{01637948-39E4-443E-B7D4-C92D4CAD4F45}" presName="sibTrans" presStyleCnt="0"/>
      <dgm:spPr/>
    </dgm:pt>
    <dgm:pt modelId="{F794A59A-6EDF-46C2-9C26-22565C8EE2A0}" type="pres">
      <dgm:prSet presAssocID="{4C74C690-1762-42A2-916B-4A21FA4FB712}" presName="node" presStyleLbl="node1" presStyleIdx="2" presStyleCnt="6">
        <dgm:presLayoutVars>
          <dgm:bulletEnabled val="1"/>
        </dgm:presLayoutVars>
      </dgm:prSet>
      <dgm:spPr/>
    </dgm:pt>
    <dgm:pt modelId="{B2167A89-6FC7-4C2A-AB39-84E54F5F3694}" type="pres">
      <dgm:prSet presAssocID="{882F3AED-06C3-4E1A-8EC4-6CA71480BAF4}" presName="sibTrans" presStyleCnt="0"/>
      <dgm:spPr/>
    </dgm:pt>
    <dgm:pt modelId="{123C3175-4E50-4A8B-8086-78C7A35F7C9F}" type="pres">
      <dgm:prSet presAssocID="{409AD5C5-25B3-4CC2-A0DA-4F2A09ED3AB2}" presName="node" presStyleLbl="node1" presStyleIdx="3" presStyleCnt="6">
        <dgm:presLayoutVars>
          <dgm:bulletEnabled val="1"/>
        </dgm:presLayoutVars>
      </dgm:prSet>
      <dgm:spPr/>
    </dgm:pt>
    <dgm:pt modelId="{AD4D7689-003C-47FE-A0C5-B49C38EC3E14}" type="pres">
      <dgm:prSet presAssocID="{594392C5-71CD-4FAD-8094-24781A6C876F}" presName="sibTrans" presStyleCnt="0"/>
      <dgm:spPr/>
    </dgm:pt>
    <dgm:pt modelId="{F3744EBD-A39C-4046-A147-CC482568A6D3}" type="pres">
      <dgm:prSet presAssocID="{9F878606-35A5-4AB6-9763-96F3FB947264}" presName="node" presStyleLbl="node1" presStyleIdx="4" presStyleCnt="6">
        <dgm:presLayoutVars>
          <dgm:bulletEnabled val="1"/>
        </dgm:presLayoutVars>
      </dgm:prSet>
      <dgm:spPr/>
    </dgm:pt>
    <dgm:pt modelId="{7369B2D5-2C0C-4530-A186-6374E21D4710}" type="pres">
      <dgm:prSet presAssocID="{DC55F540-2135-4C93-8677-18556B797CEE}" presName="sibTrans" presStyleCnt="0"/>
      <dgm:spPr/>
    </dgm:pt>
    <dgm:pt modelId="{BB476697-311B-457D-B6F2-A8556FBC4626}" type="pres">
      <dgm:prSet presAssocID="{8866B9B2-D8B1-4168-9001-7F683E697B6E}" presName="node" presStyleLbl="node1" presStyleIdx="5" presStyleCnt="6">
        <dgm:presLayoutVars>
          <dgm:bulletEnabled val="1"/>
        </dgm:presLayoutVars>
      </dgm:prSet>
      <dgm:spPr/>
    </dgm:pt>
  </dgm:ptLst>
  <dgm:cxnLst>
    <dgm:cxn modelId="{D4C44F18-FCB3-4327-ADE4-A7B77A80F82E}" type="presOf" srcId="{409AD5C5-25B3-4CC2-A0DA-4F2A09ED3AB2}" destId="{123C3175-4E50-4A8B-8086-78C7A35F7C9F}" srcOrd="0" destOrd="0" presId="urn:microsoft.com/office/officeart/2005/8/layout/default"/>
    <dgm:cxn modelId="{4FAEDC33-CCB7-4046-9122-10C74438ED39}" srcId="{561F08EA-B58E-4913-A349-58C5853B9CA9}" destId="{8866B9B2-D8B1-4168-9001-7F683E697B6E}" srcOrd="5" destOrd="0" parTransId="{102CF63F-F337-44DD-80DE-21C05D8C218A}" sibTransId="{6E9B08F8-D6AE-429D-BABC-F216FED725D4}"/>
    <dgm:cxn modelId="{24FA445E-3D63-4B17-B65E-2B2522903F97}" srcId="{561F08EA-B58E-4913-A349-58C5853B9CA9}" destId="{23C03AA6-9A27-41A0-BEE5-6A8DE0E7881A}" srcOrd="0" destOrd="0" parTransId="{4EB20CB0-7E36-4EB5-8E4D-A8A3E18A4FF8}" sibTransId="{BA5441B8-3749-48E9-942C-03E9E9E46086}"/>
    <dgm:cxn modelId="{E6C66861-231A-453D-A4E6-B7FDDFA1E048}" srcId="{561F08EA-B58E-4913-A349-58C5853B9CA9}" destId="{409AD5C5-25B3-4CC2-A0DA-4F2A09ED3AB2}" srcOrd="3" destOrd="0" parTransId="{9F2A4A05-0D13-43F8-803F-930D8619D102}" sibTransId="{594392C5-71CD-4FAD-8094-24781A6C876F}"/>
    <dgm:cxn modelId="{09BB4143-9951-4565-880B-BE8326A292A7}" type="presOf" srcId="{59BBE309-1668-4473-8999-3B6B572D446F}" destId="{6675F9BC-D863-43A9-8CC9-2C91F1D075EE}" srcOrd="0" destOrd="0" presId="urn:microsoft.com/office/officeart/2005/8/layout/default"/>
    <dgm:cxn modelId="{58EBF64D-7060-40D3-AB08-597994400FC9}" srcId="{561F08EA-B58E-4913-A349-58C5853B9CA9}" destId="{4C74C690-1762-42A2-916B-4A21FA4FB712}" srcOrd="2" destOrd="0" parTransId="{A87A8331-B613-4883-92D9-ABC46C7E9BB2}" sibTransId="{882F3AED-06C3-4E1A-8EC4-6CA71480BAF4}"/>
    <dgm:cxn modelId="{849F438A-7261-4EA9-A33C-43462AE961F2}" type="presOf" srcId="{8866B9B2-D8B1-4168-9001-7F683E697B6E}" destId="{BB476697-311B-457D-B6F2-A8556FBC4626}" srcOrd="0" destOrd="0" presId="urn:microsoft.com/office/officeart/2005/8/layout/default"/>
    <dgm:cxn modelId="{D5FBF9A4-7A5E-4CD7-B151-FFE8379F0D70}" srcId="{561F08EA-B58E-4913-A349-58C5853B9CA9}" destId="{9F878606-35A5-4AB6-9763-96F3FB947264}" srcOrd="4" destOrd="0" parTransId="{E02F06D7-F3C2-4DF8-863C-12E8EEAA8649}" sibTransId="{DC55F540-2135-4C93-8677-18556B797CEE}"/>
    <dgm:cxn modelId="{E97161A8-9D40-43F9-94BD-81B444166A12}" type="presOf" srcId="{561F08EA-B58E-4913-A349-58C5853B9CA9}" destId="{90B87C2A-B802-4465-8AFB-AF65B660A0DD}" srcOrd="0" destOrd="0" presId="urn:microsoft.com/office/officeart/2005/8/layout/default"/>
    <dgm:cxn modelId="{9DF60ABB-409A-4A7D-A4A8-E94B7C29490F}" type="presOf" srcId="{23C03AA6-9A27-41A0-BEE5-6A8DE0E7881A}" destId="{3916D363-4447-4A86-9669-1C867D6D4AF9}" srcOrd="0" destOrd="0" presId="urn:microsoft.com/office/officeart/2005/8/layout/default"/>
    <dgm:cxn modelId="{27455EC2-BCDA-4533-AE41-22EAA6CDB5E3}" type="presOf" srcId="{9F878606-35A5-4AB6-9763-96F3FB947264}" destId="{F3744EBD-A39C-4046-A147-CC482568A6D3}" srcOrd="0" destOrd="0" presId="urn:microsoft.com/office/officeart/2005/8/layout/default"/>
    <dgm:cxn modelId="{E11589DF-046E-471B-872A-5287DF8532CF}" srcId="{561F08EA-B58E-4913-A349-58C5853B9CA9}" destId="{59BBE309-1668-4473-8999-3B6B572D446F}" srcOrd="1" destOrd="0" parTransId="{1B331409-8E0E-4AEE-BFBA-0F63F34CA087}" sibTransId="{01637948-39E4-443E-B7D4-C92D4CAD4F45}"/>
    <dgm:cxn modelId="{BEE945E9-54DD-43DC-95E4-BBCCDD9193B9}" type="presOf" srcId="{4C74C690-1762-42A2-916B-4A21FA4FB712}" destId="{F794A59A-6EDF-46C2-9C26-22565C8EE2A0}" srcOrd="0" destOrd="0" presId="urn:microsoft.com/office/officeart/2005/8/layout/default"/>
    <dgm:cxn modelId="{74378C0F-945D-4FC4-9A64-F5C6312B5F26}" type="presParOf" srcId="{90B87C2A-B802-4465-8AFB-AF65B660A0DD}" destId="{3916D363-4447-4A86-9669-1C867D6D4AF9}" srcOrd="0" destOrd="0" presId="urn:microsoft.com/office/officeart/2005/8/layout/default"/>
    <dgm:cxn modelId="{1B323394-06D0-4B6B-AA90-D06E78EE6441}" type="presParOf" srcId="{90B87C2A-B802-4465-8AFB-AF65B660A0DD}" destId="{F58C9478-7CA2-42C3-B0A4-FC3C5BA0C8E6}" srcOrd="1" destOrd="0" presId="urn:microsoft.com/office/officeart/2005/8/layout/default"/>
    <dgm:cxn modelId="{D9A10F15-8EC8-41C0-A659-55485770153B}" type="presParOf" srcId="{90B87C2A-B802-4465-8AFB-AF65B660A0DD}" destId="{6675F9BC-D863-43A9-8CC9-2C91F1D075EE}" srcOrd="2" destOrd="0" presId="urn:microsoft.com/office/officeart/2005/8/layout/default"/>
    <dgm:cxn modelId="{A12BC26E-0AC9-4BFC-A4C8-48077455ABA3}" type="presParOf" srcId="{90B87C2A-B802-4465-8AFB-AF65B660A0DD}" destId="{E4BAAAF6-ACBC-4C02-BA99-52E5D63C83A2}" srcOrd="3" destOrd="0" presId="urn:microsoft.com/office/officeart/2005/8/layout/default"/>
    <dgm:cxn modelId="{EB4EA79F-B13E-481A-8F77-8F9DC5FF46C8}" type="presParOf" srcId="{90B87C2A-B802-4465-8AFB-AF65B660A0DD}" destId="{F794A59A-6EDF-46C2-9C26-22565C8EE2A0}" srcOrd="4" destOrd="0" presId="urn:microsoft.com/office/officeart/2005/8/layout/default"/>
    <dgm:cxn modelId="{A02D4745-480F-458C-801E-1B1D2C5387B2}" type="presParOf" srcId="{90B87C2A-B802-4465-8AFB-AF65B660A0DD}" destId="{B2167A89-6FC7-4C2A-AB39-84E54F5F3694}" srcOrd="5" destOrd="0" presId="urn:microsoft.com/office/officeart/2005/8/layout/default"/>
    <dgm:cxn modelId="{A14676A4-7928-4E29-836C-4517C8DC93A9}" type="presParOf" srcId="{90B87C2A-B802-4465-8AFB-AF65B660A0DD}" destId="{123C3175-4E50-4A8B-8086-78C7A35F7C9F}" srcOrd="6" destOrd="0" presId="urn:microsoft.com/office/officeart/2005/8/layout/default"/>
    <dgm:cxn modelId="{A3E7B676-D74D-4BA8-80AC-D97F84F84FC4}" type="presParOf" srcId="{90B87C2A-B802-4465-8AFB-AF65B660A0DD}" destId="{AD4D7689-003C-47FE-A0C5-B49C38EC3E14}" srcOrd="7" destOrd="0" presId="urn:microsoft.com/office/officeart/2005/8/layout/default"/>
    <dgm:cxn modelId="{B63C60C4-87D6-49DC-BF8E-97F65DB70DBB}" type="presParOf" srcId="{90B87C2A-B802-4465-8AFB-AF65B660A0DD}" destId="{F3744EBD-A39C-4046-A147-CC482568A6D3}" srcOrd="8" destOrd="0" presId="urn:microsoft.com/office/officeart/2005/8/layout/default"/>
    <dgm:cxn modelId="{1FBA510E-3313-4E25-BF61-887F2BC9F07D}" type="presParOf" srcId="{90B87C2A-B802-4465-8AFB-AF65B660A0DD}" destId="{7369B2D5-2C0C-4530-A186-6374E21D4710}" srcOrd="9" destOrd="0" presId="urn:microsoft.com/office/officeart/2005/8/layout/default"/>
    <dgm:cxn modelId="{C70A0484-07BF-437A-8F03-F985CE1BDF81}" type="presParOf" srcId="{90B87C2A-B802-4465-8AFB-AF65B660A0DD}" destId="{BB476697-311B-457D-B6F2-A8556FBC462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6C4CB4-DE87-4648-8B92-8A83B1F204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89F7292-0756-4F56-AE61-69A43A086A91}">
      <dgm:prSet/>
      <dgm:spPr/>
      <dgm:t>
        <a:bodyPr/>
        <a:lstStyle/>
        <a:p>
          <a:r>
            <a:rPr lang="en-US"/>
            <a:t>RIMS II multipliers are only meaningful for analyzing the impact of final demand change in a region. Final demand consist of a number of different types of transactions:</a:t>
          </a:r>
        </a:p>
      </dgm:t>
    </dgm:pt>
    <dgm:pt modelId="{4CB249DF-897F-4669-8CD5-DF4D5F570F4D}" type="parTrans" cxnId="{9CCAF727-7516-4B4F-91AB-A6200C8CAABC}">
      <dgm:prSet/>
      <dgm:spPr/>
      <dgm:t>
        <a:bodyPr/>
        <a:lstStyle/>
        <a:p>
          <a:endParaRPr lang="en-US"/>
        </a:p>
      </dgm:t>
    </dgm:pt>
    <dgm:pt modelId="{DA179AA2-69C0-45B4-B273-ABBB0F212A2A}" type="sibTrans" cxnId="{9CCAF727-7516-4B4F-91AB-A6200C8CAABC}">
      <dgm:prSet/>
      <dgm:spPr/>
      <dgm:t>
        <a:bodyPr/>
        <a:lstStyle/>
        <a:p>
          <a:endParaRPr lang="en-US"/>
        </a:p>
      </dgm:t>
    </dgm:pt>
    <dgm:pt modelId="{C3F4A38F-01B9-48B2-8936-6B852FB8FE13}">
      <dgm:prSet/>
      <dgm:spPr/>
      <dgm:t>
        <a:bodyPr/>
        <a:lstStyle/>
        <a:p>
          <a:r>
            <a:rPr lang="en-US"/>
            <a:t>Purchases by consumers outside the region </a:t>
          </a:r>
        </a:p>
      </dgm:t>
    </dgm:pt>
    <dgm:pt modelId="{26B39E47-03DA-4D14-93CD-F6821FCB0956}" type="parTrans" cxnId="{DD7ACCD5-E12F-460C-83F3-2EAA27F002B1}">
      <dgm:prSet/>
      <dgm:spPr/>
      <dgm:t>
        <a:bodyPr/>
        <a:lstStyle/>
        <a:p>
          <a:endParaRPr lang="en-US"/>
        </a:p>
      </dgm:t>
    </dgm:pt>
    <dgm:pt modelId="{DE269E78-10E5-41E1-BE2D-CA620CC066DF}" type="sibTrans" cxnId="{DD7ACCD5-E12F-460C-83F3-2EAA27F002B1}">
      <dgm:prSet/>
      <dgm:spPr/>
      <dgm:t>
        <a:bodyPr/>
        <a:lstStyle/>
        <a:p>
          <a:endParaRPr lang="en-US"/>
        </a:p>
      </dgm:t>
    </dgm:pt>
    <dgm:pt modelId="{4921CD2F-66CA-4EF0-A4C6-B08D2D4D2BB4}">
      <dgm:prSet/>
      <dgm:spPr/>
      <dgm:t>
        <a:bodyPr/>
        <a:lstStyle/>
        <a:p>
          <a:r>
            <a:rPr lang="en-US"/>
            <a:t>Investment in new buildings, equipment, and software</a:t>
          </a:r>
        </a:p>
      </dgm:t>
    </dgm:pt>
    <dgm:pt modelId="{6004E3EF-FE46-45B0-9E7B-DA8A1CC1D9F2}" type="parTrans" cxnId="{A5E3E528-E046-4E21-9FCB-84974EA07B65}">
      <dgm:prSet/>
      <dgm:spPr/>
      <dgm:t>
        <a:bodyPr/>
        <a:lstStyle/>
        <a:p>
          <a:endParaRPr lang="en-US"/>
        </a:p>
      </dgm:t>
    </dgm:pt>
    <dgm:pt modelId="{A0D62DA7-70AE-4541-8533-C0600C7A42C1}" type="sibTrans" cxnId="{A5E3E528-E046-4E21-9FCB-84974EA07B65}">
      <dgm:prSet/>
      <dgm:spPr/>
      <dgm:t>
        <a:bodyPr/>
        <a:lstStyle/>
        <a:p>
          <a:endParaRPr lang="en-US"/>
        </a:p>
      </dgm:t>
    </dgm:pt>
    <dgm:pt modelId="{4D88877F-559D-4A40-8B4E-962EF076D8E0}">
      <dgm:prSet/>
      <dgm:spPr/>
      <dgm:t>
        <a:bodyPr/>
        <a:lstStyle/>
        <a:p>
          <a:r>
            <a:rPr lang="en-US"/>
            <a:t>Purchases by government </a:t>
          </a:r>
        </a:p>
      </dgm:t>
    </dgm:pt>
    <dgm:pt modelId="{29A498EE-C0C6-400A-B786-996B1E67A104}" type="parTrans" cxnId="{525E3C88-9FA0-458A-A078-D2D62CB17368}">
      <dgm:prSet/>
      <dgm:spPr/>
      <dgm:t>
        <a:bodyPr/>
        <a:lstStyle/>
        <a:p>
          <a:endParaRPr lang="en-US"/>
        </a:p>
      </dgm:t>
    </dgm:pt>
    <dgm:pt modelId="{499C6698-E2DF-48E0-9438-E1C1B88D2DEF}" type="sibTrans" cxnId="{525E3C88-9FA0-458A-A078-D2D62CB17368}">
      <dgm:prSet/>
      <dgm:spPr/>
      <dgm:t>
        <a:bodyPr/>
        <a:lstStyle/>
        <a:p>
          <a:endParaRPr lang="en-US"/>
        </a:p>
      </dgm:t>
    </dgm:pt>
    <dgm:pt modelId="{6AEF311F-FB6A-4377-B875-137135451CA5}">
      <dgm:prSet/>
      <dgm:spPr/>
      <dgm:t>
        <a:bodyPr/>
        <a:lstStyle/>
        <a:p>
          <a:r>
            <a:rPr lang="en-US"/>
            <a:t>Purchases by households</a:t>
          </a:r>
        </a:p>
      </dgm:t>
    </dgm:pt>
    <dgm:pt modelId="{B13D184B-C3F6-4499-8CDD-7CD5D38E0771}" type="parTrans" cxnId="{61E0B7D8-E939-445D-B2D6-1BEA83671B4C}">
      <dgm:prSet/>
      <dgm:spPr/>
      <dgm:t>
        <a:bodyPr/>
        <a:lstStyle/>
        <a:p>
          <a:endParaRPr lang="en-US"/>
        </a:p>
      </dgm:t>
    </dgm:pt>
    <dgm:pt modelId="{94879B5F-101A-4ABA-83E6-F079B3255B91}" type="sibTrans" cxnId="{61E0B7D8-E939-445D-B2D6-1BEA83671B4C}">
      <dgm:prSet/>
      <dgm:spPr/>
      <dgm:t>
        <a:bodyPr/>
        <a:lstStyle/>
        <a:p>
          <a:endParaRPr lang="en-US"/>
        </a:p>
      </dgm:t>
    </dgm:pt>
    <dgm:pt modelId="{27BFAD0E-A54A-4541-8C27-FD9535AF5A57}" type="pres">
      <dgm:prSet presAssocID="{9F6C4CB4-DE87-4648-8B92-8A83B1F204A2}" presName="root" presStyleCnt="0">
        <dgm:presLayoutVars>
          <dgm:dir/>
          <dgm:resizeHandles val="exact"/>
        </dgm:presLayoutVars>
      </dgm:prSet>
      <dgm:spPr/>
    </dgm:pt>
    <dgm:pt modelId="{F19AA0B8-9814-4151-8A92-AFC7D1C1A14F}" type="pres">
      <dgm:prSet presAssocID="{F89F7292-0756-4F56-AE61-69A43A086A91}" presName="compNode" presStyleCnt="0"/>
      <dgm:spPr/>
    </dgm:pt>
    <dgm:pt modelId="{7B0E7AF9-987F-41C1-AA86-DB037AE0400A}" type="pres">
      <dgm:prSet presAssocID="{F89F7292-0756-4F56-AE61-69A43A086A91}" presName="bgRect" presStyleLbl="bgShp" presStyleIdx="0" presStyleCnt="5"/>
      <dgm:spPr/>
    </dgm:pt>
    <dgm:pt modelId="{A5EEF784-4D59-4C35-8817-FE10A15ADFEA}" type="pres">
      <dgm:prSet presAssocID="{F89F7292-0756-4F56-AE61-69A43A086A9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372D6FCA-97AC-4A23-A49B-99D98EC83658}" type="pres">
      <dgm:prSet presAssocID="{F89F7292-0756-4F56-AE61-69A43A086A91}" presName="spaceRect" presStyleCnt="0"/>
      <dgm:spPr/>
    </dgm:pt>
    <dgm:pt modelId="{4F6BC50C-31F5-4B5E-AD41-4E855AF248E6}" type="pres">
      <dgm:prSet presAssocID="{F89F7292-0756-4F56-AE61-69A43A086A91}" presName="parTx" presStyleLbl="revTx" presStyleIdx="0" presStyleCnt="5">
        <dgm:presLayoutVars>
          <dgm:chMax val="0"/>
          <dgm:chPref val="0"/>
        </dgm:presLayoutVars>
      </dgm:prSet>
      <dgm:spPr/>
    </dgm:pt>
    <dgm:pt modelId="{F2411EC7-E83D-41F4-828B-74D9DA61904F}" type="pres">
      <dgm:prSet presAssocID="{DA179AA2-69C0-45B4-B273-ABBB0F212A2A}" presName="sibTrans" presStyleCnt="0"/>
      <dgm:spPr/>
    </dgm:pt>
    <dgm:pt modelId="{2E03BBF4-20EC-4460-BD02-C1088B273FF8}" type="pres">
      <dgm:prSet presAssocID="{C3F4A38F-01B9-48B2-8936-6B852FB8FE13}" presName="compNode" presStyleCnt="0"/>
      <dgm:spPr/>
    </dgm:pt>
    <dgm:pt modelId="{992B3487-509D-464A-A831-E549A238D33C}" type="pres">
      <dgm:prSet presAssocID="{C3F4A38F-01B9-48B2-8936-6B852FB8FE13}" presName="bgRect" presStyleLbl="bgShp" presStyleIdx="1" presStyleCnt="5"/>
      <dgm:spPr/>
    </dgm:pt>
    <dgm:pt modelId="{3CD5B77D-A030-4223-8727-8B937217D297}" type="pres">
      <dgm:prSet presAssocID="{C3F4A38F-01B9-48B2-8936-6B852FB8FE1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FE3F95F-5103-4A37-A9FD-53BAE15F1F35}" type="pres">
      <dgm:prSet presAssocID="{C3F4A38F-01B9-48B2-8936-6B852FB8FE13}" presName="spaceRect" presStyleCnt="0"/>
      <dgm:spPr/>
    </dgm:pt>
    <dgm:pt modelId="{5E6A1480-2E20-4B53-8E10-A59A8974F76F}" type="pres">
      <dgm:prSet presAssocID="{C3F4A38F-01B9-48B2-8936-6B852FB8FE13}" presName="parTx" presStyleLbl="revTx" presStyleIdx="1" presStyleCnt="5">
        <dgm:presLayoutVars>
          <dgm:chMax val="0"/>
          <dgm:chPref val="0"/>
        </dgm:presLayoutVars>
      </dgm:prSet>
      <dgm:spPr/>
    </dgm:pt>
    <dgm:pt modelId="{61D56735-EBDF-4557-922F-6D6B8AB355AB}" type="pres">
      <dgm:prSet presAssocID="{DE269E78-10E5-41E1-BE2D-CA620CC066DF}" presName="sibTrans" presStyleCnt="0"/>
      <dgm:spPr/>
    </dgm:pt>
    <dgm:pt modelId="{1C7C6428-98E0-4A0F-A2B3-7FB2DE427BBE}" type="pres">
      <dgm:prSet presAssocID="{4921CD2F-66CA-4EF0-A4C6-B08D2D4D2BB4}" presName="compNode" presStyleCnt="0"/>
      <dgm:spPr/>
    </dgm:pt>
    <dgm:pt modelId="{206F2895-CFA6-4281-8E8C-39C28A0562FD}" type="pres">
      <dgm:prSet presAssocID="{4921CD2F-66CA-4EF0-A4C6-B08D2D4D2BB4}" presName="bgRect" presStyleLbl="bgShp" presStyleIdx="2" presStyleCnt="5"/>
      <dgm:spPr/>
    </dgm:pt>
    <dgm:pt modelId="{5A2F8FC9-39B9-421A-9D88-DB32A88EF4A4}" type="pres">
      <dgm:prSet presAssocID="{4921CD2F-66CA-4EF0-A4C6-B08D2D4D2B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171711C2-7082-4300-90B4-1C80FFA06732}" type="pres">
      <dgm:prSet presAssocID="{4921CD2F-66CA-4EF0-A4C6-B08D2D4D2BB4}" presName="spaceRect" presStyleCnt="0"/>
      <dgm:spPr/>
    </dgm:pt>
    <dgm:pt modelId="{34C011A2-76B8-4B75-8AAC-3AF66BC47560}" type="pres">
      <dgm:prSet presAssocID="{4921CD2F-66CA-4EF0-A4C6-B08D2D4D2BB4}" presName="parTx" presStyleLbl="revTx" presStyleIdx="2" presStyleCnt="5">
        <dgm:presLayoutVars>
          <dgm:chMax val="0"/>
          <dgm:chPref val="0"/>
        </dgm:presLayoutVars>
      </dgm:prSet>
      <dgm:spPr/>
    </dgm:pt>
    <dgm:pt modelId="{5A3D28DB-5397-4495-A2E9-E7E1E2771A8D}" type="pres">
      <dgm:prSet presAssocID="{A0D62DA7-70AE-4541-8533-C0600C7A42C1}" presName="sibTrans" presStyleCnt="0"/>
      <dgm:spPr/>
    </dgm:pt>
    <dgm:pt modelId="{6E645F2E-B67D-457A-B5A9-32F438C34BF4}" type="pres">
      <dgm:prSet presAssocID="{4D88877F-559D-4A40-8B4E-962EF076D8E0}" presName="compNode" presStyleCnt="0"/>
      <dgm:spPr/>
    </dgm:pt>
    <dgm:pt modelId="{0E31BB4E-62E8-4D55-85E3-A19D483CD37A}" type="pres">
      <dgm:prSet presAssocID="{4D88877F-559D-4A40-8B4E-962EF076D8E0}" presName="bgRect" presStyleLbl="bgShp" presStyleIdx="3" presStyleCnt="5"/>
      <dgm:spPr/>
    </dgm:pt>
    <dgm:pt modelId="{A519D8F9-63D8-4507-9BEE-65580A093A7D}" type="pres">
      <dgm:prSet presAssocID="{4D88877F-559D-4A40-8B4E-962EF076D8E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F48DBE2-58FD-4293-B81D-39F8F00EC334}" type="pres">
      <dgm:prSet presAssocID="{4D88877F-559D-4A40-8B4E-962EF076D8E0}" presName="spaceRect" presStyleCnt="0"/>
      <dgm:spPr/>
    </dgm:pt>
    <dgm:pt modelId="{4A5C0531-8D11-41A0-993C-6DC57B1695E8}" type="pres">
      <dgm:prSet presAssocID="{4D88877F-559D-4A40-8B4E-962EF076D8E0}" presName="parTx" presStyleLbl="revTx" presStyleIdx="3" presStyleCnt="5">
        <dgm:presLayoutVars>
          <dgm:chMax val="0"/>
          <dgm:chPref val="0"/>
        </dgm:presLayoutVars>
      </dgm:prSet>
      <dgm:spPr/>
    </dgm:pt>
    <dgm:pt modelId="{CC34190B-95F3-46BE-A137-D1DAD9F9BBB3}" type="pres">
      <dgm:prSet presAssocID="{499C6698-E2DF-48E0-9438-E1C1B88D2DEF}" presName="sibTrans" presStyleCnt="0"/>
      <dgm:spPr/>
    </dgm:pt>
    <dgm:pt modelId="{61D17F96-B106-42B9-A678-2A4632F3AB36}" type="pres">
      <dgm:prSet presAssocID="{6AEF311F-FB6A-4377-B875-137135451CA5}" presName="compNode" presStyleCnt="0"/>
      <dgm:spPr/>
    </dgm:pt>
    <dgm:pt modelId="{32F101FF-E79C-4F3F-B698-07AAF80CAE7C}" type="pres">
      <dgm:prSet presAssocID="{6AEF311F-FB6A-4377-B875-137135451CA5}" presName="bgRect" presStyleLbl="bgShp" presStyleIdx="4" presStyleCnt="5"/>
      <dgm:spPr/>
    </dgm:pt>
    <dgm:pt modelId="{01DCA5B8-536F-4432-8BF0-40BA48616481}" type="pres">
      <dgm:prSet presAssocID="{6AEF311F-FB6A-4377-B875-137135451CA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ECA75DF-10BB-48D7-9731-94CD2076E564}" type="pres">
      <dgm:prSet presAssocID="{6AEF311F-FB6A-4377-B875-137135451CA5}" presName="spaceRect" presStyleCnt="0"/>
      <dgm:spPr/>
    </dgm:pt>
    <dgm:pt modelId="{6C7891BF-6706-46A3-B459-FD706A38CB62}" type="pres">
      <dgm:prSet presAssocID="{6AEF311F-FB6A-4377-B875-137135451CA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E8241B-FBF3-4FE7-B728-5BAE8A666EAD}" type="presOf" srcId="{4921CD2F-66CA-4EF0-A4C6-B08D2D4D2BB4}" destId="{34C011A2-76B8-4B75-8AAC-3AF66BC47560}" srcOrd="0" destOrd="0" presId="urn:microsoft.com/office/officeart/2018/2/layout/IconVerticalSolidList"/>
    <dgm:cxn modelId="{9CCAF727-7516-4B4F-91AB-A6200C8CAABC}" srcId="{9F6C4CB4-DE87-4648-8B92-8A83B1F204A2}" destId="{F89F7292-0756-4F56-AE61-69A43A086A91}" srcOrd="0" destOrd="0" parTransId="{4CB249DF-897F-4669-8CD5-DF4D5F570F4D}" sibTransId="{DA179AA2-69C0-45B4-B273-ABBB0F212A2A}"/>
    <dgm:cxn modelId="{A5E3E528-E046-4E21-9FCB-84974EA07B65}" srcId="{9F6C4CB4-DE87-4648-8B92-8A83B1F204A2}" destId="{4921CD2F-66CA-4EF0-A4C6-B08D2D4D2BB4}" srcOrd="2" destOrd="0" parTransId="{6004E3EF-FE46-45B0-9E7B-DA8A1CC1D9F2}" sibTransId="{A0D62DA7-70AE-4541-8533-C0600C7A42C1}"/>
    <dgm:cxn modelId="{2570BC2E-AB79-4CC7-A042-5824FA756BA1}" type="presOf" srcId="{6AEF311F-FB6A-4377-B875-137135451CA5}" destId="{6C7891BF-6706-46A3-B459-FD706A38CB62}" srcOrd="0" destOrd="0" presId="urn:microsoft.com/office/officeart/2018/2/layout/IconVerticalSolidList"/>
    <dgm:cxn modelId="{B7F2A05B-8F48-4FBC-AE7C-8618FA69C955}" type="presOf" srcId="{C3F4A38F-01B9-48B2-8936-6B852FB8FE13}" destId="{5E6A1480-2E20-4B53-8E10-A59A8974F76F}" srcOrd="0" destOrd="0" presId="urn:microsoft.com/office/officeart/2018/2/layout/IconVerticalSolidList"/>
    <dgm:cxn modelId="{71B5856C-CB09-40ED-B9E9-890E581CB9AC}" type="presOf" srcId="{9F6C4CB4-DE87-4648-8B92-8A83B1F204A2}" destId="{27BFAD0E-A54A-4541-8C27-FD9535AF5A57}" srcOrd="0" destOrd="0" presId="urn:microsoft.com/office/officeart/2018/2/layout/IconVerticalSolidList"/>
    <dgm:cxn modelId="{525E3C88-9FA0-458A-A078-D2D62CB17368}" srcId="{9F6C4CB4-DE87-4648-8B92-8A83B1F204A2}" destId="{4D88877F-559D-4A40-8B4E-962EF076D8E0}" srcOrd="3" destOrd="0" parTransId="{29A498EE-C0C6-400A-B786-996B1E67A104}" sibTransId="{499C6698-E2DF-48E0-9438-E1C1B88D2DEF}"/>
    <dgm:cxn modelId="{F59ED2C8-D1DF-4B5F-ACE2-C5F62A228A85}" type="presOf" srcId="{4D88877F-559D-4A40-8B4E-962EF076D8E0}" destId="{4A5C0531-8D11-41A0-993C-6DC57B1695E8}" srcOrd="0" destOrd="0" presId="urn:microsoft.com/office/officeart/2018/2/layout/IconVerticalSolidList"/>
    <dgm:cxn modelId="{DD7ACCD5-E12F-460C-83F3-2EAA27F002B1}" srcId="{9F6C4CB4-DE87-4648-8B92-8A83B1F204A2}" destId="{C3F4A38F-01B9-48B2-8936-6B852FB8FE13}" srcOrd="1" destOrd="0" parTransId="{26B39E47-03DA-4D14-93CD-F6821FCB0956}" sibTransId="{DE269E78-10E5-41E1-BE2D-CA620CC066DF}"/>
    <dgm:cxn modelId="{61E0B7D8-E939-445D-B2D6-1BEA83671B4C}" srcId="{9F6C4CB4-DE87-4648-8B92-8A83B1F204A2}" destId="{6AEF311F-FB6A-4377-B875-137135451CA5}" srcOrd="4" destOrd="0" parTransId="{B13D184B-C3F6-4499-8CDD-7CD5D38E0771}" sibTransId="{94879B5F-101A-4ABA-83E6-F079B3255B91}"/>
    <dgm:cxn modelId="{057F24EB-3934-4D31-BCC4-750A1E697612}" type="presOf" srcId="{F89F7292-0756-4F56-AE61-69A43A086A91}" destId="{4F6BC50C-31F5-4B5E-AD41-4E855AF248E6}" srcOrd="0" destOrd="0" presId="urn:microsoft.com/office/officeart/2018/2/layout/IconVerticalSolidList"/>
    <dgm:cxn modelId="{A8860035-9E28-49EA-9619-B423B2ED511D}" type="presParOf" srcId="{27BFAD0E-A54A-4541-8C27-FD9535AF5A57}" destId="{F19AA0B8-9814-4151-8A92-AFC7D1C1A14F}" srcOrd="0" destOrd="0" presId="urn:microsoft.com/office/officeart/2018/2/layout/IconVerticalSolidList"/>
    <dgm:cxn modelId="{B3DEFA76-7D12-4622-A20C-EF0035C3B439}" type="presParOf" srcId="{F19AA0B8-9814-4151-8A92-AFC7D1C1A14F}" destId="{7B0E7AF9-987F-41C1-AA86-DB037AE0400A}" srcOrd="0" destOrd="0" presId="urn:microsoft.com/office/officeart/2018/2/layout/IconVerticalSolidList"/>
    <dgm:cxn modelId="{2EB14ED6-9F5E-4882-8AB8-6524D8905741}" type="presParOf" srcId="{F19AA0B8-9814-4151-8A92-AFC7D1C1A14F}" destId="{A5EEF784-4D59-4C35-8817-FE10A15ADFEA}" srcOrd="1" destOrd="0" presId="urn:microsoft.com/office/officeart/2018/2/layout/IconVerticalSolidList"/>
    <dgm:cxn modelId="{5C4572EA-60AD-47E0-8701-D13596317932}" type="presParOf" srcId="{F19AA0B8-9814-4151-8A92-AFC7D1C1A14F}" destId="{372D6FCA-97AC-4A23-A49B-99D98EC83658}" srcOrd="2" destOrd="0" presId="urn:microsoft.com/office/officeart/2018/2/layout/IconVerticalSolidList"/>
    <dgm:cxn modelId="{A19E082D-C785-471F-A4E0-D94570EDFD0C}" type="presParOf" srcId="{F19AA0B8-9814-4151-8A92-AFC7D1C1A14F}" destId="{4F6BC50C-31F5-4B5E-AD41-4E855AF248E6}" srcOrd="3" destOrd="0" presId="urn:microsoft.com/office/officeart/2018/2/layout/IconVerticalSolidList"/>
    <dgm:cxn modelId="{3CC1FEEF-908B-46EF-B5B0-C00FFFDE1613}" type="presParOf" srcId="{27BFAD0E-A54A-4541-8C27-FD9535AF5A57}" destId="{F2411EC7-E83D-41F4-828B-74D9DA61904F}" srcOrd="1" destOrd="0" presId="urn:microsoft.com/office/officeart/2018/2/layout/IconVerticalSolidList"/>
    <dgm:cxn modelId="{8298EDEE-343E-4689-BE7B-048B706EBFD6}" type="presParOf" srcId="{27BFAD0E-A54A-4541-8C27-FD9535AF5A57}" destId="{2E03BBF4-20EC-4460-BD02-C1088B273FF8}" srcOrd="2" destOrd="0" presId="urn:microsoft.com/office/officeart/2018/2/layout/IconVerticalSolidList"/>
    <dgm:cxn modelId="{E0F904DD-8A11-4585-BB96-B89F54D08F54}" type="presParOf" srcId="{2E03BBF4-20EC-4460-BD02-C1088B273FF8}" destId="{992B3487-509D-464A-A831-E549A238D33C}" srcOrd="0" destOrd="0" presId="urn:microsoft.com/office/officeart/2018/2/layout/IconVerticalSolidList"/>
    <dgm:cxn modelId="{B0BF1464-A4E0-45D1-9D58-535C2A6B9710}" type="presParOf" srcId="{2E03BBF4-20EC-4460-BD02-C1088B273FF8}" destId="{3CD5B77D-A030-4223-8727-8B937217D297}" srcOrd="1" destOrd="0" presId="urn:microsoft.com/office/officeart/2018/2/layout/IconVerticalSolidList"/>
    <dgm:cxn modelId="{94C7D11D-2251-404D-8AC4-846F4243E046}" type="presParOf" srcId="{2E03BBF4-20EC-4460-BD02-C1088B273FF8}" destId="{9FE3F95F-5103-4A37-A9FD-53BAE15F1F35}" srcOrd="2" destOrd="0" presId="urn:microsoft.com/office/officeart/2018/2/layout/IconVerticalSolidList"/>
    <dgm:cxn modelId="{B4B61B5E-E602-4590-849D-2DD105F9350B}" type="presParOf" srcId="{2E03BBF4-20EC-4460-BD02-C1088B273FF8}" destId="{5E6A1480-2E20-4B53-8E10-A59A8974F76F}" srcOrd="3" destOrd="0" presId="urn:microsoft.com/office/officeart/2018/2/layout/IconVerticalSolidList"/>
    <dgm:cxn modelId="{6290B895-63C3-4002-A9C7-1B8CFA0D0226}" type="presParOf" srcId="{27BFAD0E-A54A-4541-8C27-FD9535AF5A57}" destId="{61D56735-EBDF-4557-922F-6D6B8AB355AB}" srcOrd="3" destOrd="0" presId="urn:microsoft.com/office/officeart/2018/2/layout/IconVerticalSolidList"/>
    <dgm:cxn modelId="{F4BD04BF-530E-4952-943D-29D667673400}" type="presParOf" srcId="{27BFAD0E-A54A-4541-8C27-FD9535AF5A57}" destId="{1C7C6428-98E0-4A0F-A2B3-7FB2DE427BBE}" srcOrd="4" destOrd="0" presId="urn:microsoft.com/office/officeart/2018/2/layout/IconVerticalSolidList"/>
    <dgm:cxn modelId="{719972C1-09B5-4AE5-9694-118B067B843C}" type="presParOf" srcId="{1C7C6428-98E0-4A0F-A2B3-7FB2DE427BBE}" destId="{206F2895-CFA6-4281-8E8C-39C28A0562FD}" srcOrd="0" destOrd="0" presId="urn:microsoft.com/office/officeart/2018/2/layout/IconVerticalSolidList"/>
    <dgm:cxn modelId="{D680F466-ADCC-44E5-BC73-077D605820A2}" type="presParOf" srcId="{1C7C6428-98E0-4A0F-A2B3-7FB2DE427BBE}" destId="{5A2F8FC9-39B9-421A-9D88-DB32A88EF4A4}" srcOrd="1" destOrd="0" presId="urn:microsoft.com/office/officeart/2018/2/layout/IconVerticalSolidList"/>
    <dgm:cxn modelId="{8BBC0454-D8DF-4470-AB59-1D64BBE19293}" type="presParOf" srcId="{1C7C6428-98E0-4A0F-A2B3-7FB2DE427BBE}" destId="{171711C2-7082-4300-90B4-1C80FFA06732}" srcOrd="2" destOrd="0" presId="urn:microsoft.com/office/officeart/2018/2/layout/IconVerticalSolidList"/>
    <dgm:cxn modelId="{4DD71DF3-A266-4607-9421-5FF14F3576C0}" type="presParOf" srcId="{1C7C6428-98E0-4A0F-A2B3-7FB2DE427BBE}" destId="{34C011A2-76B8-4B75-8AAC-3AF66BC47560}" srcOrd="3" destOrd="0" presId="urn:microsoft.com/office/officeart/2018/2/layout/IconVerticalSolidList"/>
    <dgm:cxn modelId="{6D13EE7D-7E22-47FD-96A0-8DF337649645}" type="presParOf" srcId="{27BFAD0E-A54A-4541-8C27-FD9535AF5A57}" destId="{5A3D28DB-5397-4495-A2E9-E7E1E2771A8D}" srcOrd="5" destOrd="0" presId="urn:microsoft.com/office/officeart/2018/2/layout/IconVerticalSolidList"/>
    <dgm:cxn modelId="{CB20B6E3-58F4-4A91-8046-053E33DA8E2F}" type="presParOf" srcId="{27BFAD0E-A54A-4541-8C27-FD9535AF5A57}" destId="{6E645F2E-B67D-457A-B5A9-32F438C34BF4}" srcOrd="6" destOrd="0" presId="urn:microsoft.com/office/officeart/2018/2/layout/IconVerticalSolidList"/>
    <dgm:cxn modelId="{570F04DC-DFAA-4FA6-94B5-E1A764E73EE5}" type="presParOf" srcId="{6E645F2E-B67D-457A-B5A9-32F438C34BF4}" destId="{0E31BB4E-62E8-4D55-85E3-A19D483CD37A}" srcOrd="0" destOrd="0" presId="urn:microsoft.com/office/officeart/2018/2/layout/IconVerticalSolidList"/>
    <dgm:cxn modelId="{BCB1A625-D089-4833-9E02-F8B9F0F678E8}" type="presParOf" srcId="{6E645F2E-B67D-457A-B5A9-32F438C34BF4}" destId="{A519D8F9-63D8-4507-9BEE-65580A093A7D}" srcOrd="1" destOrd="0" presId="urn:microsoft.com/office/officeart/2018/2/layout/IconVerticalSolidList"/>
    <dgm:cxn modelId="{3F8B28EC-B83F-4B44-B656-B7550D324612}" type="presParOf" srcId="{6E645F2E-B67D-457A-B5A9-32F438C34BF4}" destId="{DF48DBE2-58FD-4293-B81D-39F8F00EC334}" srcOrd="2" destOrd="0" presId="urn:microsoft.com/office/officeart/2018/2/layout/IconVerticalSolidList"/>
    <dgm:cxn modelId="{A0C42224-3263-4886-A3A5-1670D04775F9}" type="presParOf" srcId="{6E645F2E-B67D-457A-B5A9-32F438C34BF4}" destId="{4A5C0531-8D11-41A0-993C-6DC57B1695E8}" srcOrd="3" destOrd="0" presId="urn:microsoft.com/office/officeart/2018/2/layout/IconVerticalSolidList"/>
    <dgm:cxn modelId="{73F6374C-DD01-424C-A413-2853C1ED69C8}" type="presParOf" srcId="{27BFAD0E-A54A-4541-8C27-FD9535AF5A57}" destId="{CC34190B-95F3-46BE-A137-D1DAD9F9BBB3}" srcOrd="7" destOrd="0" presId="urn:microsoft.com/office/officeart/2018/2/layout/IconVerticalSolidList"/>
    <dgm:cxn modelId="{A1422B51-B1C9-4CFC-816D-EF7A74FDC48C}" type="presParOf" srcId="{27BFAD0E-A54A-4541-8C27-FD9535AF5A57}" destId="{61D17F96-B106-42B9-A678-2A4632F3AB36}" srcOrd="8" destOrd="0" presId="urn:microsoft.com/office/officeart/2018/2/layout/IconVerticalSolidList"/>
    <dgm:cxn modelId="{6AE8C571-A012-49D0-9722-A4F920A7B98A}" type="presParOf" srcId="{61D17F96-B106-42B9-A678-2A4632F3AB36}" destId="{32F101FF-E79C-4F3F-B698-07AAF80CAE7C}" srcOrd="0" destOrd="0" presId="urn:microsoft.com/office/officeart/2018/2/layout/IconVerticalSolidList"/>
    <dgm:cxn modelId="{FECD50A3-4E43-43C3-95B7-6A58143F8DC1}" type="presParOf" srcId="{61D17F96-B106-42B9-A678-2A4632F3AB36}" destId="{01DCA5B8-536F-4432-8BF0-40BA48616481}" srcOrd="1" destOrd="0" presId="urn:microsoft.com/office/officeart/2018/2/layout/IconVerticalSolidList"/>
    <dgm:cxn modelId="{7B9C9182-7A94-41F1-866B-6570489AD724}" type="presParOf" srcId="{61D17F96-B106-42B9-A678-2A4632F3AB36}" destId="{8ECA75DF-10BB-48D7-9731-94CD2076E564}" srcOrd="2" destOrd="0" presId="urn:microsoft.com/office/officeart/2018/2/layout/IconVerticalSolidList"/>
    <dgm:cxn modelId="{80CEB9DA-BDDA-4C40-AD4D-2EE1D59A1CCB}" type="presParOf" srcId="{61D17F96-B106-42B9-A678-2A4632F3AB36}" destId="{6C7891BF-6706-46A3-B459-FD706A38CB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D3EA9B-BF74-471D-8ACD-9ABCE4CC791D}" type="doc">
      <dgm:prSet loTypeId="urn:microsoft.com/office/officeart/2005/8/layout/equation1" loCatId="process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40185B5-3962-4908-A641-AF57A7B753B0}">
      <dgm:prSet custT="1"/>
      <dgm:spPr/>
      <dgm:t>
        <a:bodyPr/>
        <a:lstStyle/>
        <a:p>
          <a:r>
            <a:rPr lang="en-US" sz="1100" dirty="0"/>
            <a:t>Survey Date</a:t>
          </a:r>
        </a:p>
        <a:p>
          <a:r>
            <a:rPr lang="en-US" sz="1100" dirty="0"/>
            <a:t>Collection </a:t>
          </a:r>
        </a:p>
      </dgm:t>
    </dgm:pt>
    <dgm:pt modelId="{D0D08388-D3E9-4DB0-8843-77364A246DF5}" type="parTrans" cxnId="{A8E10F84-C5BA-4003-A49F-3ED7BDC4F15D}">
      <dgm:prSet/>
      <dgm:spPr/>
      <dgm:t>
        <a:bodyPr/>
        <a:lstStyle/>
        <a:p>
          <a:endParaRPr lang="en-US"/>
        </a:p>
      </dgm:t>
    </dgm:pt>
    <dgm:pt modelId="{C5CF080B-6C69-43E1-8F45-1B470C337424}" type="sibTrans" cxnId="{A8E10F84-C5BA-4003-A49F-3ED7BDC4F15D}">
      <dgm:prSet/>
      <dgm:spPr/>
      <dgm:t>
        <a:bodyPr/>
        <a:lstStyle/>
        <a:p>
          <a:endParaRPr lang="en-US"/>
        </a:p>
      </dgm:t>
    </dgm:pt>
    <dgm:pt modelId="{70E167E5-A9E0-41D1-A739-4883F0FF206D}">
      <dgm:prSet custT="1"/>
      <dgm:spPr/>
      <dgm:t>
        <a:bodyPr/>
        <a:lstStyle/>
        <a:p>
          <a:r>
            <a:rPr lang="en-US" sz="1200" dirty="0"/>
            <a:t>Build Cohesive</a:t>
          </a:r>
        </a:p>
        <a:p>
          <a:r>
            <a:rPr lang="en-US" sz="1200" dirty="0"/>
            <a:t>Dataset</a:t>
          </a:r>
        </a:p>
      </dgm:t>
    </dgm:pt>
    <dgm:pt modelId="{DD43E7A2-E332-449C-87A6-53BB5233C64F}" type="parTrans" cxnId="{AF8BBB8A-4A00-4266-B769-87AA3BF4BF48}">
      <dgm:prSet/>
      <dgm:spPr/>
      <dgm:t>
        <a:bodyPr/>
        <a:lstStyle/>
        <a:p>
          <a:endParaRPr lang="en-US"/>
        </a:p>
      </dgm:t>
    </dgm:pt>
    <dgm:pt modelId="{F74BD444-071E-4CD3-97F4-40693AA5F2C7}" type="sibTrans" cxnId="{AF8BBB8A-4A00-4266-B769-87AA3BF4BF48}">
      <dgm:prSet/>
      <dgm:spPr/>
      <dgm:t>
        <a:bodyPr/>
        <a:lstStyle/>
        <a:p>
          <a:endParaRPr lang="en-US"/>
        </a:p>
      </dgm:t>
    </dgm:pt>
    <dgm:pt modelId="{9FBFDC03-FF45-4D42-8A9C-E1908DEFE2FC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050" dirty="0"/>
            <a:t>Apply Multipliers </a:t>
          </a:r>
        </a:p>
        <a:p>
          <a:r>
            <a:rPr lang="en-US" sz="1050" dirty="0"/>
            <a:t>To Estimates </a:t>
          </a:r>
        </a:p>
      </dgm:t>
    </dgm:pt>
    <dgm:pt modelId="{83655DF9-659A-4269-A12C-3201D7352BD9}" type="parTrans" cxnId="{A4F795AA-4A46-4E75-B9B5-3396FBF817A0}">
      <dgm:prSet/>
      <dgm:spPr/>
      <dgm:t>
        <a:bodyPr/>
        <a:lstStyle/>
        <a:p>
          <a:endParaRPr lang="en-US"/>
        </a:p>
      </dgm:t>
    </dgm:pt>
    <dgm:pt modelId="{C2C5CB99-670D-4440-A6F0-A2C615265A22}" type="sibTrans" cxnId="{A4F795AA-4A46-4E75-B9B5-3396FBF817A0}">
      <dgm:prSet/>
      <dgm:spPr/>
      <dgm:t>
        <a:bodyPr/>
        <a:lstStyle/>
        <a:p>
          <a:endParaRPr lang="en-US"/>
        </a:p>
      </dgm:t>
    </dgm:pt>
    <dgm:pt modelId="{D51E20DA-186D-41EE-8741-2A4D8B7CA263}">
      <dgm:prSet/>
      <dgm:spPr/>
      <dgm:t>
        <a:bodyPr/>
        <a:lstStyle/>
        <a:p>
          <a:r>
            <a:rPr lang="en-US" dirty="0"/>
            <a:t>Obtain adjusted </a:t>
          </a:r>
        </a:p>
        <a:p>
          <a:r>
            <a:rPr lang="en-US" dirty="0"/>
            <a:t>Estimates </a:t>
          </a:r>
        </a:p>
      </dgm:t>
    </dgm:pt>
    <dgm:pt modelId="{B1168DC0-B9B9-47B4-BA4F-C3CA5CEAF50C}" type="parTrans" cxnId="{692723AC-2065-4FE2-9266-B8E417A97D28}">
      <dgm:prSet/>
      <dgm:spPr/>
      <dgm:t>
        <a:bodyPr/>
        <a:lstStyle/>
        <a:p>
          <a:endParaRPr lang="en-US"/>
        </a:p>
      </dgm:t>
    </dgm:pt>
    <dgm:pt modelId="{3B507E66-876A-4B44-901D-145327571A0A}" type="sibTrans" cxnId="{692723AC-2065-4FE2-9266-B8E417A97D28}">
      <dgm:prSet/>
      <dgm:spPr/>
      <dgm:t>
        <a:bodyPr/>
        <a:lstStyle/>
        <a:p>
          <a:endParaRPr lang="en-US"/>
        </a:p>
      </dgm:t>
    </dgm:pt>
    <dgm:pt modelId="{4509085F-781A-4532-AADD-0081B385816E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100" dirty="0"/>
            <a:t>Compile Economic </a:t>
          </a:r>
        </a:p>
        <a:p>
          <a:r>
            <a:rPr lang="en-US" sz="1100" dirty="0"/>
            <a:t>Analysis</a:t>
          </a:r>
        </a:p>
      </dgm:t>
    </dgm:pt>
    <dgm:pt modelId="{943FC2DB-6DBF-4C70-9789-0C9DEA2199D8}" type="parTrans" cxnId="{4BEF9C96-0270-4227-8850-985BA3775AA8}">
      <dgm:prSet/>
      <dgm:spPr/>
      <dgm:t>
        <a:bodyPr/>
        <a:lstStyle/>
        <a:p>
          <a:endParaRPr lang="en-US"/>
        </a:p>
      </dgm:t>
    </dgm:pt>
    <dgm:pt modelId="{F06159FC-9FD2-4877-906D-9BFB57D13EC3}" type="sibTrans" cxnId="{4BEF9C96-0270-4227-8850-985BA3775AA8}">
      <dgm:prSet/>
      <dgm:spPr/>
      <dgm:t>
        <a:bodyPr/>
        <a:lstStyle/>
        <a:p>
          <a:endParaRPr lang="en-US"/>
        </a:p>
      </dgm:t>
    </dgm:pt>
    <dgm:pt modelId="{22858AC8-2BC2-4FB0-AEEB-A64C72551773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200" dirty="0"/>
            <a:t>Compile Financial </a:t>
          </a:r>
        </a:p>
        <a:p>
          <a:r>
            <a:rPr lang="en-US" sz="1200" dirty="0"/>
            <a:t>Analysis</a:t>
          </a:r>
        </a:p>
      </dgm:t>
    </dgm:pt>
    <dgm:pt modelId="{92C8978D-4349-4227-AC45-9E8DA38424E1}" type="parTrans" cxnId="{7734C3BD-778F-46C1-A749-D53BFEFE3764}">
      <dgm:prSet/>
      <dgm:spPr/>
      <dgm:t>
        <a:bodyPr/>
        <a:lstStyle/>
        <a:p>
          <a:endParaRPr lang="en-US"/>
        </a:p>
      </dgm:t>
    </dgm:pt>
    <dgm:pt modelId="{AED9A53C-F638-43DA-A78E-E7C27CA1A41C}" type="sibTrans" cxnId="{7734C3BD-778F-46C1-A749-D53BFEFE3764}">
      <dgm:prSet/>
      <dgm:spPr/>
      <dgm:t>
        <a:bodyPr/>
        <a:lstStyle/>
        <a:p>
          <a:endParaRPr lang="en-US"/>
        </a:p>
      </dgm:t>
    </dgm:pt>
    <dgm:pt modelId="{E8AC3B96-EB64-43BF-9FB5-3C7675E33A56}" type="pres">
      <dgm:prSet presAssocID="{C3D3EA9B-BF74-471D-8ACD-9ABCE4CC791D}" presName="linearFlow" presStyleCnt="0">
        <dgm:presLayoutVars>
          <dgm:dir/>
          <dgm:resizeHandles val="exact"/>
        </dgm:presLayoutVars>
      </dgm:prSet>
      <dgm:spPr/>
    </dgm:pt>
    <dgm:pt modelId="{F6CF6F9D-FD50-4113-AFF3-996FE418EF7A}" type="pres">
      <dgm:prSet presAssocID="{940185B5-3962-4908-A641-AF57A7B753B0}" presName="node" presStyleLbl="node1" presStyleIdx="0" presStyleCnt="6" custScaleY="100053">
        <dgm:presLayoutVars>
          <dgm:bulletEnabled val="1"/>
        </dgm:presLayoutVars>
      </dgm:prSet>
      <dgm:spPr/>
    </dgm:pt>
    <dgm:pt modelId="{8238CBC5-A787-4C62-A7AE-2D4A860E2E14}" type="pres">
      <dgm:prSet presAssocID="{C5CF080B-6C69-43E1-8F45-1B470C337424}" presName="spacerL" presStyleCnt="0"/>
      <dgm:spPr/>
    </dgm:pt>
    <dgm:pt modelId="{4FC82B07-F8CB-4B7D-B17B-097A956244F4}" type="pres">
      <dgm:prSet presAssocID="{C5CF080B-6C69-43E1-8F45-1B470C337424}" presName="sibTrans" presStyleLbl="sibTrans2D1" presStyleIdx="0" presStyleCnt="5"/>
      <dgm:spPr/>
    </dgm:pt>
    <dgm:pt modelId="{629E2A84-E1C1-4D4A-8E62-47AE2C6CA17B}" type="pres">
      <dgm:prSet presAssocID="{C5CF080B-6C69-43E1-8F45-1B470C337424}" presName="spacerR" presStyleCnt="0"/>
      <dgm:spPr/>
    </dgm:pt>
    <dgm:pt modelId="{B4FA0E38-6414-4DCA-9DAC-F1BCE98516B6}" type="pres">
      <dgm:prSet presAssocID="{70E167E5-A9E0-41D1-A739-4883F0FF206D}" presName="node" presStyleLbl="node1" presStyleIdx="1" presStyleCnt="6">
        <dgm:presLayoutVars>
          <dgm:bulletEnabled val="1"/>
        </dgm:presLayoutVars>
      </dgm:prSet>
      <dgm:spPr/>
    </dgm:pt>
    <dgm:pt modelId="{34CFA765-F3C4-4F01-8001-54EA6B60E3A1}" type="pres">
      <dgm:prSet presAssocID="{F74BD444-071E-4CD3-97F4-40693AA5F2C7}" presName="spacerL" presStyleCnt="0"/>
      <dgm:spPr/>
    </dgm:pt>
    <dgm:pt modelId="{C057D139-E0B3-448D-913C-E95A30DF4101}" type="pres">
      <dgm:prSet presAssocID="{F74BD444-071E-4CD3-97F4-40693AA5F2C7}" presName="sibTrans" presStyleLbl="sibTrans2D1" presStyleIdx="1" presStyleCnt="5"/>
      <dgm:spPr/>
    </dgm:pt>
    <dgm:pt modelId="{C4E8CCB5-3F1E-4216-9C99-D94D3854DCF1}" type="pres">
      <dgm:prSet presAssocID="{F74BD444-071E-4CD3-97F4-40693AA5F2C7}" presName="spacerR" presStyleCnt="0"/>
      <dgm:spPr/>
    </dgm:pt>
    <dgm:pt modelId="{B42FE7B2-9A7C-419E-902E-70780B69E73F}" type="pres">
      <dgm:prSet presAssocID="{9FBFDC03-FF45-4D42-8A9C-E1908DEFE2FC}" presName="node" presStyleLbl="node1" presStyleIdx="2" presStyleCnt="6">
        <dgm:presLayoutVars>
          <dgm:bulletEnabled val="1"/>
        </dgm:presLayoutVars>
      </dgm:prSet>
      <dgm:spPr/>
    </dgm:pt>
    <dgm:pt modelId="{41BB4A88-1B66-4B5B-8C42-E83EF96B48F5}" type="pres">
      <dgm:prSet presAssocID="{C2C5CB99-670D-4440-A6F0-A2C615265A22}" presName="spacerL" presStyleCnt="0"/>
      <dgm:spPr/>
    </dgm:pt>
    <dgm:pt modelId="{843AB42A-2425-402E-B5E1-F7CB67820C03}" type="pres">
      <dgm:prSet presAssocID="{C2C5CB99-670D-4440-A6F0-A2C615265A22}" presName="sibTrans" presStyleLbl="sibTrans2D1" presStyleIdx="2" presStyleCnt="5"/>
      <dgm:spPr/>
    </dgm:pt>
    <dgm:pt modelId="{FA9EF329-1B8E-4BCB-95B4-90871D0AF5C8}" type="pres">
      <dgm:prSet presAssocID="{C2C5CB99-670D-4440-A6F0-A2C615265A22}" presName="spacerR" presStyleCnt="0"/>
      <dgm:spPr/>
    </dgm:pt>
    <dgm:pt modelId="{17991DBB-B0F4-44F6-A4C4-6507F0FC2BEB}" type="pres">
      <dgm:prSet presAssocID="{D51E20DA-186D-41EE-8741-2A4D8B7CA263}" presName="node" presStyleLbl="node1" presStyleIdx="3" presStyleCnt="6">
        <dgm:presLayoutVars>
          <dgm:bulletEnabled val="1"/>
        </dgm:presLayoutVars>
      </dgm:prSet>
      <dgm:spPr/>
    </dgm:pt>
    <dgm:pt modelId="{88DD35F3-5882-4301-B4E4-072D826A069B}" type="pres">
      <dgm:prSet presAssocID="{3B507E66-876A-4B44-901D-145327571A0A}" presName="spacerL" presStyleCnt="0"/>
      <dgm:spPr/>
    </dgm:pt>
    <dgm:pt modelId="{0B72AC60-9856-4041-902F-59C085CF73F3}" type="pres">
      <dgm:prSet presAssocID="{3B507E66-876A-4B44-901D-145327571A0A}" presName="sibTrans" presStyleLbl="sibTrans2D1" presStyleIdx="3" presStyleCnt="5" custLinFactX="222305" custLinFactNeighborX="300000" custLinFactNeighborY="-1148"/>
      <dgm:spPr/>
    </dgm:pt>
    <dgm:pt modelId="{D490F731-4936-4578-A2D4-4C612199A4D0}" type="pres">
      <dgm:prSet presAssocID="{3B507E66-876A-4B44-901D-145327571A0A}" presName="spacerR" presStyleCnt="0"/>
      <dgm:spPr/>
    </dgm:pt>
    <dgm:pt modelId="{DE5910EC-BCE8-4F1A-A9BB-287BF9F605F9}" type="pres">
      <dgm:prSet presAssocID="{4509085F-781A-4532-AADD-0081B385816E}" presName="node" presStyleLbl="node1" presStyleIdx="4" presStyleCnt="6" custScaleY="98920" custLinFactX="-3943" custLinFactNeighborX="-100000" custLinFactNeighborY="-2199">
        <dgm:presLayoutVars>
          <dgm:bulletEnabled val="1"/>
        </dgm:presLayoutVars>
      </dgm:prSet>
      <dgm:spPr/>
    </dgm:pt>
    <dgm:pt modelId="{2C00B3F1-5FC2-4D81-8A53-A8F760876163}" type="pres">
      <dgm:prSet presAssocID="{F06159FC-9FD2-4877-906D-9BFB57D13EC3}" presName="spacerL" presStyleCnt="0"/>
      <dgm:spPr/>
    </dgm:pt>
    <dgm:pt modelId="{26DC062C-A363-4541-AD1D-98978214ACDD}" type="pres">
      <dgm:prSet presAssocID="{F06159FC-9FD2-4877-906D-9BFB57D13EC3}" presName="sibTrans" presStyleLbl="sibTrans2D1" presStyleIdx="4" presStyleCnt="5" custLinFactX="-268271" custLinFactNeighborX="-300000" custLinFactNeighborY="4597"/>
      <dgm:spPr/>
    </dgm:pt>
    <dgm:pt modelId="{0E94F2C1-C95A-4EA6-8261-DBA2ED7F43AF}" type="pres">
      <dgm:prSet presAssocID="{F06159FC-9FD2-4877-906D-9BFB57D13EC3}" presName="spacerR" presStyleCnt="0"/>
      <dgm:spPr/>
    </dgm:pt>
    <dgm:pt modelId="{575E43D4-C7A0-41B7-9836-B7D6EC0BECA1}" type="pres">
      <dgm:prSet presAssocID="{22858AC8-2BC2-4FB0-AEEB-A64C72551773}" presName="node" presStyleLbl="node1" presStyleIdx="5" presStyleCnt="6" custScaleY="98920" custLinFactX="-17274" custLinFactNeighborX="-100000" custLinFactNeighborY="-4865">
        <dgm:presLayoutVars>
          <dgm:bulletEnabled val="1"/>
        </dgm:presLayoutVars>
      </dgm:prSet>
      <dgm:spPr/>
    </dgm:pt>
  </dgm:ptLst>
  <dgm:cxnLst>
    <dgm:cxn modelId="{ACC80A00-EACB-405F-9475-F0017A1DD6F9}" type="presOf" srcId="{D51E20DA-186D-41EE-8741-2A4D8B7CA263}" destId="{17991DBB-B0F4-44F6-A4C4-6507F0FC2BEB}" srcOrd="0" destOrd="0" presId="urn:microsoft.com/office/officeart/2005/8/layout/equation1"/>
    <dgm:cxn modelId="{BD97B108-B468-432B-9184-61DFE8E892A3}" type="presOf" srcId="{F74BD444-071E-4CD3-97F4-40693AA5F2C7}" destId="{C057D139-E0B3-448D-913C-E95A30DF4101}" srcOrd="0" destOrd="0" presId="urn:microsoft.com/office/officeart/2005/8/layout/equation1"/>
    <dgm:cxn modelId="{3E99B41A-452C-4DB8-AC21-73E0895A67C4}" type="presOf" srcId="{F06159FC-9FD2-4877-906D-9BFB57D13EC3}" destId="{26DC062C-A363-4541-AD1D-98978214ACDD}" srcOrd="0" destOrd="0" presId="urn:microsoft.com/office/officeart/2005/8/layout/equation1"/>
    <dgm:cxn modelId="{3B0F8767-592C-40A1-959A-E628C98D7D46}" type="presOf" srcId="{22858AC8-2BC2-4FB0-AEEB-A64C72551773}" destId="{575E43D4-C7A0-41B7-9836-B7D6EC0BECA1}" srcOrd="0" destOrd="0" presId="urn:microsoft.com/office/officeart/2005/8/layout/equation1"/>
    <dgm:cxn modelId="{9D33E969-7DA0-4F85-9F0C-F0E642545ADB}" type="presOf" srcId="{C3D3EA9B-BF74-471D-8ACD-9ABCE4CC791D}" destId="{E8AC3B96-EB64-43BF-9FB5-3C7675E33A56}" srcOrd="0" destOrd="0" presId="urn:microsoft.com/office/officeart/2005/8/layout/equation1"/>
    <dgm:cxn modelId="{0F40A04C-878E-4DB1-A20C-A6C5FB605EA5}" type="presOf" srcId="{4509085F-781A-4532-AADD-0081B385816E}" destId="{DE5910EC-BCE8-4F1A-A9BB-287BF9F605F9}" srcOrd="0" destOrd="0" presId="urn:microsoft.com/office/officeart/2005/8/layout/equation1"/>
    <dgm:cxn modelId="{07832B6E-0447-4D01-8A25-ECBD92DC591E}" type="presOf" srcId="{C5CF080B-6C69-43E1-8F45-1B470C337424}" destId="{4FC82B07-F8CB-4B7D-B17B-097A956244F4}" srcOrd="0" destOrd="0" presId="urn:microsoft.com/office/officeart/2005/8/layout/equation1"/>
    <dgm:cxn modelId="{A8E10F84-C5BA-4003-A49F-3ED7BDC4F15D}" srcId="{C3D3EA9B-BF74-471D-8ACD-9ABCE4CC791D}" destId="{940185B5-3962-4908-A641-AF57A7B753B0}" srcOrd="0" destOrd="0" parTransId="{D0D08388-D3E9-4DB0-8843-77364A246DF5}" sibTransId="{C5CF080B-6C69-43E1-8F45-1B470C337424}"/>
    <dgm:cxn modelId="{1C7CD885-40EA-4E1D-A754-8211E03F5812}" type="presOf" srcId="{3B507E66-876A-4B44-901D-145327571A0A}" destId="{0B72AC60-9856-4041-902F-59C085CF73F3}" srcOrd="0" destOrd="0" presId="urn:microsoft.com/office/officeart/2005/8/layout/equation1"/>
    <dgm:cxn modelId="{AF8BBB8A-4A00-4266-B769-87AA3BF4BF48}" srcId="{C3D3EA9B-BF74-471D-8ACD-9ABCE4CC791D}" destId="{70E167E5-A9E0-41D1-A739-4883F0FF206D}" srcOrd="1" destOrd="0" parTransId="{DD43E7A2-E332-449C-87A6-53BB5233C64F}" sibTransId="{F74BD444-071E-4CD3-97F4-40693AA5F2C7}"/>
    <dgm:cxn modelId="{4BEF9C96-0270-4227-8850-985BA3775AA8}" srcId="{C3D3EA9B-BF74-471D-8ACD-9ABCE4CC791D}" destId="{4509085F-781A-4532-AADD-0081B385816E}" srcOrd="4" destOrd="0" parTransId="{943FC2DB-6DBF-4C70-9789-0C9DEA2199D8}" sibTransId="{F06159FC-9FD2-4877-906D-9BFB57D13EC3}"/>
    <dgm:cxn modelId="{9A0A4BA7-A011-41FB-999E-9D953C93656F}" type="presOf" srcId="{70E167E5-A9E0-41D1-A739-4883F0FF206D}" destId="{B4FA0E38-6414-4DCA-9DAC-F1BCE98516B6}" srcOrd="0" destOrd="0" presId="urn:microsoft.com/office/officeart/2005/8/layout/equation1"/>
    <dgm:cxn modelId="{A4F795AA-4A46-4E75-B9B5-3396FBF817A0}" srcId="{C3D3EA9B-BF74-471D-8ACD-9ABCE4CC791D}" destId="{9FBFDC03-FF45-4D42-8A9C-E1908DEFE2FC}" srcOrd="2" destOrd="0" parTransId="{83655DF9-659A-4269-A12C-3201D7352BD9}" sibTransId="{C2C5CB99-670D-4440-A6F0-A2C615265A22}"/>
    <dgm:cxn modelId="{692723AC-2065-4FE2-9266-B8E417A97D28}" srcId="{C3D3EA9B-BF74-471D-8ACD-9ABCE4CC791D}" destId="{D51E20DA-186D-41EE-8741-2A4D8B7CA263}" srcOrd="3" destOrd="0" parTransId="{B1168DC0-B9B9-47B4-BA4F-C3CA5CEAF50C}" sibTransId="{3B507E66-876A-4B44-901D-145327571A0A}"/>
    <dgm:cxn modelId="{64428FAC-E4B7-4AF1-BC46-644543C89CAB}" type="presOf" srcId="{940185B5-3962-4908-A641-AF57A7B753B0}" destId="{F6CF6F9D-FD50-4113-AFF3-996FE418EF7A}" srcOrd="0" destOrd="0" presId="urn:microsoft.com/office/officeart/2005/8/layout/equation1"/>
    <dgm:cxn modelId="{7734C3BD-778F-46C1-A749-D53BFEFE3764}" srcId="{C3D3EA9B-BF74-471D-8ACD-9ABCE4CC791D}" destId="{22858AC8-2BC2-4FB0-AEEB-A64C72551773}" srcOrd="5" destOrd="0" parTransId="{92C8978D-4349-4227-AC45-9E8DA38424E1}" sibTransId="{AED9A53C-F638-43DA-A78E-E7C27CA1A41C}"/>
    <dgm:cxn modelId="{36032CDA-35E6-4BCF-8620-34F93BCD71A0}" type="presOf" srcId="{C2C5CB99-670D-4440-A6F0-A2C615265A22}" destId="{843AB42A-2425-402E-B5E1-F7CB67820C03}" srcOrd="0" destOrd="0" presId="urn:microsoft.com/office/officeart/2005/8/layout/equation1"/>
    <dgm:cxn modelId="{E59705DB-1BFC-4FE5-954A-F6C865CDBD26}" type="presOf" srcId="{9FBFDC03-FF45-4D42-8A9C-E1908DEFE2FC}" destId="{B42FE7B2-9A7C-419E-902E-70780B69E73F}" srcOrd="0" destOrd="0" presId="urn:microsoft.com/office/officeart/2005/8/layout/equation1"/>
    <dgm:cxn modelId="{90DDEC6A-3151-4F89-B3C1-6D92A75D0E8A}" type="presParOf" srcId="{E8AC3B96-EB64-43BF-9FB5-3C7675E33A56}" destId="{F6CF6F9D-FD50-4113-AFF3-996FE418EF7A}" srcOrd="0" destOrd="0" presId="urn:microsoft.com/office/officeart/2005/8/layout/equation1"/>
    <dgm:cxn modelId="{D9128C81-FB22-4D06-A597-333A99649CE5}" type="presParOf" srcId="{E8AC3B96-EB64-43BF-9FB5-3C7675E33A56}" destId="{8238CBC5-A787-4C62-A7AE-2D4A860E2E14}" srcOrd="1" destOrd="0" presId="urn:microsoft.com/office/officeart/2005/8/layout/equation1"/>
    <dgm:cxn modelId="{866DDDB5-7F94-4061-B5ED-DAE655413C88}" type="presParOf" srcId="{E8AC3B96-EB64-43BF-9FB5-3C7675E33A56}" destId="{4FC82B07-F8CB-4B7D-B17B-097A956244F4}" srcOrd="2" destOrd="0" presId="urn:microsoft.com/office/officeart/2005/8/layout/equation1"/>
    <dgm:cxn modelId="{F7D44603-99A3-4B5A-91DA-C01F64B3F3ED}" type="presParOf" srcId="{E8AC3B96-EB64-43BF-9FB5-3C7675E33A56}" destId="{629E2A84-E1C1-4D4A-8E62-47AE2C6CA17B}" srcOrd="3" destOrd="0" presId="urn:microsoft.com/office/officeart/2005/8/layout/equation1"/>
    <dgm:cxn modelId="{1F14162D-F5E1-4FDC-B16C-369DFA8D1EF3}" type="presParOf" srcId="{E8AC3B96-EB64-43BF-9FB5-3C7675E33A56}" destId="{B4FA0E38-6414-4DCA-9DAC-F1BCE98516B6}" srcOrd="4" destOrd="0" presId="urn:microsoft.com/office/officeart/2005/8/layout/equation1"/>
    <dgm:cxn modelId="{4ED00774-9192-41CF-A423-D24F0BDE926C}" type="presParOf" srcId="{E8AC3B96-EB64-43BF-9FB5-3C7675E33A56}" destId="{34CFA765-F3C4-4F01-8001-54EA6B60E3A1}" srcOrd="5" destOrd="0" presId="urn:microsoft.com/office/officeart/2005/8/layout/equation1"/>
    <dgm:cxn modelId="{6795A2BE-C80F-4F1C-A38C-EFCFE2102908}" type="presParOf" srcId="{E8AC3B96-EB64-43BF-9FB5-3C7675E33A56}" destId="{C057D139-E0B3-448D-913C-E95A30DF4101}" srcOrd="6" destOrd="0" presId="urn:microsoft.com/office/officeart/2005/8/layout/equation1"/>
    <dgm:cxn modelId="{B1E22867-85A6-48EB-B0A7-DB34C9503F29}" type="presParOf" srcId="{E8AC3B96-EB64-43BF-9FB5-3C7675E33A56}" destId="{C4E8CCB5-3F1E-4216-9C99-D94D3854DCF1}" srcOrd="7" destOrd="0" presId="urn:microsoft.com/office/officeart/2005/8/layout/equation1"/>
    <dgm:cxn modelId="{F149FAE5-7234-4B77-BF90-5D282DF97C06}" type="presParOf" srcId="{E8AC3B96-EB64-43BF-9FB5-3C7675E33A56}" destId="{B42FE7B2-9A7C-419E-902E-70780B69E73F}" srcOrd="8" destOrd="0" presId="urn:microsoft.com/office/officeart/2005/8/layout/equation1"/>
    <dgm:cxn modelId="{301F28A8-9A09-4A9D-A0D4-81D02A7E67D8}" type="presParOf" srcId="{E8AC3B96-EB64-43BF-9FB5-3C7675E33A56}" destId="{41BB4A88-1B66-4B5B-8C42-E83EF96B48F5}" srcOrd="9" destOrd="0" presId="urn:microsoft.com/office/officeart/2005/8/layout/equation1"/>
    <dgm:cxn modelId="{0D4B5F2A-939A-45FE-B7CE-14FEF04BF9F5}" type="presParOf" srcId="{E8AC3B96-EB64-43BF-9FB5-3C7675E33A56}" destId="{843AB42A-2425-402E-B5E1-F7CB67820C03}" srcOrd="10" destOrd="0" presId="urn:microsoft.com/office/officeart/2005/8/layout/equation1"/>
    <dgm:cxn modelId="{088DD7E8-2D34-46B2-99AF-E848A97224BE}" type="presParOf" srcId="{E8AC3B96-EB64-43BF-9FB5-3C7675E33A56}" destId="{FA9EF329-1B8E-4BCB-95B4-90871D0AF5C8}" srcOrd="11" destOrd="0" presId="urn:microsoft.com/office/officeart/2005/8/layout/equation1"/>
    <dgm:cxn modelId="{7AD8C255-E78E-46D3-AE3A-EC995C1027FA}" type="presParOf" srcId="{E8AC3B96-EB64-43BF-9FB5-3C7675E33A56}" destId="{17991DBB-B0F4-44F6-A4C4-6507F0FC2BEB}" srcOrd="12" destOrd="0" presId="urn:microsoft.com/office/officeart/2005/8/layout/equation1"/>
    <dgm:cxn modelId="{A84AE2DA-8253-4943-BEBC-E841BA2B8FB1}" type="presParOf" srcId="{E8AC3B96-EB64-43BF-9FB5-3C7675E33A56}" destId="{88DD35F3-5882-4301-B4E4-072D826A069B}" srcOrd="13" destOrd="0" presId="urn:microsoft.com/office/officeart/2005/8/layout/equation1"/>
    <dgm:cxn modelId="{10540740-0176-4872-A05A-106924EECE63}" type="presParOf" srcId="{E8AC3B96-EB64-43BF-9FB5-3C7675E33A56}" destId="{0B72AC60-9856-4041-902F-59C085CF73F3}" srcOrd="14" destOrd="0" presId="urn:microsoft.com/office/officeart/2005/8/layout/equation1"/>
    <dgm:cxn modelId="{954637BD-C6E3-4B48-8C29-FD2A1D9F04A0}" type="presParOf" srcId="{E8AC3B96-EB64-43BF-9FB5-3C7675E33A56}" destId="{D490F731-4936-4578-A2D4-4C612199A4D0}" srcOrd="15" destOrd="0" presId="urn:microsoft.com/office/officeart/2005/8/layout/equation1"/>
    <dgm:cxn modelId="{D1FA012B-8C6B-46AF-B760-FFF917241A23}" type="presParOf" srcId="{E8AC3B96-EB64-43BF-9FB5-3C7675E33A56}" destId="{DE5910EC-BCE8-4F1A-A9BB-287BF9F605F9}" srcOrd="16" destOrd="0" presId="urn:microsoft.com/office/officeart/2005/8/layout/equation1"/>
    <dgm:cxn modelId="{DD3F7409-0808-4812-BD84-8BA4C3E95779}" type="presParOf" srcId="{E8AC3B96-EB64-43BF-9FB5-3C7675E33A56}" destId="{2C00B3F1-5FC2-4D81-8A53-A8F760876163}" srcOrd="17" destOrd="0" presId="urn:microsoft.com/office/officeart/2005/8/layout/equation1"/>
    <dgm:cxn modelId="{5BE22001-5F2F-4D29-BBE3-50488C710AA2}" type="presParOf" srcId="{E8AC3B96-EB64-43BF-9FB5-3C7675E33A56}" destId="{26DC062C-A363-4541-AD1D-98978214ACDD}" srcOrd="18" destOrd="0" presId="urn:microsoft.com/office/officeart/2005/8/layout/equation1"/>
    <dgm:cxn modelId="{978FEE6C-88E3-4817-A05C-22B9FC947145}" type="presParOf" srcId="{E8AC3B96-EB64-43BF-9FB5-3C7675E33A56}" destId="{0E94F2C1-C95A-4EA6-8261-DBA2ED7F43AF}" srcOrd="19" destOrd="0" presId="urn:microsoft.com/office/officeart/2005/8/layout/equation1"/>
    <dgm:cxn modelId="{AB5F579A-729E-4CB9-ADE0-BFE96D927EE2}" type="presParOf" srcId="{E8AC3B96-EB64-43BF-9FB5-3C7675E33A56}" destId="{575E43D4-C7A0-41B7-9836-B7D6EC0BECA1}" srcOrd="20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B153A-5DF4-4009-88DC-8A1B00DF3216}">
      <dsp:nvSpPr>
        <dsp:cNvPr id="0" name=""/>
        <dsp:cNvSpPr/>
      </dsp:nvSpPr>
      <dsp:spPr>
        <a:xfrm>
          <a:off x="2164567" y="326374"/>
          <a:ext cx="4588362" cy="4588362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Collect all possible data from local government sources</a:t>
          </a:r>
        </a:p>
      </dsp:txBody>
      <dsp:txXfrm>
        <a:off x="4516649" y="1011897"/>
        <a:ext cx="1556765" cy="1065155"/>
      </dsp:txXfrm>
    </dsp:sp>
    <dsp:sp modelId="{E6E4C770-D267-4FF5-BF45-CDCA8C37DC81}">
      <dsp:nvSpPr>
        <dsp:cNvPr id="0" name=""/>
        <dsp:cNvSpPr/>
      </dsp:nvSpPr>
      <dsp:spPr>
        <a:xfrm>
          <a:off x="2005213" y="616722"/>
          <a:ext cx="4585884" cy="4450114"/>
        </a:xfrm>
        <a:prstGeom prst="pie">
          <a:avLst>
            <a:gd name="adj1" fmla="val 20520000"/>
            <a:gd name="adj2" fmla="val 3240000"/>
          </a:avLst>
        </a:prstGeom>
        <a:solidFill>
          <a:schemeClr val="accent2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Distribute</a:t>
          </a:r>
          <a:r>
            <a:rPr lang="en-US" sz="1300" kern="1200" baseline="0" dirty="0"/>
            <a:t> created survey to obtain additional data</a:t>
          </a:r>
          <a:endParaRPr lang="en-US" sz="1300" kern="1200" dirty="0"/>
        </a:p>
      </dsp:txBody>
      <dsp:txXfrm>
        <a:off x="5002416" y="2629870"/>
        <a:ext cx="1364846" cy="1117826"/>
      </dsp:txXfrm>
    </dsp:sp>
    <dsp:sp modelId="{ED987662-41E7-4956-AA80-51B6AE9DF4E5}">
      <dsp:nvSpPr>
        <dsp:cNvPr id="0" name=""/>
        <dsp:cNvSpPr/>
      </dsp:nvSpPr>
      <dsp:spPr>
        <a:xfrm>
          <a:off x="773261" y="547599"/>
          <a:ext cx="7049789" cy="4588362"/>
        </a:xfrm>
        <a:prstGeom prst="pie">
          <a:avLst>
            <a:gd name="adj1" fmla="val 3240000"/>
            <a:gd name="adj2" fmla="val 7560000"/>
          </a:avLst>
        </a:prstGeom>
        <a:solidFill>
          <a:schemeClr val="accent2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Secondary Studies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for data not found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 previous steps.</a:t>
          </a:r>
        </a:p>
      </dsp:txBody>
      <dsp:txXfrm>
        <a:off x="3039265" y="3988870"/>
        <a:ext cx="2517781" cy="983220"/>
      </dsp:txXfrm>
    </dsp:sp>
    <dsp:sp modelId="{5CF644BE-F322-4074-B241-B88BCDA71DF8}">
      <dsp:nvSpPr>
        <dsp:cNvPr id="0" name=""/>
        <dsp:cNvSpPr/>
      </dsp:nvSpPr>
      <dsp:spPr>
        <a:xfrm>
          <a:off x="2003974" y="547599"/>
          <a:ext cx="4588362" cy="4588362"/>
        </a:xfrm>
        <a:prstGeom prst="pie">
          <a:avLst>
            <a:gd name="adj1" fmla="val 7560000"/>
            <a:gd name="adj2" fmla="val 1188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Create estimates for each sport based </a:t>
          </a:r>
          <a:r>
            <a:rPr lang="en-US" sz="1300" kern="1200" dirty="0">
              <a:latin typeface="Trebuchet MS" panose="020B0603020202020204"/>
            </a:rPr>
            <a:t>on</a:t>
          </a:r>
          <a:r>
            <a:rPr lang="en-US" sz="1300" kern="1200" dirty="0"/>
            <a:t> preceding data </a:t>
          </a:r>
        </a:p>
      </dsp:txBody>
      <dsp:txXfrm>
        <a:off x="2222468" y="2623286"/>
        <a:ext cx="1365584" cy="1152552"/>
      </dsp:txXfrm>
    </dsp:sp>
    <dsp:sp modelId="{8C6605B9-5010-4DA3-A8F4-16923733333C}">
      <dsp:nvSpPr>
        <dsp:cNvPr id="0" name=""/>
        <dsp:cNvSpPr/>
      </dsp:nvSpPr>
      <dsp:spPr>
        <a:xfrm>
          <a:off x="2003974" y="547599"/>
          <a:ext cx="4588362" cy="4588362"/>
        </a:xfrm>
        <a:prstGeom prst="pie">
          <a:avLst>
            <a:gd name="adj1" fmla="val 11880000"/>
            <a:gd name="adj2" fmla="val 16200000"/>
          </a:avLst>
        </a:prstGeom>
        <a:solidFill>
          <a:schemeClr val="accent3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Apply multipliers using RIMS II I/O model table for the region </a:t>
          </a:r>
        </a:p>
      </dsp:txBody>
      <dsp:txXfrm>
        <a:off x="2673111" y="1246778"/>
        <a:ext cx="1556765" cy="10651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6D363-4447-4A86-9669-1C867D6D4AF9}">
      <dsp:nvSpPr>
        <dsp:cNvPr id="0" name=""/>
        <dsp:cNvSpPr/>
      </dsp:nvSpPr>
      <dsp:spPr>
        <a:xfrm>
          <a:off x="0" y="93057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RIMS II is a backward-linkage model </a:t>
          </a:r>
        </a:p>
      </dsp:txBody>
      <dsp:txXfrm>
        <a:off x="0" y="93057"/>
        <a:ext cx="3005666" cy="1803399"/>
      </dsp:txXfrm>
    </dsp:sp>
    <dsp:sp modelId="{6675F9BC-D863-43A9-8CC9-2C91F1D075EE}">
      <dsp:nvSpPr>
        <dsp:cNvPr id="0" name=""/>
        <dsp:cNvSpPr/>
      </dsp:nvSpPr>
      <dsp:spPr>
        <a:xfrm>
          <a:off x="3306233" y="93057"/>
          <a:ext cx="3005666" cy="18033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RIMS II uses Fixed Purchase Patterns </a:t>
          </a:r>
        </a:p>
      </dsp:txBody>
      <dsp:txXfrm>
        <a:off x="3306233" y="93057"/>
        <a:ext cx="3005666" cy="1803399"/>
      </dsp:txXfrm>
    </dsp:sp>
    <dsp:sp modelId="{F794A59A-6EDF-46C2-9C26-22565C8EE2A0}">
      <dsp:nvSpPr>
        <dsp:cNvPr id="0" name=""/>
        <dsp:cNvSpPr/>
      </dsp:nvSpPr>
      <dsp:spPr>
        <a:xfrm>
          <a:off x="6612466" y="93057"/>
          <a:ext cx="3005666" cy="18033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Industry Homogeneity </a:t>
          </a:r>
        </a:p>
      </dsp:txBody>
      <dsp:txXfrm>
        <a:off x="6612466" y="93057"/>
        <a:ext cx="3005666" cy="1803399"/>
      </dsp:txXfrm>
    </dsp:sp>
    <dsp:sp modelId="{123C3175-4E50-4A8B-8086-78C7A35F7C9F}">
      <dsp:nvSpPr>
        <dsp:cNvPr id="0" name=""/>
        <dsp:cNvSpPr/>
      </dsp:nvSpPr>
      <dsp:spPr>
        <a:xfrm>
          <a:off x="0" y="2197024"/>
          <a:ext cx="3005666" cy="18033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Supply Constraints </a:t>
          </a:r>
        </a:p>
      </dsp:txBody>
      <dsp:txXfrm>
        <a:off x="0" y="2197024"/>
        <a:ext cx="3005666" cy="1803399"/>
      </dsp:txXfrm>
    </dsp:sp>
    <dsp:sp modelId="{F3744EBD-A39C-4046-A147-CC482568A6D3}">
      <dsp:nvSpPr>
        <dsp:cNvPr id="0" name=""/>
        <dsp:cNvSpPr/>
      </dsp:nvSpPr>
      <dsp:spPr>
        <a:xfrm>
          <a:off x="3306233" y="2197024"/>
          <a:ext cx="3005666" cy="18033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Regional Feedback </a:t>
          </a:r>
        </a:p>
      </dsp:txBody>
      <dsp:txXfrm>
        <a:off x="3306233" y="2197024"/>
        <a:ext cx="3005666" cy="1803399"/>
      </dsp:txXfrm>
    </dsp:sp>
    <dsp:sp modelId="{BB476697-311B-457D-B6F2-A8556FBC4626}">
      <dsp:nvSpPr>
        <dsp:cNvPr id="0" name=""/>
        <dsp:cNvSpPr/>
      </dsp:nvSpPr>
      <dsp:spPr>
        <a:xfrm>
          <a:off x="6612466" y="2197024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Time Dimension</a:t>
          </a:r>
        </a:p>
      </dsp:txBody>
      <dsp:txXfrm>
        <a:off x="6612466" y="2197024"/>
        <a:ext cx="3005666" cy="1803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E7AF9-987F-41C1-AA86-DB037AE0400A}">
      <dsp:nvSpPr>
        <dsp:cNvPr id="0" name=""/>
        <dsp:cNvSpPr/>
      </dsp:nvSpPr>
      <dsp:spPr>
        <a:xfrm>
          <a:off x="0" y="3198"/>
          <a:ext cx="9618133" cy="681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EF784-4D59-4C35-8817-FE10A15ADFEA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BC50C-31F5-4B5E-AD41-4E855AF248E6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RIMS II multipliers are only meaningful for analyzing the impact of final demand change in a region. Final demand consist of a number of different types of transactions:</a:t>
          </a:r>
        </a:p>
      </dsp:txBody>
      <dsp:txXfrm>
        <a:off x="786764" y="3198"/>
        <a:ext cx="8831368" cy="681180"/>
      </dsp:txXfrm>
    </dsp:sp>
    <dsp:sp modelId="{992B3487-509D-464A-A831-E549A238D33C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5B77D-A030-4223-8727-8B937217D297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A1480-2E20-4B53-8E10-A59A8974F76F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consumers outside the region </a:t>
          </a:r>
        </a:p>
      </dsp:txBody>
      <dsp:txXfrm>
        <a:off x="786764" y="854674"/>
        <a:ext cx="8831368" cy="681180"/>
      </dsp:txXfrm>
    </dsp:sp>
    <dsp:sp modelId="{206F2895-CFA6-4281-8E8C-39C28A0562FD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F8FC9-39B9-421A-9D88-DB32A88EF4A4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011A2-76B8-4B75-8AAC-3AF66BC47560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Investment in new buildings, equipment, and software</a:t>
          </a:r>
        </a:p>
      </dsp:txBody>
      <dsp:txXfrm>
        <a:off x="786764" y="1706150"/>
        <a:ext cx="8831368" cy="681180"/>
      </dsp:txXfrm>
    </dsp:sp>
    <dsp:sp modelId="{0E31BB4E-62E8-4D55-85E3-A19D483CD37A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9D8F9-63D8-4507-9BEE-65580A093A7D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C0531-8D11-41A0-993C-6DC57B1695E8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government </a:t>
          </a:r>
        </a:p>
      </dsp:txBody>
      <dsp:txXfrm>
        <a:off x="786764" y="2557626"/>
        <a:ext cx="8831368" cy="681180"/>
      </dsp:txXfrm>
    </dsp:sp>
    <dsp:sp modelId="{32F101FF-E79C-4F3F-B698-07AAF80CAE7C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CA5B8-536F-4432-8BF0-40BA48616481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891BF-6706-46A3-B459-FD706A38CB62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households</a:t>
          </a:r>
        </a:p>
      </dsp:txBody>
      <dsp:txXfrm>
        <a:off x="786764" y="3409102"/>
        <a:ext cx="8831368" cy="681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F6F9D-FD50-4113-AFF3-996FE418EF7A}">
      <dsp:nvSpPr>
        <dsp:cNvPr id="0" name=""/>
        <dsp:cNvSpPr/>
      </dsp:nvSpPr>
      <dsp:spPr>
        <a:xfrm>
          <a:off x="2703" y="1801115"/>
          <a:ext cx="952727" cy="9532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Survey Date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Collection </a:t>
          </a:r>
        </a:p>
      </dsp:txBody>
      <dsp:txXfrm>
        <a:off x="142227" y="1940713"/>
        <a:ext cx="673679" cy="674036"/>
      </dsp:txXfrm>
    </dsp:sp>
    <dsp:sp modelId="{4FC82B07-F8CB-4B7D-B17B-097A956244F4}">
      <dsp:nvSpPr>
        <dsp:cNvPr id="0" name=""/>
        <dsp:cNvSpPr/>
      </dsp:nvSpPr>
      <dsp:spPr>
        <a:xfrm>
          <a:off x="1032792" y="2001440"/>
          <a:ext cx="552582" cy="552582"/>
        </a:xfrm>
        <a:prstGeom prst="mathPlus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106037" y="2212747"/>
        <a:ext cx="406092" cy="129968"/>
      </dsp:txXfrm>
    </dsp:sp>
    <dsp:sp modelId="{B4FA0E38-6414-4DCA-9DAC-F1BCE98516B6}">
      <dsp:nvSpPr>
        <dsp:cNvPr id="0" name=""/>
        <dsp:cNvSpPr/>
      </dsp:nvSpPr>
      <dsp:spPr>
        <a:xfrm>
          <a:off x="1662736" y="1801367"/>
          <a:ext cx="952727" cy="952727"/>
        </a:xfrm>
        <a:prstGeom prst="ellipse">
          <a:avLst/>
        </a:prstGeom>
        <a:gradFill rotWithShape="0">
          <a:gsLst>
            <a:gs pos="0">
              <a:schemeClr val="accent5">
                <a:hueOff val="499051"/>
                <a:satOff val="-10098"/>
                <a:lumOff val="314"/>
                <a:alphaOff val="0"/>
                <a:tint val="96000"/>
                <a:lumMod val="100000"/>
              </a:schemeClr>
            </a:gs>
            <a:gs pos="78000">
              <a:schemeClr val="accent5">
                <a:hueOff val="499051"/>
                <a:satOff val="-10098"/>
                <a:lumOff val="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Build Cohesive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</a:t>
          </a:r>
        </a:p>
      </dsp:txBody>
      <dsp:txXfrm>
        <a:off x="1802260" y="1940891"/>
        <a:ext cx="673679" cy="673679"/>
      </dsp:txXfrm>
    </dsp:sp>
    <dsp:sp modelId="{C057D139-E0B3-448D-913C-E95A30DF4101}">
      <dsp:nvSpPr>
        <dsp:cNvPr id="0" name=""/>
        <dsp:cNvSpPr/>
      </dsp:nvSpPr>
      <dsp:spPr>
        <a:xfrm>
          <a:off x="2692825" y="2001440"/>
          <a:ext cx="552582" cy="552582"/>
        </a:xfrm>
        <a:prstGeom prst="mathPlus">
          <a:avLst/>
        </a:prstGeom>
        <a:solidFill>
          <a:schemeClr val="accent5">
            <a:hueOff val="623814"/>
            <a:satOff val="-12622"/>
            <a:lumOff val="39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66070" y="2212747"/>
        <a:ext cx="406092" cy="129968"/>
      </dsp:txXfrm>
    </dsp:sp>
    <dsp:sp modelId="{B42FE7B2-9A7C-419E-902E-70780B69E73F}">
      <dsp:nvSpPr>
        <dsp:cNvPr id="0" name=""/>
        <dsp:cNvSpPr/>
      </dsp:nvSpPr>
      <dsp:spPr>
        <a:xfrm>
          <a:off x="3322769" y="1801367"/>
          <a:ext cx="952727" cy="952727"/>
        </a:xfrm>
        <a:prstGeom prst="ellipse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Apply Multipliers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To Estimates </a:t>
          </a:r>
        </a:p>
      </dsp:txBody>
      <dsp:txXfrm>
        <a:off x="3462293" y="1940891"/>
        <a:ext cx="673679" cy="673679"/>
      </dsp:txXfrm>
    </dsp:sp>
    <dsp:sp modelId="{843AB42A-2425-402E-B5E1-F7CB67820C03}">
      <dsp:nvSpPr>
        <dsp:cNvPr id="0" name=""/>
        <dsp:cNvSpPr/>
      </dsp:nvSpPr>
      <dsp:spPr>
        <a:xfrm>
          <a:off x="4352858" y="2001440"/>
          <a:ext cx="552582" cy="552582"/>
        </a:xfrm>
        <a:prstGeom prst="mathPlus">
          <a:avLst/>
        </a:prstGeom>
        <a:solidFill>
          <a:schemeClr val="accent5">
            <a:hueOff val="1247628"/>
            <a:satOff val="-25244"/>
            <a:lumOff val="784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426103" y="2212747"/>
        <a:ext cx="406092" cy="129968"/>
      </dsp:txXfrm>
    </dsp:sp>
    <dsp:sp modelId="{17991DBB-B0F4-44F6-A4C4-6507F0FC2BEB}">
      <dsp:nvSpPr>
        <dsp:cNvPr id="0" name=""/>
        <dsp:cNvSpPr/>
      </dsp:nvSpPr>
      <dsp:spPr>
        <a:xfrm>
          <a:off x="4982802" y="1801367"/>
          <a:ext cx="952727" cy="952727"/>
        </a:xfrm>
        <a:prstGeom prst="ellipse">
          <a:avLst/>
        </a:prstGeom>
        <a:gradFill rotWithShape="0">
          <a:gsLst>
            <a:gs pos="0">
              <a:schemeClr val="accent5">
                <a:hueOff val="1497154"/>
                <a:satOff val="-30293"/>
                <a:lumOff val="941"/>
                <a:alphaOff val="0"/>
                <a:tint val="96000"/>
                <a:lumMod val="100000"/>
              </a:schemeClr>
            </a:gs>
            <a:gs pos="78000">
              <a:schemeClr val="accent5">
                <a:hueOff val="1497154"/>
                <a:satOff val="-30293"/>
                <a:lumOff val="94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Obtain adjusted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Estimates </a:t>
          </a:r>
        </a:p>
      </dsp:txBody>
      <dsp:txXfrm>
        <a:off x="5122326" y="1940891"/>
        <a:ext cx="673679" cy="673679"/>
      </dsp:txXfrm>
    </dsp:sp>
    <dsp:sp modelId="{0B72AC60-9856-4041-902F-59C085CF73F3}">
      <dsp:nvSpPr>
        <dsp:cNvPr id="0" name=""/>
        <dsp:cNvSpPr/>
      </dsp:nvSpPr>
      <dsp:spPr>
        <a:xfrm>
          <a:off x="7473394" y="1995096"/>
          <a:ext cx="552582" cy="552582"/>
        </a:xfrm>
        <a:prstGeom prst="mathPlus">
          <a:avLst/>
        </a:prstGeom>
        <a:solidFill>
          <a:schemeClr val="accent5">
            <a:hueOff val="1871442"/>
            <a:satOff val="-37867"/>
            <a:lumOff val="1177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546639" y="2206403"/>
        <a:ext cx="406092" cy="129968"/>
      </dsp:txXfrm>
    </dsp:sp>
    <dsp:sp modelId="{DE5910EC-BCE8-4F1A-A9BB-287BF9F605F9}">
      <dsp:nvSpPr>
        <dsp:cNvPr id="0" name=""/>
        <dsp:cNvSpPr/>
      </dsp:nvSpPr>
      <dsp:spPr>
        <a:xfrm>
          <a:off x="6527908" y="1785561"/>
          <a:ext cx="952727" cy="942438"/>
        </a:xfrm>
        <a:prstGeom prst="ellipse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Compile Economic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Analysis</a:t>
          </a:r>
        </a:p>
      </dsp:txBody>
      <dsp:txXfrm>
        <a:off x="6667432" y="1923578"/>
        <a:ext cx="673679" cy="666404"/>
      </dsp:txXfrm>
    </dsp:sp>
    <dsp:sp modelId="{26DC062C-A363-4541-AD1D-98978214ACDD}">
      <dsp:nvSpPr>
        <dsp:cNvPr id="0" name=""/>
        <dsp:cNvSpPr/>
      </dsp:nvSpPr>
      <dsp:spPr>
        <a:xfrm>
          <a:off x="5958422" y="2026842"/>
          <a:ext cx="552582" cy="552582"/>
        </a:xfrm>
        <a:prstGeom prst="mathEqual">
          <a:avLst/>
        </a:prstGeom>
        <a:solidFill>
          <a:schemeClr val="accent5">
            <a:hueOff val="2495256"/>
            <a:satOff val="-50489"/>
            <a:lumOff val="1569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031667" y="2140674"/>
        <a:ext cx="406092" cy="324918"/>
      </dsp:txXfrm>
    </dsp:sp>
    <dsp:sp modelId="{575E43D4-C7A0-41B7-9836-B7D6EC0BECA1}">
      <dsp:nvSpPr>
        <dsp:cNvPr id="0" name=""/>
        <dsp:cNvSpPr/>
      </dsp:nvSpPr>
      <dsp:spPr>
        <a:xfrm>
          <a:off x="8060933" y="1760162"/>
          <a:ext cx="952727" cy="942438"/>
        </a:xfrm>
        <a:prstGeom prst="ellipse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Compile Financial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</a:t>
          </a:r>
        </a:p>
      </dsp:txBody>
      <dsp:txXfrm>
        <a:off x="8200457" y="1898179"/>
        <a:ext cx="673679" cy="666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7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5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1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4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5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6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6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7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038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77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6689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3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2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0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24" y="2404534"/>
            <a:ext cx="8412979" cy="1646302"/>
          </a:xfrm>
        </p:spPr>
        <p:txBody>
          <a:bodyPr/>
          <a:lstStyle/>
          <a:p>
            <a:r>
              <a:rPr lang="en-US"/>
              <a:t>Winged Deer Park</a:t>
            </a:r>
            <a:br>
              <a:rPr lang="en-US"/>
            </a:br>
            <a:r>
              <a:rPr lang="en-US"/>
              <a:t>Economic Impact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200">
                <a:ea typeface="+mn-lt"/>
                <a:cs typeface="+mn-lt"/>
              </a:rPr>
              <a:t>Kent Roller, Toby Adebiyi, Adade Yeboah</a:t>
            </a:r>
            <a:endParaRPr lang="en-US"/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200">
                <a:ea typeface="+mn-lt"/>
                <a:cs typeface="+mn-lt"/>
              </a:rPr>
              <a:t>Kevin Willis, Richard Ojo, Katelyn Williams</a:t>
            </a:r>
            <a:endParaRPr lang="en-US"/>
          </a:p>
        </p:txBody>
      </p:sp>
      <p:pic>
        <p:nvPicPr>
          <p:cNvPr id="4" name="Picture 3" descr="A logo with mountains and a mustache&#10;&#10;Description automatically generated">
            <a:extLst>
              <a:ext uri="{FF2B5EF4-FFF2-40B4-BE49-F238E27FC236}">
                <a16:creationId xmlns:a16="http://schemas.microsoft.com/office/drawing/2014/main" id="{62019056-FF3F-4197-C64C-5FEB9026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87" y="4957976"/>
            <a:ext cx="2743200" cy="1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2DC0512-A0B4-22C1-BBBE-A29AF11A78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72" r="9532" b="-4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F744A-EF0D-C661-8C02-66219BE8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269F-E53D-1649-3BC6-0E3AB720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Project Goals </a:t>
            </a:r>
          </a:p>
          <a:p>
            <a:r>
              <a:rPr lang="en-US" dirty="0"/>
              <a:t>Initial Data Sets and Analysis </a:t>
            </a:r>
          </a:p>
          <a:p>
            <a:r>
              <a:rPr lang="en-US" dirty="0"/>
              <a:t>Survey </a:t>
            </a:r>
          </a:p>
          <a:p>
            <a:r>
              <a:rPr lang="en-US" dirty="0"/>
              <a:t>Multiplier Effect and Impact Estimation </a:t>
            </a:r>
          </a:p>
          <a:p>
            <a:r>
              <a:rPr lang="en-US" dirty="0"/>
              <a:t>Input Output Model </a:t>
            </a:r>
          </a:p>
          <a:p>
            <a:r>
              <a:rPr lang="en-US" dirty="0"/>
              <a:t>Moving Forward </a:t>
            </a:r>
          </a:p>
        </p:txBody>
      </p:sp>
    </p:spTree>
    <p:extLst>
      <p:ext uri="{BB962C8B-B14F-4D97-AF65-F5344CB8AC3E}">
        <p14:creationId xmlns:p14="http://schemas.microsoft.com/office/powerpoint/2010/main" val="68394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2C3B-5FA5-3DF9-547E-3956F3B9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Goals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DCD83C1-E843-BE59-FA39-396719DA4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10645"/>
              </p:ext>
            </p:extLst>
          </p:nvPr>
        </p:nvGraphicFramePr>
        <p:xfrm>
          <a:off x="677863" y="1239254"/>
          <a:ext cx="8596312" cy="5462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97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7E0D-479F-C8F0-714B-366409A78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5" y="1282701"/>
            <a:ext cx="5096060" cy="4307148"/>
          </a:xfrm>
        </p:spPr>
        <p:txBody>
          <a:bodyPr anchor="ctr">
            <a:normAutofit/>
          </a:bodyPr>
          <a:lstStyle/>
          <a:p>
            <a:r>
              <a:rPr lang="en-US" dirty="0"/>
              <a:t>Initial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0DD7B-D836-37C8-A396-9FE02D88B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6397" y="6812281"/>
            <a:ext cx="895283" cy="45719"/>
          </a:xfrm>
        </p:spPr>
        <p:txBody>
          <a:bodyPr anchor="ctr">
            <a:normAutofit fontScale="25000" lnSpcReduction="20000"/>
          </a:bodyPr>
          <a:lstStyle/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337A8-5B52-F376-D9FE-4CAF28866A08}"/>
              </a:ext>
            </a:extLst>
          </p:cNvPr>
          <p:cNvSpPr txBox="1"/>
          <p:nvPr/>
        </p:nvSpPr>
        <p:spPr>
          <a:xfrm>
            <a:off x="1249899" y="4960127"/>
            <a:ext cx="7390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initial calculations made with data received and assumption of </a:t>
            </a:r>
          </a:p>
          <a:p>
            <a:r>
              <a:rPr lang="en-US" dirty="0"/>
              <a:t>$206/day spending. Future calculations may differ</a:t>
            </a:r>
          </a:p>
        </p:txBody>
      </p:sp>
    </p:spTree>
    <p:extLst>
      <p:ext uri="{BB962C8B-B14F-4D97-AF65-F5344CB8AC3E}">
        <p14:creationId xmlns:p14="http://schemas.microsoft.com/office/powerpoint/2010/main" val="2101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1E93-9A6D-F5A7-5221-0D88425F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42" y="300414"/>
            <a:ext cx="8596668" cy="679770"/>
          </a:xfrm>
        </p:spPr>
        <p:txBody>
          <a:bodyPr/>
          <a:lstStyle/>
          <a:p>
            <a:r>
              <a:rPr lang="en-US" dirty="0"/>
              <a:t>Number of Teams by Month</a:t>
            </a:r>
          </a:p>
        </p:txBody>
      </p:sp>
      <p:pic>
        <p:nvPicPr>
          <p:cNvPr id="9" name="Content Placeholder 8" descr="A graph of 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1E31135C-68AC-A053-4062-FA8DF9F46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646" y="1289370"/>
            <a:ext cx="8596668" cy="508511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A8404-61FE-D0E0-6920-912D682BE548}"/>
              </a:ext>
            </a:extLst>
          </p:cNvPr>
          <p:cNvSpPr txBox="1"/>
          <p:nvPr/>
        </p:nvSpPr>
        <p:spPr>
          <a:xfrm>
            <a:off x="644442" y="6433692"/>
            <a:ext cx="724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teams playing on the fields compared by month and year</a:t>
            </a:r>
          </a:p>
        </p:txBody>
      </p:sp>
    </p:spTree>
    <p:extLst>
      <p:ext uri="{BB962C8B-B14F-4D97-AF65-F5344CB8AC3E}">
        <p14:creationId xmlns:p14="http://schemas.microsoft.com/office/powerpoint/2010/main" val="187657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3-679F-179E-0645-FE49B155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17" y="103062"/>
            <a:ext cx="6940473" cy="653456"/>
          </a:xfrm>
        </p:spPr>
        <p:txBody>
          <a:bodyPr/>
          <a:lstStyle/>
          <a:p>
            <a:r>
              <a:rPr lang="en-US" dirty="0"/>
              <a:t>Visitor Spending Totals by Month</a:t>
            </a:r>
          </a:p>
        </p:txBody>
      </p:sp>
      <p:pic>
        <p:nvPicPr>
          <p:cNvPr id="6" name="Content Placeholder 5" descr="A graph of a number of months&#10;&#10;Description automatically generated with medium confidence">
            <a:extLst>
              <a:ext uri="{FF2B5EF4-FFF2-40B4-BE49-F238E27FC236}">
                <a16:creationId xmlns:a16="http://schemas.microsoft.com/office/drawing/2014/main" id="{2188B3CA-1B61-6354-4297-8B17B972C9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8127" y="756518"/>
            <a:ext cx="8920334" cy="5694236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CC2D5B2-AA55-D9A5-0CE0-5DEE3976E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47651" y="6689830"/>
            <a:ext cx="1646329" cy="168170"/>
          </a:xfrm>
        </p:spPr>
        <p:txBody>
          <a:bodyPr>
            <a:normAutofit fontScale="32500" lnSpcReduction="20000"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1CDE6-38F9-92BD-C4F8-0C8A2918CC3E}"/>
              </a:ext>
            </a:extLst>
          </p:cNvPr>
          <p:cNvSpPr txBox="1"/>
          <p:nvPr/>
        </p:nvSpPr>
        <p:spPr>
          <a:xfrm>
            <a:off x="526273" y="6488668"/>
            <a:ext cx="825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Visitor Spending in the region broken down by month and year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291222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037B-744A-915A-5D53-592BF5AB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Spending by Team </a:t>
            </a:r>
          </a:p>
        </p:txBody>
      </p:sp>
      <p:pic>
        <p:nvPicPr>
          <p:cNvPr id="5" name="Content Placeholder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2637D727-D420-1905-6DF3-646FE8CEB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274" y="1460205"/>
            <a:ext cx="8770728" cy="46180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69E468-5C1E-D0AF-A619-3B31B85E312A}"/>
              </a:ext>
            </a:extLst>
          </p:cNvPr>
          <p:cNvSpPr txBox="1"/>
          <p:nvPr/>
        </p:nvSpPr>
        <p:spPr>
          <a:xfrm>
            <a:off x="711052" y="6159794"/>
            <a:ext cx="835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have a breakdown of the average spending per team over time so we </a:t>
            </a:r>
          </a:p>
          <a:p>
            <a:r>
              <a:rPr lang="en-US" dirty="0"/>
              <a:t>can compare spending by team between years</a:t>
            </a:r>
          </a:p>
        </p:txBody>
      </p:sp>
    </p:spTree>
    <p:extLst>
      <p:ext uri="{BB962C8B-B14F-4D97-AF65-F5344CB8AC3E}">
        <p14:creationId xmlns:p14="http://schemas.microsoft.com/office/powerpoint/2010/main" val="144265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9921-B377-779F-D92D-9BEDDE74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35" y="0"/>
            <a:ext cx="8596668" cy="715926"/>
          </a:xfrm>
        </p:spPr>
        <p:txBody>
          <a:bodyPr/>
          <a:lstStyle/>
          <a:p>
            <a:r>
              <a:rPr lang="en-US" dirty="0"/>
              <a:t>Average Spending per Team by Year</a:t>
            </a:r>
          </a:p>
        </p:txBody>
      </p:sp>
      <p:pic>
        <p:nvPicPr>
          <p:cNvPr id="5" name="Content Placeholder 4" descr="A graph of a number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F5741701-C040-6054-4FA2-E4ED8BF0E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712" y="886048"/>
            <a:ext cx="9066027" cy="515597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1A51C-B9E5-DA88-1294-05434D41ECDA}"/>
              </a:ext>
            </a:extLst>
          </p:cNvPr>
          <p:cNvSpPr txBox="1"/>
          <p:nvPr/>
        </p:nvSpPr>
        <p:spPr>
          <a:xfrm>
            <a:off x="621890" y="6111620"/>
            <a:ext cx="8652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see what each team spent on average compared by year. Unfortunately, </a:t>
            </a:r>
          </a:p>
          <a:p>
            <a:r>
              <a:rPr lang="en-US" dirty="0"/>
              <a:t>this number appears to be decreasing. </a:t>
            </a:r>
          </a:p>
        </p:txBody>
      </p:sp>
    </p:spTree>
    <p:extLst>
      <p:ext uri="{BB962C8B-B14F-4D97-AF65-F5344CB8AC3E}">
        <p14:creationId xmlns:p14="http://schemas.microsoft.com/office/powerpoint/2010/main" val="99224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D2E8-BF74-193F-1BA7-3B76A7B5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85" y="136154"/>
            <a:ext cx="8596668" cy="680484"/>
          </a:xfrm>
        </p:spPr>
        <p:txBody>
          <a:bodyPr/>
          <a:lstStyle/>
          <a:p>
            <a:r>
              <a:rPr lang="en-US" dirty="0"/>
              <a:t>Number of Tournament Types by Year </a:t>
            </a:r>
          </a:p>
        </p:txBody>
      </p:sp>
      <p:pic>
        <p:nvPicPr>
          <p:cNvPr id="6" name="Content Placeholder 5" descr="A pie chart with numbers and a pie chart&#10;&#10;Description automatically generated">
            <a:extLst>
              <a:ext uri="{FF2B5EF4-FFF2-40B4-BE49-F238E27FC236}">
                <a16:creationId xmlns:a16="http://schemas.microsoft.com/office/drawing/2014/main" id="{CDE3466F-276F-83FE-EB9D-0A6A8A4E83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5657" y="1197935"/>
            <a:ext cx="5062390" cy="4047460"/>
          </a:xfrm>
        </p:spPr>
      </p:pic>
      <p:pic>
        <p:nvPicPr>
          <p:cNvPr id="8" name="Content Placeholder 7" descr="A pie chart with a number of events&#10;&#10;Description automatically generated">
            <a:extLst>
              <a:ext uri="{FF2B5EF4-FFF2-40B4-BE49-F238E27FC236}">
                <a16:creationId xmlns:a16="http://schemas.microsoft.com/office/drawing/2014/main" id="{DC2AE8D6-1015-C776-6084-FB59C7A17F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74782" y="816638"/>
            <a:ext cx="4532425" cy="2948400"/>
          </a:xfrm>
        </p:spPr>
      </p:pic>
      <p:pic>
        <p:nvPicPr>
          <p:cNvPr id="10" name="Picture 9" descr="A pie chart with text&#10;&#10;Description automatically generated">
            <a:extLst>
              <a:ext uri="{FF2B5EF4-FFF2-40B4-BE49-F238E27FC236}">
                <a16:creationId xmlns:a16="http://schemas.microsoft.com/office/drawing/2014/main" id="{E026CD1D-E156-3D83-1177-A694525E6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144" y="3976577"/>
            <a:ext cx="4387703" cy="2854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1703EA-36D3-E7C1-59DD-207AE55A67CF}"/>
              </a:ext>
            </a:extLst>
          </p:cNvPr>
          <p:cNvSpPr txBox="1"/>
          <p:nvPr/>
        </p:nvSpPr>
        <p:spPr>
          <a:xfrm>
            <a:off x="392191" y="5660065"/>
            <a:ext cx="5482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look at how many of each tournament was held</a:t>
            </a:r>
          </a:p>
          <a:p>
            <a:r>
              <a:rPr lang="en-US" dirty="0"/>
              <a:t>each year and how that might impact maintenance</a:t>
            </a:r>
          </a:p>
        </p:txBody>
      </p:sp>
    </p:spTree>
    <p:extLst>
      <p:ext uri="{BB962C8B-B14F-4D97-AF65-F5344CB8AC3E}">
        <p14:creationId xmlns:p14="http://schemas.microsoft.com/office/powerpoint/2010/main" val="13177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17AA-A3BD-0EEF-BDB8-930EFE30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97" y="130290"/>
            <a:ext cx="4881429" cy="686348"/>
          </a:xfrm>
        </p:spPr>
        <p:txBody>
          <a:bodyPr/>
          <a:lstStyle/>
          <a:p>
            <a:r>
              <a:rPr lang="en-US" dirty="0"/>
              <a:t>Total Spending by Year</a:t>
            </a:r>
          </a:p>
        </p:txBody>
      </p:sp>
      <p:pic>
        <p:nvPicPr>
          <p:cNvPr id="5" name="Content Placeholder 4" descr="A graph of a graph showing the number of different colored rectangles&#10;&#10;Description automatically generated">
            <a:extLst>
              <a:ext uri="{FF2B5EF4-FFF2-40B4-BE49-F238E27FC236}">
                <a16:creationId xmlns:a16="http://schemas.microsoft.com/office/drawing/2014/main" id="{304E3225-448A-CF3F-8817-26853969C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116" y="1256478"/>
            <a:ext cx="8473001" cy="47855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8EF7FD-9674-0423-1975-B00CC7576E8B}"/>
              </a:ext>
            </a:extLst>
          </p:cNvPr>
          <p:cNvSpPr txBox="1"/>
          <p:nvPr/>
        </p:nvSpPr>
        <p:spPr>
          <a:xfrm>
            <a:off x="749697" y="6302124"/>
            <a:ext cx="650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Visitor Spending in the region displayed by yearly total </a:t>
            </a:r>
          </a:p>
        </p:txBody>
      </p:sp>
    </p:spTree>
    <p:extLst>
      <p:ext uri="{BB962C8B-B14F-4D97-AF65-F5344CB8AC3E}">
        <p14:creationId xmlns:p14="http://schemas.microsoft.com/office/powerpoint/2010/main" val="400840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DF76-6D04-3914-E39D-7C38A592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by Sport: Softball </a:t>
            </a:r>
          </a:p>
        </p:txBody>
      </p:sp>
      <p:pic>
        <p:nvPicPr>
          <p:cNvPr id="8" name="Content Placeholder 7" descr="A graph of a baseball game&#10;&#10;Description automatically generated with medium confidence">
            <a:extLst>
              <a:ext uri="{FF2B5EF4-FFF2-40B4-BE49-F238E27FC236}">
                <a16:creationId xmlns:a16="http://schemas.microsoft.com/office/drawing/2014/main" id="{6FB7B2D7-0923-4271-4AE7-8756A2CDFF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5" y="2264229"/>
            <a:ext cx="4468132" cy="3315350"/>
          </a:xfrm>
        </p:spPr>
      </p:pic>
      <p:pic>
        <p:nvPicPr>
          <p:cNvPr id="12" name="Content Placeholder 11" descr="A graph of green bars&#10;&#10;Description automatically generated">
            <a:extLst>
              <a:ext uri="{FF2B5EF4-FFF2-40B4-BE49-F238E27FC236}">
                <a16:creationId xmlns:a16="http://schemas.microsoft.com/office/drawing/2014/main" id="{247CA631-284E-A90D-7ED3-3E219EEB71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863" y="2725853"/>
            <a:ext cx="4183062" cy="2750906"/>
          </a:xfrm>
        </p:spPr>
      </p:pic>
    </p:spTree>
    <p:extLst>
      <p:ext uri="{BB962C8B-B14F-4D97-AF65-F5344CB8AC3E}">
        <p14:creationId xmlns:p14="http://schemas.microsoft.com/office/powerpoint/2010/main" val="179606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5CA2-9C49-73BF-E0DB-89EF6A83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Maintenance Cost per Type of Tournament</a:t>
            </a:r>
          </a:p>
        </p:txBody>
      </p:sp>
      <p:pic>
        <p:nvPicPr>
          <p:cNvPr id="5" name="Content Placeholder 4" descr="A graph showing the average cost per tournament&#10;&#10;Description automatically generated">
            <a:extLst>
              <a:ext uri="{FF2B5EF4-FFF2-40B4-BE49-F238E27FC236}">
                <a16:creationId xmlns:a16="http://schemas.microsoft.com/office/drawing/2014/main" id="{A3A79FCA-E9B3-6503-E6C3-3490442A8A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863" y="2172191"/>
            <a:ext cx="5743347" cy="346634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48E44-8F4E-8FE3-A5F0-ACF8D2DC2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9316" y="2168871"/>
            <a:ext cx="2726296" cy="38724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chemeClr val="tx1"/>
                </a:solidFill>
              </a:rPr>
              <a:t>Total Cost for 1-Day Tournament: $1,545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Total Cost for 2-Day Tournament: $3,475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Total Cost for National Tournament: $6,057</a:t>
            </a:r>
          </a:p>
        </p:txBody>
      </p:sp>
    </p:spTree>
    <p:extLst>
      <p:ext uri="{BB962C8B-B14F-4D97-AF65-F5344CB8AC3E}">
        <p14:creationId xmlns:p14="http://schemas.microsoft.com/office/powerpoint/2010/main" val="9097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EA18-40EC-C862-AB9C-7C749BFF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" y="83326"/>
            <a:ext cx="8596668" cy="627142"/>
          </a:xfrm>
        </p:spPr>
        <p:txBody>
          <a:bodyPr>
            <a:normAutofit fontScale="90000"/>
          </a:bodyPr>
          <a:lstStyle/>
          <a:p>
            <a:r>
              <a:rPr lang="en-US" dirty="0"/>
              <a:t>Fees Charged to Teams Totals by Month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3D805-753A-485D-E336-0AE78EFC35C8}"/>
              </a:ext>
            </a:extLst>
          </p:cNvPr>
          <p:cNvSpPr txBox="1"/>
          <p:nvPr/>
        </p:nvSpPr>
        <p:spPr>
          <a:xfrm>
            <a:off x="526274" y="6430560"/>
            <a:ext cx="7678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 Totals per Month found using Fee data provided by JC Parks and Rec.</a:t>
            </a:r>
          </a:p>
        </p:txBody>
      </p:sp>
      <p:pic>
        <p:nvPicPr>
          <p:cNvPr id="8" name="Content Placeholder 7" descr="A graph of a number of bars&#10;&#10;Description automatically generated with medium confidence">
            <a:extLst>
              <a:ext uri="{FF2B5EF4-FFF2-40B4-BE49-F238E27FC236}">
                <a16:creationId xmlns:a16="http://schemas.microsoft.com/office/drawing/2014/main" id="{A779DAC7-0240-7C38-A428-06657116A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80" y="1027612"/>
            <a:ext cx="9043851" cy="5014414"/>
          </a:xfrm>
        </p:spPr>
      </p:pic>
    </p:spTree>
    <p:extLst>
      <p:ext uri="{BB962C8B-B14F-4D97-AF65-F5344CB8AC3E}">
        <p14:creationId xmlns:p14="http://schemas.microsoft.com/office/powerpoint/2010/main" val="1780444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9514-5A93-E296-354E-F2F0E619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05" y="63591"/>
            <a:ext cx="8596668" cy="1320800"/>
          </a:xfrm>
        </p:spPr>
        <p:txBody>
          <a:bodyPr/>
          <a:lstStyle/>
          <a:p>
            <a:r>
              <a:rPr lang="en-US" dirty="0"/>
              <a:t>Comparison of Fees Charged vs Maintenance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002E1-436F-61F5-973D-7DF319C891E6}"/>
              </a:ext>
            </a:extLst>
          </p:cNvPr>
          <p:cNvSpPr txBox="1"/>
          <p:nvPr/>
        </p:nvSpPr>
        <p:spPr>
          <a:xfrm>
            <a:off x="453567" y="6148078"/>
            <a:ext cx="8677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 vs Maintenance charged for facility use, found using maintenance scans from </a:t>
            </a:r>
          </a:p>
          <a:p>
            <a:r>
              <a:rPr lang="en-US" dirty="0"/>
              <a:t>JC Parks and Rec Dept. </a:t>
            </a:r>
          </a:p>
        </p:txBody>
      </p:sp>
      <p:pic>
        <p:nvPicPr>
          <p:cNvPr id="20" name="Content Placeholder 1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1866448F-1E05-3003-88A3-BF29317CD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567" y="1689464"/>
            <a:ext cx="8942982" cy="4352562"/>
          </a:xfrm>
        </p:spPr>
      </p:pic>
    </p:spTree>
    <p:extLst>
      <p:ext uri="{BB962C8B-B14F-4D97-AF65-F5344CB8AC3E}">
        <p14:creationId xmlns:p14="http://schemas.microsoft.com/office/powerpoint/2010/main" val="2770085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E00ED-8EAA-282C-612A-1493BCC8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" y="42577"/>
            <a:ext cx="4530961" cy="6197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/>
              <a:t>Field Type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B29CE-5892-0DEB-D92A-4A12BEF2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5102262" y="6616127"/>
            <a:ext cx="2867254" cy="84996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9" name="Picture 8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DC6C732B-589C-0E3E-9192-25FBEFD5E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27" b="1"/>
          <a:stretch/>
        </p:blipFill>
        <p:spPr>
          <a:xfrm>
            <a:off x="520428" y="1447251"/>
            <a:ext cx="3702058" cy="5211374"/>
          </a:xfrm>
          <a:prstGeom prst="rect">
            <a:avLst/>
          </a:prstGeom>
        </p:spPr>
      </p:pic>
      <p:pic>
        <p:nvPicPr>
          <p:cNvPr id="3" name="Content Placeholder 4" descr="A graph of a bar chart&#10;&#10;Description automatically generated">
            <a:extLst>
              <a:ext uri="{FF2B5EF4-FFF2-40B4-BE49-F238E27FC236}">
                <a16:creationId xmlns:a16="http://schemas.microsoft.com/office/drawing/2014/main" id="{546C976A-11B2-F10F-1651-B2AA0D33C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10" r="-3" b="4008"/>
          <a:stretch/>
        </p:blipFill>
        <p:spPr>
          <a:xfrm>
            <a:off x="4500639" y="1447251"/>
            <a:ext cx="4182872" cy="5058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9B4EB8-38F5-3FE6-A0CE-DCD1AC70D052}"/>
              </a:ext>
            </a:extLst>
          </p:cNvPr>
          <p:cNvSpPr txBox="1"/>
          <p:nvPr/>
        </p:nvSpPr>
        <p:spPr>
          <a:xfrm>
            <a:off x="407862" y="731642"/>
            <a:ext cx="914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supplied data summed expenses for year to find total cost of field maintenance.</a:t>
            </a:r>
          </a:p>
          <a:p>
            <a:r>
              <a:rPr lang="en-US" dirty="0"/>
              <a:t>This is compared to the total hours of use each field can support per year</a:t>
            </a:r>
          </a:p>
        </p:txBody>
      </p:sp>
    </p:spTree>
    <p:extLst>
      <p:ext uri="{BB962C8B-B14F-4D97-AF65-F5344CB8AC3E}">
        <p14:creationId xmlns:p14="http://schemas.microsoft.com/office/powerpoint/2010/main" val="268918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FE90A5-8D07-EEAC-3179-0B57E9ED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84" y="1510240"/>
            <a:ext cx="3854528" cy="1278466"/>
          </a:xfrm>
        </p:spPr>
        <p:txBody>
          <a:bodyPr/>
          <a:lstStyle/>
          <a:p>
            <a:r>
              <a:rPr lang="en-US" dirty="0"/>
              <a:t>Turf Cost Comparison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ABD0A1CC-8265-FA27-72D4-D92835C1B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4127500" y="152400"/>
            <a:ext cx="4943274" cy="661021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6EB300-0C36-8A4A-E2A6-2CDD4EE8E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856" y="2788706"/>
            <a:ext cx="3854528" cy="2584449"/>
          </a:xfrm>
        </p:spPr>
        <p:txBody>
          <a:bodyPr/>
          <a:lstStyle/>
          <a:p>
            <a:r>
              <a:rPr lang="en-US" dirty="0"/>
              <a:t>Preliminary estimate made based off of existing information showing the hourly cost of labor for each field type. </a:t>
            </a:r>
          </a:p>
        </p:txBody>
      </p:sp>
    </p:spTree>
    <p:extLst>
      <p:ext uri="{BB962C8B-B14F-4D97-AF65-F5344CB8AC3E}">
        <p14:creationId xmlns:p14="http://schemas.microsoft.com/office/powerpoint/2010/main" val="1498968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5AB1-90D6-BA4B-1993-65AF8C6D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 Softball 18U National Championship</a:t>
            </a:r>
            <a:br>
              <a:rPr lang="en-US" dirty="0"/>
            </a:br>
            <a:r>
              <a:rPr lang="en-US" dirty="0"/>
              <a:t>July 2023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9DA720-E5C0-9F6C-B9DF-E7C25CECC0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48389469"/>
              </p:ext>
            </p:extLst>
          </p:nvPr>
        </p:nvGraphicFramePr>
        <p:xfrm>
          <a:off x="677863" y="2160588"/>
          <a:ext cx="4183062" cy="39420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091531">
                  <a:extLst>
                    <a:ext uri="{9D8B030D-6E8A-4147-A177-3AD203B41FA5}">
                      <a16:colId xmlns:a16="http://schemas.microsoft.com/office/drawing/2014/main" val="310271027"/>
                    </a:ext>
                  </a:extLst>
                </a:gridCol>
                <a:gridCol w="2091531">
                  <a:extLst>
                    <a:ext uri="{9D8B030D-6E8A-4147-A177-3AD203B41FA5}">
                      <a16:colId xmlns:a16="http://schemas.microsoft.com/office/drawing/2014/main" val="788775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Total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514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Spent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81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Hotel Rate per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33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0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Total Visitor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$871,200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655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Sales 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$10,995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78181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Lodging 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$9,499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272424"/>
                  </a:ext>
                </a:extLst>
              </a:tr>
            </a:tbl>
          </a:graphicData>
        </a:graphic>
      </p:graphicFrame>
      <p:pic>
        <p:nvPicPr>
          <p:cNvPr id="6" name="Content Placeholder 5" descr="Luncheon – Northeast Tennessee Tourism Pinnacle Awards">
            <a:extLst>
              <a:ext uri="{FF2B5EF4-FFF2-40B4-BE49-F238E27FC236}">
                <a16:creationId xmlns:a16="http://schemas.microsoft.com/office/drawing/2014/main" id="{D6845A58-8ACB-037C-0E16-519A5BB426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65464" y="5379129"/>
            <a:ext cx="1471592" cy="1313771"/>
          </a:xfr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8FB056E-E823-579A-5B00-7B0DB30231E0}"/>
              </a:ext>
            </a:extLst>
          </p:cNvPr>
          <p:cNvSpPr txBox="1">
            <a:spLocks/>
          </p:cNvSpPr>
          <p:nvPr/>
        </p:nvSpPr>
        <p:spPr>
          <a:xfrm>
            <a:off x="5501260" y="1871328"/>
            <a:ext cx="3589895" cy="4924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chemeClr val="tx1"/>
                </a:solidFill>
                <a:ea typeface="+mn-lt"/>
                <a:cs typeface="+mn-lt"/>
              </a:rPr>
              <a:t>The USA Softball National Tournament is one of the largest tournaments hosted by Visit JC each year. </a:t>
            </a:r>
          </a:p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In 2023, this 5-day event was held at Winged Deer Park for the 18U Girls Class 'A' Fastpitch softball. </a:t>
            </a: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7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F44D-0B6D-2935-66F4-D3F9C31F9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Collecting Additional Information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34B88-CC12-FD87-D011-9D628DFF3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9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A633-B8CD-C824-DB24-AEEB9B9A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7606"/>
            <a:ext cx="3854528" cy="742946"/>
          </a:xfrm>
        </p:spPr>
        <p:txBody>
          <a:bodyPr>
            <a:normAutofit/>
          </a:bodyPr>
          <a:lstStyle/>
          <a:p>
            <a:r>
              <a:rPr lang="en-US" sz="3600" dirty="0"/>
              <a:t>The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E7AB-9945-ED8A-3891-13A9129F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84" y="2523062"/>
            <a:ext cx="4502520" cy="4305300"/>
          </a:xfrm>
        </p:spPr>
        <p:txBody>
          <a:bodyPr/>
          <a:lstStyle/>
          <a:p>
            <a:r>
              <a:rPr lang="en-US" dirty="0"/>
              <a:t>To capture additional information, we have created and distributed a survey </a:t>
            </a:r>
          </a:p>
          <a:p>
            <a:r>
              <a:rPr lang="en-US" dirty="0"/>
              <a:t>We hope to capture such visitor behavior as: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far someone needs to travel before they are willing to stay overnight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much someone typically spends on a day/overnight trip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difference if any exist between in spending between age groups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difference if any exist in spending between sports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F808B-40F3-4859-79F1-D0D41939E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4484" y="6542619"/>
            <a:ext cx="3854528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6" name="Picture 5" descr="A close-up of a football ball&#10;&#10;Description automatically generated">
            <a:extLst>
              <a:ext uri="{FF2B5EF4-FFF2-40B4-BE49-F238E27FC236}">
                <a16:creationId xmlns:a16="http://schemas.microsoft.com/office/drawing/2014/main" id="{593D71BF-A62A-55CC-FE09-64E13518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2"/>
            <a:ext cx="9144000" cy="244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1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4575BA-6FD6-DDCE-57D6-3D9C6A93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The Survey Distribution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564F1-3761-3507-E670-4AC09F623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9563" y="2160589"/>
            <a:ext cx="4064439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/>
              <a:t>To distribute the survey most effectively we are working with the 10 most populous counties in each state within the Southeastern region of the US. </a:t>
            </a:r>
          </a:p>
          <a:p>
            <a:pPr>
              <a:buFont typeface="Wingdings 3" charset="2"/>
              <a:buChar char=""/>
            </a:pPr>
            <a:endParaRPr lang="en-US" dirty="0"/>
          </a:p>
          <a:p>
            <a:pPr>
              <a:buFont typeface="Wingdings 3" charset="2"/>
              <a:buChar char=""/>
            </a:pPr>
            <a:r>
              <a:rPr lang="en-US" dirty="0"/>
              <a:t>Within each of the 10, we are contacting baseball/softball/soccer organizations to have the survey distributed to their members. </a:t>
            </a:r>
          </a:p>
        </p:txBody>
      </p:sp>
      <p:pic>
        <p:nvPicPr>
          <p:cNvPr id="6" name="Content Placeholder 5" descr="A map of the state of alabama&#10;&#10;Description automatically generated">
            <a:extLst>
              <a:ext uri="{FF2B5EF4-FFF2-40B4-BE49-F238E27FC236}">
                <a16:creationId xmlns:a16="http://schemas.microsoft.com/office/drawing/2014/main" id="{F0A4CD59-ABEF-72D9-3676-228BE8C2D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2" b="20867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7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29B2-51AA-D2E7-407C-CB213A2E9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Multiplier Effect and Estimates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0312D-BEF3-38E7-D392-8534EE1C6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brief look at the first stage of our analysis</a:t>
            </a:r>
          </a:p>
        </p:txBody>
      </p:sp>
    </p:spTree>
    <p:extLst>
      <p:ext uri="{BB962C8B-B14F-4D97-AF65-F5344CB8AC3E}">
        <p14:creationId xmlns:p14="http://schemas.microsoft.com/office/powerpoint/2010/main" val="1203780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690-7F9E-BC53-0ECE-E153E173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35" y="90292"/>
            <a:ext cx="8596668" cy="671644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Multiplier Effect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F99A9-151D-7AF8-129A-B363543F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diagram of a government investment&#10;&#10;Description automatically generated">
            <a:extLst>
              <a:ext uri="{FF2B5EF4-FFF2-40B4-BE49-F238E27FC236}">
                <a16:creationId xmlns:a16="http://schemas.microsoft.com/office/drawing/2014/main" id="{9851598C-04E6-5099-0431-564EAA310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35" y="827719"/>
            <a:ext cx="9374036" cy="5309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3CF521-9B79-54E7-888B-FDBFCA0F233A}"/>
              </a:ext>
            </a:extLst>
          </p:cNvPr>
          <p:cNvSpPr txBox="1"/>
          <p:nvPr/>
        </p:nvSpPr>
        <p:spPr>
          <a:xfrm>
            <a:off x="819150" y="6327904"/>
            <a:ext cx="774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the multiplier effect works with </a:t>
            </a:r>
            <a:r>
              <a:rPr lang="en-US"/>
              <a:t>a 3-billion-pound </a:t>
            </a:r>
            <a:r>
              <a:rPr lang="en-US" dirty="0"/>
              <a:t>initial investment</a:t>
            </a:r>
          </a:p>
        </p:txBody>
      </p:sp>
    </p:spTree>
    <p:extLst>
      <p:ext uri="{BB962C8B-B14F-4D97-AF65-F5344CB8AC3E}">
        <p14:creationId xmlns:p14="http://schemas.microsoft.com/office/powerpoint/2010/main" val="2391150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66F6-19E8-FA63-BE97-E3EEA1DF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51" y="141697"/>
            <a:ext cx="8912969" cy="820166"/>
          </a:xfrm>
        </p:spPr>
        <p:txBody>
          <a:bodyPr>
            <a:normAutofit/>
          </a:bodyPr>
          <a:lstStyle/>
          <a:p>
            <a:r>
              <a:rPr lang="en-US" sz="4400" dirty="0"/>
              <a:t>Multiplier Effect Pt2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9684-5DC8-2D9B-6E8A-034E545BD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4984" y="6353372"/>
            <a:ext cx="1625634" cy="558476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6AC51FB6-3293-C551-FE6E-91FC5AC4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98" y="1400356"/>
            <a:ext cx="6333838" cy="51714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43C139-85D2-E126-F361-BD660FFC9C9A}"/>
              </a:ext>
            </a:extLst>
          </p:cNvPr>
          <p:cNvSpPr txBox="1"/>
          <p:nvPr/>
        </p:nvSpPr>
        <p:spPr>
          <a:xfrm>
            <a:off x="7492817" y="2184034"/>
            <a:ext cx="1789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Multiplier Effect on Aggregate Demand, Reflecting outside spending in an economy</a:t>
            </a:r>
          </a:p>
        </p:txBody>
      </p:sp>
    </p:spTree>
    <p:extLst>
      <p:ext uri="{BB962C8B-B14F-4D97-AF65-F5344CB8AC3E}">
        <p14:creationId xmlns:p14="http://schemas.microsoft.com/office/powerpoint/2010/main" val="2212983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3597-87D5-9137-47FB-BA226B71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How The Estimates Are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0987-853B-096F-CE8D-66170AE8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019" y="1416169"/>
            <a:ext cx="4513541" cy="4879378"/>
          </a:xfrm>
        </p:spPr>
        <p:txBody>
          <a:bodyPr/>
          <a:lstStyle/>
          <a:p>
            <a:r>
              <a:rPr lang="en-US" dirty="0"/>
              <a:t>JC population 71,278</a:t>
            </a:r>
          </a:p>
          <a:p>
            <a:r>
              <a:rPr lang="en-US" dirty="0"/>
              <a:t>Population Density in Thousands=0.407</a:t>
            </a:r>
          </a:p>
          <a:p>
            <a:r>
              <a:rPr lang="en-US" dirty="0"/>
              <a:t>Chang’s Multiplier: 1.566+0.6*ln(Pop)-0.009(</a:t>
            </a:r>
            <a:r>
              <a:rPr lang="en-US" dirty="0" err="1"/>
              <a:t>PopDen</a:t>
            </a:r>
            <a:r>
              <a:rPr lang="en-US" dirty="0"/>
              <a:t>)</a:t>
            </a:r>
          </a:p>
          <a:p>
            <a:r>
              <a:rPr lang="en-US" dirty="0"/>
              <a:t>Using our values this yielded: 1.4583</a:t>
            </a:r>
          </a:p>
          <a:p>
            <a:r>
              <a:rPr lang="en-US" dirty="0"/>
              <a:t>We also add a capture rate of 60-70% to account for leakages in the local economy </a:t>
            </a:r>
          </a:p>
          <a:p>
            <a:r>
              <a:rPr lang="en-US" dirty="0"/>
              <a:t>This allows for an initial impact assessment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7D7A4-03DA-34B3-6E35-DCCF768BF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Utilizing a secondary study, we find a Multiplier for use with our data that doesn’t use the input/output model typically used. </a:t>
            </a:r>
          </a:p>
        </p:txBody>
      </p:sp>
    </p:spTree>
    <p:extLst>
      <p:ext uri="{BB962C8B-B14F-4D97-AF65-F5344CB8AC3E}">
        <p14:creationId xmlns:p14="http://schemas.microsoft.com/office/powerpoint/2010/main" val="1350157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DCBB-6FF4-FC77-BF58-3252A52E7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5" y="75652"/>
            <a:ext cx="8596668" cy="620564"/>
          </a:xfrm>
        </p:spPr>
        <p:txBody>
          <a:bodyPr>
            <a:normAutofit fontScale="90000"/>
          </a:bodyPr>
          <a:lstStyle/>
          <a:p>
            <a:r>
              <a:rPr lang="en-US" dirty="0"/>
              <a:t>Adjusted Spending Totals 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01915C8-E8EA-0102-DDF0-AFB1D454A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91" y="652908"/>
            <a:ext cx="8481421" cy="55521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2701F7-E9C6-1B6E-33F3-09823CAAEBB3}"/>
              </a:ext>
            </a:extLst>
          </p:cNvPr>
          <p:cNvSpPr txBox="1"/>
          <p:nvPr/>
        </p:nvSpPr>
        <p:spPr>
          <a:xfrm>
            <a:off x="605214" y="6275810"/>
            <a:ext cx="761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 Plot displays new range calculated for Revenue using Multiplier</a:t>
            </a:r>
          </a:p>
        </p:txBody>
      </p:sp>
    </p:spTree>
    <p:extLst>
      <p:ext uri="{BB962C8B-B14F-4D97-AF65-F5344CB8AC3E}">
        <p14:creationId xmlns:p14="http://schemas.microsoft.com/office/powerpoint/2010/main" val="61061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6375-0CEE-47ED-968E-16A8FDEB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02" y="149111"/>
            <a:ext cx="8596668" cy="752132"/>
          </a:xfrm>
        </p:spPr>
        <p:txBody>
          <a:bodyPr/>
          <a:lstStyle/>
          <a:p>
            <a:r>
              <a:rPr lang="en-US" dirty="0"/>
              <a:t>Adjusted Tax Revenues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AD68277-9E28-5E22-AE77-5DFF1986A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284" y="842037"/>
            <a:ext cx="8833491" cy="49960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96651-B89F-1376-8E67-776CC8DE2B4C}"/>
              </a:ext>
            </a:extLst>
          </p:cNvPr>
          <p:cNvSpPr txBox="1"/>
          <p:nvPr/>
        </p:nvSpPr>
        <p:spPr>
          <a:xfrm>
            <a:off x="927557" y="6157399"/>
            <a:ext cx="791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 Plot of adjusted tax revenue, found using spending total per year </a:t>
            </a:r>
          </a:p>
          <a:p>
            <a:r>
              <a:rPr lang="en-US" dirty="0"/>
              <a:t>Multiplied by tax rate of 1.25% for local revenues</a:t>
            </a:r>
          </a:p>
        </p:txBody>
      </p:sp>
    </p:spTree>
    <p:extLst>
      <p:ext uri="{BB962C8B-B14F-4D97-AF65-F5344CB8AC3E}">
        <p14:creationId xmlns:p14="http://schemas.microsoft.com/office/powerpoint/2010/main" val="4193707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71DF-160C-3599-5523-F836FFA4E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Brief Look At Input Output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42D80-8D6A-28A6-C9E4-18B64FCC0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brief overview of why input/output models are important for the analysis</a:t>
            </a:r>
          </a:p>
        </p:txBody>
      </p:sp>
    </p:spTree>
    <p:extLst>
      <p:ext uri="{BB962C8B-B14F-4D97-AF65-F5344CB8AC3E}">
        <p14:creationId xmlns:p14="http://schemas.microsoft.com/office/powerpoint/2010/main" val="3468794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7FD4-B179-A8A8-66CE-2F52A7F6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RIMS II Table Example w/Final Demand Multipliers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28445-F130-3BD5-8BA9-45CC8E68FA90}"/>
              </a:ext>
            </a:extLst>
          </p:cNvPr>
          <p:cNvSpPr txBox="1"/>
          <p:nvPr/>
        </p:nvSpPr>
        <p:spPr>
          <a:xfrm>
            <a:off x="569797" y="6075291"/>
            <a:ext cx="8790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RIMS II Multiplier for the Johnson City area. This example shows how the multiplier</a:t>
            </a:r>
          </a:p>
          <a:p>
            <a:r>
              <a:rPr lang="en-US" dirty="0"/>
              <a:t>table takes in to account the specific production of a region. </a:t>
            </a:r>
          </a:p>
        </p:txBody>
      </p:sp>
      <p:pic>
        <p:nvPicPr>
          <p:cNvPr id="8" name="Content Placeholder 7" descr="A document with text and numbers&#10;&#10;Description automatically generated">
            <a:extLst>
              <a:ext uri="{FF2B5EF4-FFF2-40B4-BE49-F238E27FC236}">
                <a16:creationId xmlns:a16="http://schemas.microsoft.com/office/drawing/2014/main" id="{669F345C-E420-C3BA-65EE-362727E47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97" y="1772194"/>
            <a:ext cx="8386969" cy="4269831"/>
          </a:xfrm>
        </p:spPr>
      </p:pic>
    </p:spTree>
    <p:extLst>
      <p:ext uri="{BB962C8B-B14F-4D97-AF65-F5344CB8AC3E}">
        <p14:creationId xmlns:p14="http://schemas.microsoft.com/office/powerpoint/2010/main" val="1484341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7989-17BE-57AB-F739-5AEA0BC8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Assumptions made when Using I/O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F9885-D780-F8C1-2AB3-369FFF7DC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192341"/>
              </p:ext>
            </p:extLst>
          </p:nvPr>
        </p:nvGraphicFramePr>
        <p:xfrm>
          <a:off x="1756833" y="18469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715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EBE2-E9B3-96AF-7ACE-5898D36B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Additional RIMS II information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21BF5C-5984-A4ED-A53D-B094EB466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46562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1599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DEDE-3584-CBB2-CA4E-E1CC89AF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Moving Forward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1BB65E-9E1F-5723-61FC-6E4FC4B5F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153343"/>
              </p:ext>
            </p:extLst>
          </p:nvPr>
        </p:nvGraphicFramePr>
        <p:xfrm>
          <a:off x="368300" y="1485899"/>
          <a:ext cx="9258300" cy="4555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8880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AC3131-8810-4A91-9F94-92262D4BBD0E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A73794D-D7EA-4048-9998-F5D6224939BE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18A0498-6641-479D-8115-8BC7C8E6B1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1169</TotalTime>
  <Words>911</Words>
  <Application>Microsoft Office PowerPoint</Application>
  <PresentationFormat>Widescreen</PresentationFormat>
  <Paragraphs>132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Trebuchet MS</vt:lpstr>
      <vt:lpstr>Wingdings</vt:lpstr>
      <vt:lpstr>Wingdings 3</vt:lpstr>
      <vt:lpstr>Facet</vt:lpstr>
      <vt:lpstr>Winged Deer Park Economic Impact Study</vt:lpstr>
      <vt:lpstr>Outline</vt:lpstr>
      <vt:lpstr>Project Goals</vt:lpstr>
      <vt:lpstr>Initial Data Analysis</vt:lpstr>
      <vt:lpstr>Number of Teams by Month</vt:lpstr>
      <vt:lpstr>Visitor Spending Totals by Month</vt:lpstr>
      <vt:lpstr>Average Spending by Team </vt:lpstr>
      <vt:lpstr>Average Spending per Team by Year</vt:lpstr>
      <vt:lpstr>Number of Tournament Types by Year </vt:lpstr>
      <vt:lpstr>Total Spending by Year</vt:lpstr>
      <vt:lpstr>Spending by Sport: Softball </vt:lpstr>
      <vt:lpstr>Average Maintenance Cost per Type of Tournament</vt:lpstr>
      <vt:lpstr>Fees Charged to Teams Totals by Month</vt:lpstr>
      <vt:lpstr>Comparison of Fees Charged vs Maintenance </vt:lpstr>
      <vt:lpstr>Field Type Comparison</vt:lpstr>
      <vt:lpstr>Turf Cost Comparison</vt:lpstr>
      <vt:lpstr>USA Softball 18U National Championship July 2023</vt:lpstr>
      <vt:lpstr>Collecting Additional Information </vt:lpstr>
      <vt:lpstr>The Survey </vt:lpstr>
      <vt:lpstr>The Survey Distribution </vt:lpstr>
      <vt:lpstr>The Multiplier Effect and Estimates</vt:lpstr>
      <vt:lpstr>Multiplier Effect </vt:lpstr>
      <vt:lpstr>Multiplier Effect Pt2</vt:lpstr>
      <vt:lpstr>How The Estimates Are Created</vt:lpstr>
      <vt:lpstr>Adjusted Spending Totals </vt:lpstr>
      <vt:lpstr>Adjusted Tax Revenues </vt:lpstr>
      <vt:lpstr>A Brief Look At Input Output Models </vt:lpstr>
      <vt:lpstr>RIMS II Table Example w/Final Demand Multipliers</vt:lpstr>
      <vt:lpstr>Assumptions made when Using I/O model</vt:lpstr>
      <vt:lpstr>Additional RIMS II information</vt:lpstr>
      <vt:lpstr>Moving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Kent Roller</dc:creator>
  <cp:lastModifiedBy>Kent Roller</cp:lastModifiedBy>
  <cp:revision>113</cp:revision>
  <dcterms:created xsi:type="dcterms:W3CDTF">2023-10-06T00:37:02Z</dcterms:created>
  <dcterms:modified xsi:type="dcterms:W3CDTF">2023-11-13T22:52:33Z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